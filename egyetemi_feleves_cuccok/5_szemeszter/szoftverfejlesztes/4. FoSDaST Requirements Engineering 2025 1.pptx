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28.xml" ContentType="application/vnd.openxmlformats-officedocument.presentationml.slide+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7.xml" ContentType="application/vnd.openxmlformats-officedocument.presentationml.slide+xml"/>
  <Override PartName="/ppt/slides/slide1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27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30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5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7" r:id="rId2"/>
    <p:sldMasterId id="2147483673" r:id="rId3"/>
    <p:sldMasterId id="2147483679" r:id="rId4"/>
  </p:sldMasterIdLst>
  <p:notesMasterIdLst>
    <p:notesMasterId r:id="rId33"/>
  </p:notesMasterIdLst>
  <p:sldIdLst>
    <p:sldId id="257" r:id="rId5"/>
    <p:sldId id="258" r:id="rId6"/>
    <p:sldId id="259" r:id="rId7"/>
    <p:sldId id="261" r:id="rId8"/>
    <p:sldId id="262" r:id="rId9"/>
    <p:sldId id="263" r:id="rId10"/>
    <p:sldId id="265" r:id="rId11"/>
    <p:sldId id="264" r:id="rId12"/>
    <p:sldId id="260" r:id="rId13"/>
    <p:sldId id="266" r:id="rId14"/>
    <p:sldId id="267" r:id="rId15"/>
    <p:sldId id="268" r:id="rId16"/>
    <p:sldId id="277" r:id="rId17"/>
    <p:sldId id="269" r:id="rId18"/>
    <p:sldId id="270" r:id="rId19"/>
    <p:sldId id="271" r:id="rId20"/>
    <p:sldId id="272" r:id="rId21"/>
    <p:sldId id="273" r:id="rId22"/>
    <p:sldId id="274" r:id="rId23"/>
    <p:sldId id="276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83" autoAdjust="0"/>
    <p:restoredTop sz="81967" autoAdjust="0"/>
  </p:normalViewPr>
  <p:slideViewPr>
    <p:cSldViewPr snapToGrid="0">
      <p:cViewPr varScale="1">
        <p:scale>
          <a:sx n="94" d="100"/>
          <a:sy n="94" d="100"/>
        </p:scale>
        <p:origin x="26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customXml" Target="../customXml/item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customXml" Target="../customXml/item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40" Type="http://schemas.openxmlformats.org/officeDocument/2006/relationships/customXml" Target="../customXml/item3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06CA67-FF8E-4824-9BDA-8286E86C4D9B}" type="datetimeFigureOut">
              <a:rPr lang="hu-HU" smtClean="0"/>
              <a:t>2025. 09. 28.</a:t>
            </a:fld>
            <a:endParaRPr lang="hu-H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58C698-DA39-4FF4-8EE5-13A3FE00420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73314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b="1" dirty="0" smtClean="0"/>
              <a:t>Nominalization</a:t>
            </a:r>
            <a:r>
              <a:rPr lang="hu-HU" dirty="0" smtClean="0"/>
              <a:t> – Folyamat főnévvé alakítva, eseményként kezelve</a:t>
            </a:r>
          </a:p>
          <a:p>
            <a:r>
              <a:rPr lang="hu-HU" b="1" dirty="0" smtClean="0"/>
              <a:t>Nouns without reference index</a:t>
            </a:r>
            <a:r>
              <a:rPr lang="hu-HU" dirty="0" smtClean="0"/>
              <a:t> – Pontatlanul meghatározott főnevek</a:t>
            </a:r>
          </a:p>
          <a:p>
            <a:r>
              <a:rPr lang="hu-HU" b="1" dirty="0" smtClean="0"/>
              <a:t>Universal quantifiers</a:t>
            </a:r>
            <a:r>
              <a:rPr lang="hu-HU" dirty="0" smtClean="0"/>
              <a:t> – Univerzális </a:t>
            </a:r>
            <a:r>
              <a:rPr lang="hu-H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mennyiségjelzők</a:t>
            </a:r>
            <a:r>
              <a:rPr lang="hu-HU" dirty="0" smtClean="0"/>
              <a:t> (pl. „minden”, „összes”), amelyeknél a viselkedés vagy tulajdonság nem minden objektumra igaz</a:t>
            </a:r>
          </a:p>
          <a:p>
            <a:r>
              <a:rPr lang="hu-HU" b="1" dirty="0" smtClean="0"/>
              <a:t>Incompletely specified conditions</a:t>
            </a:r>
            <a:r>
              <a:rPr lang="hu-HU" dirty="0" smtClean="0"/>
              <a:t> – Hiányosan meghatározott feltételek</a:t>
            </a:r>
          </a:p>
          <a:p>
            <a:r>
              <a:rPr lang="hu-HU" b="1" dirty="0" smtClean="0"/>
              <a:t>Incompletely specified process verbs</a:t>
            </a:r>
            <a:r>
              <a:rPr lang="hu-HU" dirty="0" smtClean="0"/>
              <a:t> – Hiányosan meghatározott cselekvést kifejező igék</a:t>
            </a:r>
          </a:p>
          <a:p>
            <a:endParaRPr lang="hu-HU" dirty="0" smtClean="0"/>
          </a:p>
          <a:p>
            <a:r>
              <a:rPr lang="hu-HU" b="1" dirty="0" smtClean="0"/>
              <a:t>Nominalization</a:t>
            </a:r>
            <a:r>
              <a:rPr lang="hu-HU" dirty="0" smtClean="0"/>
              <a:t>: ha egy folyamatot csak egy főnévként említünk, de nem derül ki, ki végzi és hogyan (pl. „adatfeldolgozás történik” – de ki, mikor, hogyan?).</a:t>
            </a:r>
          </a:p>
          <a:p>
            <a:r>
              <a:rPr lang="hu-HU" b="1" dirty="0" smtClean="0"/>
              <a:t>Pontatlan főnevek</a:t>
            </a:r>
            <a:r>
              <a:rPr lang="hu-HU" dirty="0" smtClean="0"/>
              <a:t>: ha azt mondjuk „a rendszer kezeli a fájlokat” – de milyen fájlokat pontosan?</a:t>
            </a:r>
          </a:p>
          <a:p>
            <a:r>
              <a:rPr lang="hu-HU" b="1" dirty="0" smtClean="0"/>
              <a:t>Univerzális </a:t>
            </a:r>
            <a:r>
              <a:rPr lang="hu-H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mennyiségjelzők</a:t>
            </a:r>
            <a:r>
              <a:rPr lang="hu-HU" dirty="0" smtClean="0"/>
              <a:t>: ha azt írjuk „minden felhasználó hozzáfér” – de tényleg </a:t>
            </a:r>
            <a:r>
              <a:rPr lang="hu-HU" i="1" dirty="0" smtClean="0"/>
              <a:t>mindenki</a:t>
            </a:r>
            <a:r>
              <a:rPr lang="hu-HU" dirty="0" smtClean="0"/>
              <a:t>? Vagy csak bizonyos csoportok?</a:t>
            </a:r>
          </a:p>
          <a:p>
            <a:r>
              <a:rPr lang="hu-HU" b="1" dirty="0" smtClean="0"/>
              <a:t>Hiányos feltételek</a:t>
            </a:r>
            <a:r>
              <a:rPr lang="hu-HU" dirty="0" smtClean="0"/>
              <a:t>: ha a követelmény nem írja le, mikor, milyen körülmények között kell teljesülnie.</a:t>
            </a:r>
          </a:p>
          <a:p>
            <a:r>
              <a:rPr lang="hu-HU" b="1" dirty="0" smtClean="0"/>
              <a:t>Hiányos igék</a:t>
            </a:r>
            <a:r>
              <a:rPr lang="hu-HU" dirty="0" smtClean="0"/>
              <a:t>: ha pl. „a rendszer ellenőrzi az adatokat” – de hogyan ellenőrzi? Mit néz pontosan?</a:t>
            </a:r>
          </a:p>
          <a:p>
            <a:r>
              <a:rPr lang="hu-HU" dirty="0" smtClean="0"/>
              <a:t>Röviden: </a:t>
            </a:r>
            <a:r>
              <a:rPr lang="hu-HU" b="1" dirty="0" smtClean="0"/>
              <a:t>a requirement-ek dokumentálásánál a legnagyobb veszély a homályosság. Mindig pontosítani kell a „ki, mit, mikor, hogyan, milyen körülmények között” kérdésekre, különben a fejlesztők és a megrendelők mást fognak érteni ugyanazon mondat alatt.</a:t>
            </a:r>
            <a:endParaRPr lang="hu-HU" dirty="0" smtClean="0"/>
          </a:p>
          <a:p>
            <a:endParaRPr lang="hu-HU" dirty="0" smtClean="0"/>
          </a:p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58C698-DA39-4FF4-8EE5-13A3FE00420C}" type="slidenum">
              <a:rPr lang="hu-HU" smtClean="0"/>
              <a:t>23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8184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58C698-DA39-4FF4-8EE5-13A3FE00420C}" type="slidenum">
              <a:rPr lang="hu-HU" smtClean="0"/>
              <a:t>24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49175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58C698-DA39-4FF4-8EE5-13A3FE00420C}" type="slidenum">
              <a:rPr lang="hu-HU" smtClean="0"/>
              <a:t>25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805750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58C698-DA39-4FF4-8EE5-13A3FE00420C}" type="slidenum">
              <a:rPr lang="hu-HU" smtClean="0"/>
              <a:t>26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38967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58C698-DA39-4FF4-8EE5-13A3FE00420C}" type="slidenum">
              <a:rPr lang="hu-HU" smtClean="0"/>
              <a:t>27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22653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08621" y="1883221"/>
            <a:ext cx="5754624" cy="18959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Please add title here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tIns="0" anchor="ctr" anchorCtr="0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fld id="{05D8BF05-6E52-43F2-8847-0E300505458C}" type="datetimeFigureOut">
              <a:rPr lang="hu-HU" smtClean="0"/>
              <a:t>2025. 09. 28.</a:t>
            </a:fld>
            <a:endParaRPr lang="hu-HU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708621" y="4066329"/>
            <a:ext cx="5754624" cy="41857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Please add subtitle here</a:t>
            </a:r>
          </a:p>
        </p:txBody>
      </p:sp>
      <p:pic>
        <p:nvPicPr>
          <p:cNvPr id="5" name="Picture Placeholder 6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11916" y="0"/>
            <a:ext cx="508000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111916" y="0"/>
            <a:ext cx="5080000" cy="6858000"/>
          </a:xfrm>
          <a:prstGeom prst="rect">
            <a:avLst/>
          </a:prstGeom>
          <a:solidFill>
            <a:srgbClr val="464547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2" tIns="60956" rIns="121912" bIns="60956" rtlCol="0" anchor="ctr"/>
          <a:lstStyle/>
          <a:p>
            <a:pPr algn="ctr"/>
            <a:endParaRPr lang="en-US" sz="240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/>
          <a:stretch/>
        </p:blipFill>
        <p:spPr>
          <a:xfrm rot="5400000">
            <a:off x="3689636" y="3075432"/>
            <a:ext cx="6858000" cy="70713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H="1" flipV="1">
            <a:off x="837173" y="681708"/>
            <a:ext cx="1188379" cy="421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490646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ith Custom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08621" y="1883221"/>
            <a:ext cx="5754624" cy="18959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Please add title here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08621" y="5125025"/>
            <a:ext cx="2593768" cy="532608"/>
          </a:xfrm>
        </p:spPr>
        <p:txBody>
          <a:bodyPr tIns="0" anchor="ctr" anchorCtr="0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fld id="{05D8BF05-6E52-43F2-8847-0E300505458C}" type="datetimeFigureOut">
              <a:rPr lang="hu-HU" smtClean="0"/>
              <a:t>2025. 09. 28.</a:t>
            </a:fld>
            <a:endParaRPr lang="hu-HU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708621" y="4066329"/>
            <a:ext cx="5754624" cy="41857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Please add subtitle here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7112000" y="0"/>
            <a:ext cx="5080000" cy="6858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baseline="0"/>
            </a:lvl1pPr>
          </a:lstStyle>
          <a:p>
            <a:r>
              <a:rPr lang="en-US"/>
              <a:t>Please add cover picture here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6765068" y="0"/>
            <a:ext cx="707136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/>
              <a:t>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H="1" flipV="1">
            <a:off x="837173" y="681708"/>
            <a:ext cx="1188379" cy="4213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81AF72-7AD6-334A-BFA2-32789379DA3D}"/>
              </a:ext>
            </a:extLst>
          </p:cNvPr>
          <p:cNvSpPr txBox="1"/>
          <p:nvPr/>
        </p:nvSpPr>
        <p:spPr>
          <a:xfrm>
            <a:off x="561867" y="6503131"/>
            <a:ext cx="3229583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33">
                <a:solidFill>
                  <a:schemeClr val="bg1"/>
                </a:solidFill>
                <a:latin typeface="+mj-lt"/>
              </a:rPr>
              <a:t>CONFIDENTIAL  |  </a:t>
            </a:r>
            <a:r>
              <a:rPr lang="en-US" sz="933" b="0" i="0" u="none" strike="noStrike" kern="1200" baseline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2021 EPAM Systems, Inc.</a:t>
            </a:r>
            <a:endParaRPr lang="en-US" sz="933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1009689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3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n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E38DE0-131E-E04E-BD2E-B00FD5B34CB6}"/>
              </a:ext>
            </a:extLst>
          </p:cNvPr>
          <p:cNvSpPr txBox="1"/>
          <p:nvPr/>
        </p:nvSpPr>
        <p:spPr>
          <a:xfrm>
            <a:off x="174378" y="6503131"/>
            <a:ext cx="3229583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33">
                <a:solidFill>
                  <a:schemeClr val="bg1"/>
                </a:solidFill>
                <a:latin typeface="+mj-lt"/>
              </a:rPr>
              <a:t>CONFIDENTIAL  |  </a:t>
            </a:r>
            <a:r>
              <a:rPr lang="en-US" sz="933" b="0" i="0" u="none" strike="noStrike" kern="1200" baseline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2021 EPAM Systems, Inc.</a:t>
            </a:r>
            <a:endParaRPr lang="en-US" sz="933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6614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reaker - EPAM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74606" y="2404304"/>
            <a:ext cx="7442791" cy="1626909"/>
          </a:xfrm>
          <a:ln w="6350">
            <a:solidFill>
              <a:schemeClr val="bg1"/>
            </a:solidFill>
          </a:ln>
        </p:spPr>
        <p:txBody>
          <a:bodyPr/>
          <a:lstStyle>
            <a:lvl1pPr algn="ctr">
              <a:lnSpc>
                <a:spcPct val="100000"/>
              </a:lnSpc>
              <a:spcBef>
                <a:spcPts val="507"/>
              </a:spcBef>
              <a:spcAft>
                <a:spcPts val="400"/>
              </a:spcAft>
              <a:defRPr sz="2133" b="1" spc="267" baseline="0">
                <a:latin typeface="+mn-lt"/>
              </a:defRPr>
            </a:lvl1pPr>
          </a:lstStyle>
          <a:p>
            <a:r>
              <a:rPr lang="en-US"/>
              <a:t>Please add BREAKER SLIDE TITLE HERE</a:t>
            </a:r>
            <a:br>
              <a:rPr lang="en-US"/>
            </a:br>
            <a:r>
              <a:rPr lang="en-US"/>
              <a:t>Please add SECOND LINE OF TITLE HERE</a:t>
            </a:r>
          </a:p>
        </p:txBody>
      </p:sp>
    </p:spTree>
    <p:extLst>
      <p:ext uri="{BB962C8B-B14F-4D97-AF65-F5344CB8AC3E}">
        <p14:creationId xmlns:p14="http://schemas.microsoft.com/office/powerpoint/2010/main" val="1664800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Please Add Slide Headline Here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476251" y="1896533"/>
            <a:ext cx="11239500" cy="4072467"/>
          </a:xfrm>
        </p:spPr>
        <p:txBody>
          <a:bodyPr/>
          <a:lstStyle>
            <a:lvl1pPr marL="228594" marR="0" indent="-228594" algn="l" defTabSz="1219170" rtl="0" eaLnBrk="1" fontAlgn="auto" latinLnBrk="0" hangingPunct="1">
              <a:lnSpc>
                <a:spcPts val="2133"/>
              </a:lnSpc>
              <a:spcBef>
                <a:spcPts val="352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  <a:br>
              <a:rPr lang="en-US"/>
            </a:br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r>
              <a:rPr lang="en-US"/>
              <a:t> </a:t>
            </a:r>
            <a:br>
              <a:rPr lang="en-US"/>
            </a:br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r>
              <a:rPr lang="en-US"/>
              <a:t> </a:t>
            </a:r>
            <a:br>
              <a:rPr lang="en-US"/>
            </a:br>
            <a:r>
              <a:rPr lang="en-US"/>
              <a:t>fames ac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</a:p>
          <a:p>
            <a:pPr marL="228594" marR="0" lvl="0" indent="-228594" algn="l" defTabSz="1219170" rtl="0" eaLnBrk="1" fontAlgn="auto" latinLnBrk="0" hangingPunct="1">
              <a:lnSpc>
                <a:spcPts val="2133"/>
              </a:lnSpc>
              <a:spcBef>
                <a:spcPts val="352"/>
              </a:spcBef>
              <a:spcAft>
                <a:spcPts val="400"/>
              </a:spcAft>
              <a:buClrTx/>
              <a:buSzTx/>
              <a:tabLst/>
              <a:defRPr/>
            </a:pPr>
            <a:r>
              <a:rPr lang="en-US" sz="1467">
                <a:latin typeface="+mj-lt"/>
              </a:rPr>
              <a:t>In </a:t>
            </a:r>
            <a:r>
              <a:rPr lang="en-US" sz="1467" err="1">
                <a:latin typeface="+mj-lt"/>
              </a:rPr>
              <a:t>egestas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orci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eu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lacinia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consectetur</a:t>
            </a:r>
            <a:r>
              <a:rPr lang="en-US" sz="1467">
                <a:latin typeface="+mj-lt"/>
              </a:rPr>
              <a:t>. In dolor ipsum, gravida et </a:t>
            </a:r>
            <a:r>
              <a:rPr lang="en-US" sz="1467" err="1">
                <a:latin typeface="+mj-lt"/>
              </a:rPr>
              <a:t>sagittis</a:t>
            </a:r>
            <a:r>
              <a:rPr lang="en-US" sz="1467">
                <a:latin typeface="+mj-lt"/>
              </a:rPr>
              <a:t> id, </a:t>
            </a:r>
            <a:r>
              <a:rPr lang="en-US" sz="1467" err="1">
                <a:latin typeface="+mj-lt"/>
              </a:rPr>
              <a:t>sollicitudin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ut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nisl</a:t>
            </a:r>
            <a:r>
              <a:rPr lang="en-US" sz="1467">
                <a:latin typeface="+mj-lt"/>
              </a:rPr>
              <a:t>. </a:t>
            </a:r>
            <a:r>
              <a:rPr lang="en-US" sz="1467" err="1">
                <a:latin typeface="+mj-lt"/>
              </a:rPr>
              <a:t>Praesent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bibendum</a:t>
            </a:r>
            <a:r>
              <a:rPr lang="en-US" sz="1467">
                <a:latin typeface="+mj-lt"/>
              </a:rPr>
              <a:t> tempus </a:t>
            </a:r>
            <a:r>
              <a:rPr lang="en-US" sz="1467" err="1">
                <a:latin typeface="+mj-lt"/>
              </a:rPr>
              <a:t>tellus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nec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hendrerit</a:t>
            </a:r>
            <a:r>
              <a:rPr lang="en-US" sz="1467">
                <a:latin typeface="+mj-lt"/>
              </a:rPr>
              <a:t>. Nam in </a:t>
            </a:r>
            <a:r>
              <a:rPr lang="en-US" sz="1467" err="1">
                <a:latin typeface="+mj-lt"/>
              </a:rPr>
              <a:t>tempor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metus</a:t>
            </a:r>
            <a:r>
              <a:rPr lang="en-US" sz="1467">
                <a:latin typeface="+mj-lt"/>
              </a:rPr>
              <a:t>, ac </a:t>
            </a:r>
            <a:r>
              <a:rPr lang="en-US" sz="1467" err="1">
                <a:latin typeface="+mj-lt"/>
              </a:rPr>
              <a:t>finibus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purus</a:t>
            </a:r>
            <a:r>
              <a:rPr lang="en-US" sz="1467">
                <a:latin typeface="+mj-lt"/>
              </a:rPr>
              <a:t>. </a:t>
            </a:r>
            <a:r>
              <a:rPr lang="en-US" sz="1467" err="1">
                <a:latin typeface="+mj-lt"/>
              </a:rPr>
              <a:t>Praesent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consequat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lectus</a:t>
            </a:r>
            <a:r>
              <a:rPr lang="en-US" sz="1467">
                <a:latin typeface="+mj-lt"/>
              </a:rPr>
              <a:t> sit </a:t>
            </a:r>
            <a:r>
              <a:rPr lang="en-US" sz="1467" err="1">
                <a:latin typeface="+mj-lt"/>
              </a:rPr>
              <a:t>amet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tortor</a:t>
            </a:r>
            <a:r>
              <a:rPr lang="en-US" sz="1467">
                <a:latin typeface="+mj-lt"/>
              </a:rPr>
              <a:t> pharetra, </a:t>
            </a:r>
            <a:r>
              <a:rPr lang="en-US" sz="1467" err="1">
                <a:latin typeface="+mj-lt"/>
              </a:rPr>
              <a:t>sed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venenatis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eros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lacinia</a:t>
            </a:r>
            <a:r>
              <a:rPr lang="en-US" sz="1467">
                <a:latin typeface="+mj-lt"/>
              </a:rPr>
              <a:t>. In </a:t>
            </a:r>
            <a:r>
              <a:rPr lang="en-US" sz="1467" err="1">
                <a:latin typeface="+mj-lt"/>
              </a:rPr>
              <a:t>sed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erat</a:t>
            </a:r>
            <a:r>
              <a:rPr lang="en-US" sz="1467">
                <a:latin typeface="+mj-lt"/>
              </a:rPr>
              <a:t> libero. </a:t>
            </a:r>
            <a:r>
              <a:rPr lang="en-US" sz="1467" err="1">
                <a:latin typeface="+mj-lt"/>
              </a:rPr>
              <a:t>Sed</a:t>
            </a:r>
            <a:r>
              <a:rPr lang="en-US" sz="1467">
                <a:latin typeface="+mj-lt"/>
              </a:rPr>
              <a:t> lorem </a:t>
            </a:r>
            <a:r>
              <a:rPr lang="en-US" sz="1467" err="1">
                <a:latin typeface="+mj-lt"/>
              </a:rPr>
              <a:t>neque</a:t>
            </a:r>
            <a:r>
              <a:rPr lang="en-US" sz="1467">
                <a:latin typeface="+mj-lt"/>
              </a:rPr>
              <a:t>, </a:t>
            </a:r>
            <a:r>
              <a:rPr lang="en-US" sz="1467" err="1">
                <a:latin typeface="+mj-lt"/>
              </a:rPr>
              <a:t>commodo</a:t>
            </a:r>
            <a:r>
              <a:rPr lang="en-US" sz="1467">
                <a:latin typeface="+mj-lt"/>
              </a:rPr>
              <a:t> vitae ex at, pharetra convallis </a:t>
            </a:r>
            <a:r>
              <a:rPr lang="en-US" sz="1467" err="1">
                <a:latin typeface="+mj-lt"/>
              </a:rPr>
              <a:t>nunc</a:t>
            </a:r>
            <a:r>
              <a:rPr lang="en-US" sz="1467">
                <a:latin typeface="+mj-lt"/>
              </a:rPr>
              <a:t>. In </a:t>
            </a:r>
            <a:r>
              <a:rPr lang="en-US" sz="1467" err="1">
                <a:latin typeface="+mj-lt"/>
              </a:rPr>
              <a:t>vehicula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mauris</a:t>
            </a:r>
            <a:r>
              <a:rPr lang="en-US" sz="1467">
                <a:latin typeface="+mj-lt"/>
              </a:rPr>
              <a:t> ligula. </a:t>
            </a:r>
            <a:r>
              <a:rPr lang="en-US" sz="1467" err="1">
                <a:latin typeface="+mj-lt"/>
              </a:rPr>
              <a:t>Suspendisse</a:t>
            </a:r>
            <a:r>
              <a:rPr lang="en-US" sz="1467">
                <a:latin typeface="+mj-lt"/>
              </a:rPr>
              <a:t> in </a:t>
            </a:r>
            <a:r>
              <a:rPr lang="en-US" sz="1467" err="1">
                <a:latin typeface="+mj-lt"/>
              </a:rPr>
              <a:t>tellus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congue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odio</a:t>
            </a:r>
            <a:r>
              <a:rPr lang="en-US" sz="1467">
                <a:latin typeface="+mj-lt"/>
              </a:rPr>
              <a:t> pharetra </a:t>
            </a:r>
            <a:r>
              <a:rPr lang="en-US" sz="1467" err="1">
                <a:latin typeface="+mj-lt"/>
              </a:rPr>
              <a:t>finibus</a:t>
            </a:r>
            <a:r>
              <a:rPr lang="en-US" sz="1467">
                <a:latin typeface="+mj-lt"/>
              </a:rPr>
              <a:t>. Nam </a:t>
            </a:r>
            <a:r>
              <a:rPr lang="en-US" sz="1467" err="1">
                <a:latin typeface="+mj-lt"/>
              </a:rPr>
              <a:t>vel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auctor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justo</a:t>
            </a:r>
            <a:r>
              <a:rPr lang="en-US" sz="1467">
                <a:latin typeface="+mj-lt"/>
              </a:rPr>
              <a:t>, vitae </a:t>
            </a:r>
            <a:r>
              <a:rPr lang="en-US" sz="1467" err="1">
                <a:latin typeface="+mj-lt"/>
              </a:rPr>
              <a:t>hendrerit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orci</a:t>
            </a:r>
            <a:r>
              <a:rPr lang="en-US" sz="1467">
                <a:latin typeface="+mj-lt"/>
              </a:rPr>
              <a:t>. </a:t>
            </a:r>
            <a:r>
              <a:rPr lang="en-US" sz="1467" err="1">
                <a:latin typeface="+mj-lt"/>
              </a:rPr>
              <a:t>Duis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nec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sapien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viverra</a:t>
            </a:r>
            <a:r>
              <a:rPr lang="en-US" sz="1467">
                <a:latin typeface="+mj-lt"/>
              </a:rPr>
              <a:t>, </a:t>
            </a:r>
            <a:r>
              <a:rPr lang="en-US" sz="1467" err="1">
                <a:latin typeface="+mj-lt"/>
              </a:rPr>
              <a:t>bibendum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tellus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eget</a:t>
            </a:r>
            <a:r>
              <a:rPr lang="en-US" sz="1467">
                <a:latin typeface="+mj-lt"/>
              </a:rPr>
              <a:t>, </a:t>
            </a:r>
            <a:r>
              <a:rPr lang="en-US" sz="1467" err="1">
                <a:latin typeface="+mj-lt"/>
              </a:rPr>
              <a:t>pellentesque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massa</a:t>
            </a:r>
            <a:r>
              <a:rPr lang="en-US" sz="1467">
                <a:latin typeface="+mj-lt"/>
              </a:rPr>
              <a:t>. </a:t>
            </a:r>
            <a:r>
              <a:rPr lang="en-US" sz="1467" err="1">
                <a:latin typeface="+mj-lt"/>
              </a:rPr>
              <a:t>Nulla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feugiat</a:t>
            </a:r>
            <a:r>
              <a:rPr lang="en-US" sz="1467">
                <a:latin typeface="+mj-lt"/>
              </a:rPr>
              <a:t>, </a:t>
            </a:r>
            <a:r>
              <a:rPr lang="en-US" sz="1467" err="1">
                <a:latin typeface="+mj-lt"/>
              </a:rPr>
              <a:t>turpis</a:t>
            </a:r>
            <a:r>
              <a:rPr lang="en-US" sz="1467">
                <a:latin typeface="+mj-lt"/>
              </a:rPr>
              <a:t> et </a:t>
            </a:r>
            <a:r>
              <a:rPr lang="en-US" sz="1467" err="1">
                <a:latin typeface="+mj-lt"/>
              </a:rPr>
              <a:t>posuere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viverra</a:t>
            </a:r>
            <a:r>
              <a:rPr lang="en-US" sz="1467">
                <a:latin typeface="+mj-lt"/>
              </a:rPr>
              <a:t>, ipsum </a:t>
            </a:r>
            <a:r>
              <a:rPr lang="en-US" sz="1467" err="1">
                <a:latin typeface="+mj-lt"/>
              </a:rPr>
              <a:t>sem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tincidunt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est</a:t>
            </a:r>
            <a:r>
              <a:rPr lang="en-US" sz="1467">
                <a:latin typeface="+mj-lt"/>
              </a:rPr>
              <a:t>, </a:t>
            </a:r>
            <a:r>
              <a:rPr lang="en-US" sz="1467" err="1">
                <a:latin typeface="+mj-lt"/>
              </a:rPr>
              <a:t>finibus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tempor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nibh</a:t>
            </a:r>
            <a:r>
              <a:rPr lang="en-US" sz="1467">
                <a:latin typeface="+mj-lt"/>
              </a:rPr>
              <a:t> ante semper diam. </a:t>
            </a:r>
            <a:r>
              <a:rPr lang="en-US" sz="1467" err="1">
                <a:latin typeface="+mj-lt"/>
              </a:rPr>
              <a:t>Nullam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quis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euismod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neque</a:t>
            </a:r>
            <a:r>
              <a:rPr lang="en-US" sz="1467">
                <a:latin typeface="+mj-lt"/>
              </a:rPr>
              <a:t>, </a:t>
            </a:r>
            <a:r>
              <a:rPr lang="en-US" sz="1467" err="1">
                <a:latin typeface="+mj-lt"/>
              </a:rPr>
              <a:t>nec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facilisis</a:t>
            </a:r>
            <a:r>
              <a:rPr lang="en-US" sz="1467">
                <a:latin typeface="+mj-lt"/>
              </a:rPr>
              <a:t> sem. </a:t>
            </a:r>
            <a:r>
              <a:rPr lang="en-US" sz="1467" err="1">
                <a:latin typeface="+mj-lt"/>
              </a:rPr>
              <a:t>Morbi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egestas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iaculis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dignissim</a:t>
            </a:r>
            <a:r>
              <a:rPr lang="en-US" sz="1467">
                <a:latin typeface="+mj-lt"/>
              </a:rPr>
              <a:t>. In </a:t>
            </a:r>
            <a:r>
              <a:rPr lang="en-US" sz="1467" err="1">
                <a:latin typeface="+mj-lt"/>
              </a:rPr>
              <a:t>accumsan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tortor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elit</a:t>
            </a:r>
            <a:r>
              <a:rPr lang="en-US" sz="1467">
                <a:latin typeface="+mj-lt"/>
              </a:rPr>
              <a:t>, non </a:t>
            </a:r>
            <a:r>
              <a:rPr lang="en-US" sz="1467" err="1">
                <a:latin typeface="+mj-lt"/>
              </a:rPr>
              <a:t>euismod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eros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accumsan</a:t>
            </a:r>
            <a:r>
              <a:rPr lang="en-US" sz="1467">
                <a:latin typeface="+mj-lt"/>
              </a:rPr>
              <a:t> ac. </a:t>
            </a:r>
            <a:r>
              <a:rPr lang="en-US" sz="1467" err="1">
                <a:latin typeface="+mj-lt"/>
              </a:rPr>
              <a:t>Sed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ultrices</a:t>
            </a:r>
            <a:r>
              <a:rPr lang="en-US" sz="1467">
                <a:latin typeface="+mj-lt"/>
              </a:rPr>
              <a:t> mi lorem, </a:t>
            </a:r>
            <a:r>
              <a:rPr lang="en-US" sz="1467" err="1">
                <a:latin typeface="+mj-lt"/>
              </a:rPr>
              <a:t>ut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dignissim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nibh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facilisis</a:t>
            </a:r>
            <a:r>
              <a:rPr lang="en-US" sz="1467">
                <a:latin typeface="+mj-lt"/>
              </a:rPr>
              <a:t> vel.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476251" y="1439333"/>
            <a:ext cx="11239500" cy="457200"/>
          </a:xfrm>
        </p:spPr>
        <p:txBody>
          <a:bodyPr wrap="none" bIns="0">
            <a:noAutofit/>
          </a:bodyPr>
          <a:lstStyle>
            <a:lvl1pPr marL="0" indent="0">
              <a:spcBef>
                <a:spcPts val="384"/>
              </a:spcBef>
              <a:buNone/>
              <a:defRPr sz="1600" b="1" i="0" cap="all" spc="267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Highlight goes here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392546" y="955249"/>
            <a:ext cx="11406909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884588" y="6435519"/>
            <a:ext cx="1831163" cy="422483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1067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88AC40B2-E93B-4CAC-BC16-F19232392E1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46060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08621" y="1883221"/>
            <a:ext cx="5754624" cy="18959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Please add title here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tIns="0" anchor="ctr" anchorCtr="0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pPr defTabSz="914377"/>
            <a:r>
              <a:rPr lang="en-US" smtClean="0">
                <a:solidFill>
                  <a:srgbClr val="FFFFFF"/>
                </a:solidFill>
              </a:rPr>
              <a:t>DATE OR VENUE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708621" y="4066329"/>
            <a:ext cx="5754624" cy="41857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Please add subtitle here</a:t>
            </a:r>
          </a:p>
        </p:txBody>
      </p:sp>
      <p:pic>
        <p:nvPicPr>
          <p:cNvPr id="5" name="Picture Placeholder 6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11916" y="0"/>
            <a:ext cx="508000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111916" y="0"/>
            <a:ext cx="5080000" cy="6858000"/>
          </a:xfrm>
          <a:prstGeom prst="rect">
            <a:avLst/>
          </a:prstGeom>
          <a:solidFill>
            <a:srgbClr val="464547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2" tIns="60956" rIns="121912" bIns="60956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/>
          <a:stretch/>
        </p:blipFill>
        <p:spPr>
          <a:xfrm rot="5400000">
            <a:off x="3689636" y="3075432"/>
            <a:ext cx="6858000" cy="70713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H="1" flipV="1">
            <a:off x="837173" y="681708"/>
            <a:ext cx="1188379" cy="421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2648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ith Custom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08621" y="1883221"/>
            <a:ext cx="5754624" cy="18959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Please add title here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08621" y="5125025"/>
            <a:ext cx="2593768" cy="532608"/>
          </a:xfrm>
        </p:spPr>
        <p:txBody>
          <a:bodyPr tIns="0" anchor="ctr" anchorCtr="0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pPr defTabSz="914377"/>
            <a:r>
              <a:rPr lang="en-US" smtClean="0">
                <a:solidFill>
                  <a:srgbClr val="FFFFFF"/>
                </a:solidFill>
              </a:rPr>
              <a:t>DATE OR VENUE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708621" y="4066329"/>
            <a:ext cx="5754624" cy="41857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Please add subtitle here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7112000" y="0"/>
            <a:ext cx="5080000" cy="6858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baseline="0"/>
            </a:lvl1pPr>
          </a:lstStyle>
          <a:p>
            <a:r>
              <a:rPr lang="en-US"/>
              <a:t>Please add cover picture here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6765068" y="0"/>
            <a:ext cx="707136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/>
              <a:t>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H="1" flipV="1">
            <a:off x="837173" y="681708"/>
            <a:ext cx="1188379" cy="4213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81AF72-7AD6-334A-BFA2-32789379DA3D}"/>
              </a:ext>
            </a:extLst>
          </p:cNvPr>
          <p:cNvSpPr txBox="1"/>
          <p:nvPr/>
        </p:nvSpPr>
        <p:spPr>
          <a:xfrm>
            <a:off x="561867" y="6503131"/>
            <a:ext cx="3229583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CONFIDENTIAL  |  © 2021 EPAM Systems, Inc.</a:t>
            </a:r>
            <a:endParaRPr kumimoji="0" lang="en-US" sz="933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3149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n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E38DE0-131E-E04E-BD2E-B00FD5B34CB6}"/>
              </a:ext>
            </a:extLst>
          </p:cNvPr>
          <p:cNvSpPr txBox="1"/>
          <p:nvPr/>
        </p:nvSpPr>
        <p:spPr>
          <a:xfrm>
            <a:off x="174378" y="6503131"/>
            <a:ext cx="3229583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CONFIDENTIAL  |  © 2021 EPAM Systems, Inc.</a:t>
            </a:r>
            <a:endParaRPr kumimoji="0" lang="en-US" sz="933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9925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reaker - EPAM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74606" y="2404304"/>
            <a:ext cx="7442791" cy="1626909"/>
          </a:xfrm>
          <a:ln w="6350">
            <a:solidFill>
              <a:schemeClr val="bg1"/>
            </a:solidFill>
          </a:ln>
        </p:spPr>
        <p:txBody>
          <a:bodyPr/>
          <a:lstStyle>
            <a:lvl1pPr algn="ctr">
              <a:lnSpc>
                <a:spcPct val="100000"/>
              </a:lnSpc>
              <a:spcBef>
                <a:spcPts val="507"/>
              </a:spcBef>
              <a:spcAft>
                <a:spcPts val="400"/>
              </a:spcAft>
              <a:defRPr sz="2133" b="1" spc="267" baseline="0">
                <a:latin typeface="+mn-lt"/>
              </a:defRPr>
            </a:lvl1pPr>
          </a:lstStyle>
          <a:p>
            <a:r>
              <a:rPr lang="en-US"/>
              <a:t>Please add BREAKER SLIDE TITLE HERE</a:t>
            </a:r>
            <a:br>
              <a:rPr lang="en-US"/>
            </a:br>
            <a:r>
              <a:rPr lang="en-US"/>
              <a:t>Please add SECOND LINE OF TITLE HERE</a:t>
            </a:r>
          </a:p>
        </p:txBody>
      </p:sp>
    </p:spTree>
    <p:extLst>
      <p:ext uri="{BB962C8B-B14F-4D97-AF65-F5344CB8AC3E}">
        <p14:creationId xmlns:p14="http://schemas.microsoft.com/office/powerpoint/2010/main" val="4108352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Please Add Slide Headline Here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476251" y="1896533"/>
            <a:ext cx="11239500" cy="4072467"/>
          </a:xfrm>
        </p:spPr>
        <p:txBody>
          <a:bodyPr/>
          <a:lstStyle>
            <a:lvl1pPr marL="228594" marR="0" indent="-228594" algn="l" defTabSz="1219170" rtl="0" eaLnBrk="1" fontAlgn="auto" latinLnBrk="0" hangingPunct="1">
              <a:lnSpc>
                <a:spcPts val="2133"/>
              </a:lnSpc>
              <a:spcBef>
                <a:spcPts val="352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  <a:br>
              <a:rPr lang="en-US"/>
            </a:br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r>
              <a:rPr lang="en-US"/>
              <a:t> </a:t>
            </a:r>
            <a:br>
              <a:rPr lang="en-US"/>
            </a:br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r>
              <a:rPr lang="en-US"/>
              <a:t> </a:t>
            </a:r>
            <a:br>
              <a:rPr lang="en-US"/>
            </a:br>
            <a:r>
              <a:rPr lang="en-US"/>
              <a:t>fames ac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</a:p>
          <a:p>
            <a:pPr marL="228594" marR="0" lvl="0" indent="-228594" algn="l" defTabSz="1219170" rtl="0" eaLnBrk="1" fontAlgn="auto" latinLnBrk="0" hangingPunct="1">
              <a:lnSpc>
                <a:spcPts val="2133"/>
              </a:lnSpc>
              <a:spcBef>
                <a:spcPts val="352"/>
              </a:spcBef>
              <a:spcAft>
                <a:spcPts val="400"/>
              </a:spcAft>
              <a:buClrTx/>
              <a:buSzTx/>
              <a:tabLst/>
              <a:defRPr/>
            </a:pPr>
            <a:r>
              <a:rPr lang="en-US" sz="1467">
                <a:latin typeface="+mj-lt"/>
              </a:rPr>
              <a:t>In </a:t>
            </a:r>
            <a:r>
              <a:rPr lang="en-US" sz="1467" err="1">
                <a:latin typeface="+mj-lt"/>
              </a:rPr>
              <a:t>egestas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orci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eu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lacinia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consectetur</a:t>
            </a:r>
            <a:r>
              <a:rPr lang="en-US" sz="1467">
                <a:latin typeface="+mj-lt"/>
              </a:rPr>
              <a:t>. In dolor ipsum, gravida et </a:t>
            </a:r>
            <a:r>
              <a:rPr lang="en-US" sz="1467" err="1">
                <a:latin typeface="+mj-lt"/>
              </a:rPr>
              <a:t>sagittis</a:t>
            </a:r>
            <a:r>
              <a:rPr lang="en-US" sz="1467">
                <a:latin typeface="+mj-lt"/>
              </a:rPr>
              <a:t> id, </a:t>
            </a:r>
            <a:r>
              <a:rPr lang="en-US" sz="1467" err="1">
                <a:latin typeface="+mj-lt"/>
              </a:rPr>
              <a:t>sollicitudin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ut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nisl</a:t>
            </a:r>
            <a:r>
              <a:rPr lang="en-US" sz="1467">
                <a:latin typeface="+mj-lt"/>
              </a:rPr>
              <a:t>. </a:t>
            </a:r>
            <a:r>
              <a:rPr lang="en-US" sz="1467" err="1">
                <a:latin typeface="+mj-lt"/>
              </a:rPr>
              <a:t>Praesent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bibendum</a:t>
            </a:r>
            <a:r>
              <a:rPr lang="en-US" sz="1467">
                <a:latin typeface="+mj-lt"/>
              </a:rPr>
              <a:t> tempus </a:t>
            </a:r>
            <a:r>
              <a:rPr lang="en-US" sz="1467" err="1">
                <a:latin typeface="+mj-lt"/>
              </a:rPr>
              <a:t>tellus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nec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hendrerit</a:t>
            </a:r>
            <a:r>
              <a:rPr lang="en-US" sz="1467">
                <a:latin typeface="+mj-lt"/>
              </a:rPr>
              <a:t>. Nam in </a:t>
            </a:r>
            <a:r>
              <a:rPr lang="en-US" sz="1467" err="1">
                <a:latin typeface="+mj-lt"/>
              </a:rPr>
              <a:t>tempor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metus</a:t>
            </a:r>
            <a:r>
              <a:rPr lang="en-US" sz="1467">
                <a:latin typeface="+mj-lt"/>
              </a:rPr>
              <a:t>, ac </a:t>
            </a:r>
            <a:r>
              <a:rPr lang="en-US" sz="1467" err="1">
                <a:latin typeface="+mj-lt"/>
              </a:rPr>
              <a:t>finibus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purus</a:t>
            </a:r>
            <a:r>
              <a:rPr lang="en-US" sz="1467">
                <a:latin typeface="+mj-lt"/>
              </a:rPr>
              <a:t>. </a:t>
            </a:r>
            <a:r>
              <a:rPr lang="en-US" sz="1467" err="1">
                <a:latin typeface="+mj-lt"/>
              </a:rPr>
              <a:t>Praesent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consequat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lectus</a:t>
            </a:r>
            <a:r>
              <a:rPr lang="en-US" sz="1467">
                <a:latin typeface="+mj-lt"/>
              </a:rPr>
              <a:t> sit </a:t>
            </a:r>
            <a:r>
              <a:rPr lang="en-US" sz="1467" err="1">
                <a:latin typeface="+mj-lt"/>
              </a:rPr>
              <a:t>amet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tortor</a:t>
            </a:r>
            <a:r>
              <a:rPr lang="en-US" sz="1467">
                <a:latin typeface="+mj-lt"/>
              </a:rPr>
              <a:t> pharetra, </a:t>
            </a:r>
            <a:r>
              <a:rPr lang="en-US" sz="1467" err="1">
                <a:latin typeface="+mj-lt"/>
              </a:rPr>
              <a:t>sed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venenatis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eros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lacinia</a:t>
            </a:r>
            <a:r>
              <a:rPr lang="en-US" sz="1467">
                <a:latin typeface="+mj-lt"/>
              </a:rPr>
              <a:t>. In </a:t>
            </a:r>
            <a:r>
              <a:rPr lang="en-US" sz="1467" err="1">
                <a:latin typeface="+mj-lt"/>
              </a:rPr>
              <a:t>sed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erat</a:t>
            </a:r>
            <a:r>
              <a:rPr lang="en-US" sz="1467">
                <a:latin typeface="+mj-lt"/>
              </a:rPr>
              <a:t> libero. </a:t>
            </a:r>
            <a:r>
              <a:rPr lang="en-US" sz="1467" err="1">
                <a:latin typeface="+mj-lt"/>
              </a:rPr>
              <a:t>Sed</a:t>
            </a:r>
            <a:r>
              <a:rPr lang="en-US" sz="1467">
                <a:latin typeface="+mj-lt"/>
              </a:rPr>
              <a:t> lorem </a:t>
            </a:r>
            <a:r>
              <a:rPr lang="en-US" sz="1467" err="1">
                <a:latin typeface="+mj-lt"/>
              </a:rPr>
              <a:t>neque</a:t>
            </a:r>
            <a:r>
              <a:rPr lang="en-US" sz="1467">
                <a:latin typeface="+mj-lt"/>
              </a:rPr>
              <a:t>, </a:t>
            </a:r>
            <a:r>
              <a:rPr lang="en-US" sz="1467" err="1">
                <a:latin typeface="+mj-lt"/>
              </a:rPr>
              <a:t>commodo</a:t>
            </a:r>
            <a:r>
              <a:rPr lang="en-US" sz="1467">
                <a:latin typeface="+mj-lt"/>
              </a:rPr>
              <a:t> vitae ex at, pharetra convallis </a:t>
            </a:r>
            <a:r>
              <a:rPr lang="en-US" sz="1467" err="1">
                <a:latin typeface="+mj-lt"/>
              </a:rPr>
              <a:t>nunc</a:t>
            </a:r>
            <a:r>
              <a:rPr lang="en-US" sz="1467">
                <a:latin typeface="+mj-lt"/>
              </a:rPr>
              <a:t>. In </a:t>
            </a:r>
            <a:r>
              <a:rPr lang="en-US" sz="1467" err="1">
                <a:latin typeface="+mj-lt"/>
              </a:rPr>
              <a:t>vehicula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mauris</a:t>
            </a:r>
            <a:r>
              <a:rPr lang="en-US" sz="1467">
                <a:latin typeface="+mj-lt"/>
              </a:rPr>
              <a:t> ligula. </a:t>
            </a:r>
            <a:r>
              <a:rPr lang="en-US" sz="1467" err="1">
                <a:latin typeface="+mj-lt"/>
              </a:rPr>
              <a:t>Suspendisse</a:t>
            </a:r>
            <a:r>
              <a:rPr lang="en-US" sz="1467">
                <a:latin typeface="+mj-lt"/>
              </a:rPr>
              <a:t> in </a:t>
            </a:r>
            <a:r>
              <a:rPr lang="en-US" sz="1467" err="1">
                <a:latin typeface="+mj-lt"/>
              </a:rPr>
              <a:t>tellus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congue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odio</a:t>
            </a:r>
            <a:r>
              <a:rPr lang="en-US" sz="1467">
                <a:latin typeface="+mj-lt"/>
              </a:rPr>
              <a:t> pharetra </a:t>
            </a:r>
            <a:r>
              <a:rPr lang="en-US" sz="1467" err="1">
                <a:latin typeface="+mj-lt"/>
              </a:rPr>
              <a:t>finibus</a:t>
            </a:r>
            <a:r>
              <a:rPr lang="en-US" sz="1467">
                <a:latin typeface="+mj-lt"/>
              </a:rPr>
              <a:t>. Nam </a:t>
            </a:r>
            <a:r>
              <a:rPr lang="en-US" sz="1467" err="1">
                <a:latin typeface="+mj-lt"/>
              </a:rPr>
              <a:t>vel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auctor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justo</a:t>
            </a:r>
            <a:r>
              <a:rPr lang="en-US" sz="1467">
                <a:latin typeface="+mj-lt"/>
              </a:rPr>
              <a:t>, vitae </a:t>
            </a:r>
            <a:r>
              <a:rPr lang="en-US" sz="1467" err="1">
                <a:latin typeface="+mj-lt"/>
              </a:rPr>
              <a:t>hendrerit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orci</a:t>
            </a:r>
            <a:r>
              <a:rPr lang="en-US" sz="1467">
                <a:latin typeface="+mj-lt"/>
              </a:rPr>
              <a:t>. </a:t>
            </a:r>
            <a:r>
              <a:rPr lang="en-US" sz="1467" err="1">
                <a:latin typeface="+mj-lt"/>
              </a:rPr>
              <a:t>Duis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nec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sapien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viverra</a:t>
            </a:r>
            <a:r>
              <a:rPr lang="en-US" sz="1467">
                <a:latin typeface="+mj-lt"/>
              </a:rPr>
              <a:t>, </a:t>
            </a:r>
            <a:r>
              <a:rPr lang="en-US" sz="1467" err="1">
                <a:latin typeface="+mj-lt"/>
              </a:rPr>
              <a:t>bibendum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tellus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eget</a:t>
            </a:r>
            <a:r>
              <a:rPr lang="en-US" sz="1467">
                <a:latin typeface="+mj-lt"/>
              </a:rPr>
              <a:t>, </a:t>
            </a:r>
            <a:r>
              <a:rPr lang="en-US" sz="1467" err="1">
                <a:latin typeface="+mj-lt"/>
              </a:rPr>
              <a:t>pellentesque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massa</a:t>
            </a:r>
            <a:r>
              <a:rPr lang="en-US" sz="1467">
                <a:latin typeface="+mj-lt"/>
              </a:rPr>
              <a:t>. </a:t>
            </a:r>
            <a:r>
              <a:rPr lang="en-US" sz="1467" err="1">
                <a:latin typeface="+mj-lt"/>
              </a:rPr>
              <a:t>Nulla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feugiat</a:t>
            </a:r>
            <a:r>
              <a:rPr lang="en-US" sz="1467">
                <a:latin typeface="+mj-lt"/>
              </a:rPr>
              <a:t>, </a:t>
            </a:r>
            <a:r>
              <a:rPr lang="en-US" sz="1467" err="1">
                <a:latin typeface="+mj-lt"/>
              </a:rPr>
              <a:t>turpis</a:t>
            </a:r>
            <a:r>
              <a:rPr lang="en-US" sz="1467">
                <a:latin typeface="+mj-lt"/>
              </a:rPr>
              <a:t> et </a:t>
            </a:r>
            <a:r>
              <a:rPr lang="en-US" sz="1467" err="1">
                <a:latin typeface="+mj-lt"/>
              </a:rPr>
              <a:t>posuere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viverra</a:t>
            </a:r>
            <a:r>
              <a:rPr lang="en-US" sz="1467">
                <a:latin typeface="+mj-lt"/>
              </a:rPr>
              <a:t>, ipsum </a:t>
            </a:r>
            <a:r>
              <a:rPr lang="en-US" sz="1467" err="1">
                <a:latin typeface="+mj-lt"/>
              </a:rPr>
              <a:t>sem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tincidunt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est</a:t>
            </a:r>
            <a:r>
              <a:rPr lang="en-US" sz="1467">
                <a:latin typeface="+mj-lt"/>
              </a:rPr>
              <a:t>, </a:t>
            </a:r>
            <a:r>
              <a:rPr lang="en-US" sz="1467" err="1">
                <a:latin typeface="+mj-lt"/>
              </a:rPr>
              <a:t>finibus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tempor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nibh</a:t>
            </a:r>
            <a:r>
              <a:rPr lang="en-US" sz="1467">
                <a:latin typeface="+mj-lt"/>
              </a:rPr>
              <a:t> ante semper diam. </a:t>
            </a:r>
            <a:r>
              <a:rPr lang="en-US" sz="1467" err="1">
                <a:latin typeface="+mj-lt"/>
              </a:rPr>
              <a:t>Nullam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quis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euismod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neque</a:t>
            </a:r>
            <a:r>
              <a:rPr lang="en-US" sz="1467">
                <a:latin typeface="+mj-lt"/>
              </a:rPr>
              <a:t>, </a:t>
            </a:r>
            <a:r>
              <a:rPr lang="en-US" sz="1467" err="1">
                <a:latin typeface="+mj-lt"/>
              </a:rPr>
              <a:t>nec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facilisis</a:t>
            </a:r>
            <a:r>
              <a:rPr lang="en-US" sz="1467">
                <a:latin typeface="+mj-lt"/>
              </a:rPr>
              <a:t> sem. </a:t>
            </a:r>
            <a:r>
              <a:rPr lang="en-US" sz="1467" err="1">
                <a:latin typeface="+mj-lt"/>
              </a:rPr>
              <a:t>Morbi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egestas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iaculis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dignissim</a:t>
            </a:r>
            <a:r>
              <a:rPr lang="en-US" sz="1467">
                <a:latin typeface="+mj-lt"/>
              </a:rPr>
              <a:t>. In </a:t>
            </a:r>
            <a:r>
              <a:rPr lang="en-US" sz="1467" err="1">
                <a:latin typeface="+mj-lt"/>
              </a:rPr>
              <a:t>accumsan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tortor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elit</a:t>
            </a:r>
            <a:r>
              <a:rPr lang="en-US" sz="1467">
                <a:latin typeface="+mj-lt"/>
              </a:rPr>
              <a:t>, non </a:t>
            </a:r>
            <a:r>
              <a:rPr lang="en-US" sz="1467" err="1">
                <a:latin typeface="+mj-lt"/>
              </a:rPr>
              <a:t>euismod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eros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accumsan</a:t>
            </a:r>
            <a:r>
              <a:rPr lang="en-US" sz="1467">
                <a:latin typeface="+mj-lt"/>
              </a:rPr>
              <a:t> ac. </a:t>
            </a:r>
            <a:r>
              <a:rPr lang="en-US" sz="1467" err="1">
                <a:latin typeface="+mj-lt"/>
              </a:rPr>
              <a:t>Sed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ultrices</a:t>
            </a:r>
            <a:r>
              <a:rPr lang="en-US" sz="1467">
                <a:latin typeface="+mj-lt"/>
              </a:rPr>
              <a:t> mi lorem, </a:t>
            </a:r>
            <a:r>
              <a:rPr lang="en-US" sz="1467" err="1">
                <a:latin typeface="+mj-lt"/>
              </a:rPr>
              <a:t>ut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dignissim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nibh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facilisis</a:t>
            </a:r>
            <a:r>
              <a:rPr lang="en-US" sz="1467">
                <a:latin typeface="+mj-lt"/>
              </a:rPr>
              <a:t> vel.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476251" y="1439333"/>
            <a:ext cx="11239500" cy="457200"/>
          </a:xfrm>
        </p:spPr>
        <p:txBody>
          <a:bodyPr wrap="none" bIns="0">
            <a:noAutofit/>
          </a:bodyPr>
          <a:lstStyle>
            <a:lvl1pPr marL="0" indent="0">
              <a:spcBef>
                <a:spcPts val="384"/>
              </a:spcBef>
              <a:buNone/>
              <a:defRPr sz="1600" b="1" i="0" cap="all" spc="267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Highlight goes here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392546" y="955249"/>
            <a:ext cx="11406909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884588" y="6435519"/>
            <a:ext cx="1831163" cy="422483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1067" b="1" i="0">
                <a:solidFill>
                  <a:srgbClr val="FEFEFE"/>
                </a:solidFill>
                <a:latin typeface="+mj-lt"/>
              </a:defRPr>
            </a:lvl1pPr>
          </a:lstStyle>
          <a:p>
            <a:pPr defTabSz="914377"/>
            <a:fld id="{3A707DD9-E92B-45E8-BE0A-E6B2EDF345EB}" type="slidenum">
              <a:rPr lang="en-US" smtClean="0"/>
              <a:pPr defTabSz="914377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152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08621" y="1883221"/>
            <a:ext cx="5754624" cy="18959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Please add title here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tIns="0" anchor="ctr" anchorCtr="0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pPr defTabSz="914377"/>
            <a:r>
              <a:rPr lang="en-US" smtClean="0">
                <a:solidFill>
                  <a:srgbClr val="FFFFFF"/>
                </a:solidFill>
              </a:rPr>
              <a:t>DATE OR VENUE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708621" y="4066329"/>
            <a:ext cx="5754624" cy="41857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Please add subtitle here</a:t>
            </a:r>
          </a:p>
        </p:txBody>
      </p:sp>
      <p:pic>
        <p:nvPicPr>
          <p:cNvPr id="5" name="Picture Placeholder 6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11916" y="0"/>
            <a:ext cx="508000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111916" y="0"/>
            <a:ext cx="5080000" cy="6858000"/>
          </a:xfrm>
          <a:prstGeom prst="rect">
            <a:avLst/>
          </a:prstGeom>
          <a:solidFill>
            <a:srgbClr val="464547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2" tIns="60956" rIns="121912" bIns="60956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/>
          <a:stretch/>
        </p:blipFill>
        <p:spPr>
          <a:xfrm rot="5400000">
            <a:off x="3689636" y="3075432"/>
            <a:ext cx="6858000" cy="70713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H="1" flipV="1">
            <a:off x="837173" y="681708"/>
            <a:ext cx="1188379" cy="421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8882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ith Custom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08621" y="1883221"/>
            <a:ext cx="5754624" cy="18959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Please add title here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08621" y="5125025"/>
            <a:ext cx="2593768" cy="532608"/>
          </a:xfrm>
        </p:spPr>
        <p:txBody>
          <a:bodyPr tIns="0" anchor="ctr" anchorCtr="0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pPr defTabSz="914377"/>
            <a:r>
              <a:rPr lang="en-US" smtClean="0">
                <a:solidFill>
                  <a:srgbClr val="FFFFFF"/>
                </a:solidFill>
              </a:rPr>
              <a:t>DATE OR VENUE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708621" y="4066329"/>
            <a:ext cx="5754624" cy="41857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Please add subtitle here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7112000" y="0"/>
            <a:ext cx="5080000" cy="6858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baseline="0"/>
            </a:lvl1pPr>
          </a:lstStyle>
          <a:p>
            <a:r>
              <a:rPr lang="en-US"/>
              <a:t>Please add cover picture here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6765068" y="0"/>
            <a:ext cx="707136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/>
              <a:t>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H="1" flipV="1">
            <a:off x="837173" y="681708"/>
            <a:ext cx="1188379" cy="4213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81AF72-7AD6-334A-BFA2-32789379DA3D}"/>
              </a:ext>
            </a:extLst>
          </p:cNvPr>
          <p:cNvSpPr txBox="1"/>
          <p:nvPr/>
        </p:nvSpPr>
        <p:spPr>
          <a:xfrm>
            <a:off x="561867" y="6503131"/>
            <a:ext cx="3229583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CONFIDENTIAL  |  © 2021 EPAM Systems, Inc.</a:t>
            </a:r>
            <a:endParaRPr kumimoji="0" lang="en-US" sz="933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9768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n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E38DE0-131E-E04E-BD2E-B00FD5B34CB6}"/>
              </a:ext>
            </a:extLst>
          </p:cNvPr>
          <p:cNvSpPr txBox="1"/>
          <p:nvPr/>
        </p:nvSpPr>
        <p:spPr>
          <a:xfrm>
            <a:off x="174378" y="6503131"/>
            <a:ext cx="3229583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CONFIDENTIAL  |  © 2021 EPAM Systems, Inc.</a:t>
            </a:r>
            <a:endParaRPr kumimoji="0" lang="en-US" sz="933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12295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reaker - EPAM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74606" y="2404304"/>
            <a:ext cx="7442791" cy="1626909"/>
          </a:xfrm>
          <a:ln w="6350">
            <a:solidFill>
              <a:schemeClr val="bg1"/>
            </a:solidFill>
          </a:ln>
        </p:spPr>
        <p:txBody>
          <a:bodyPr/>
          <a:lstStyle>
            <a:lvl1pPr algn="ctr">
              <a:lnSpc>
                <a:spcPct val="100000"/>
              </a:lnSpc>
              <a:spcBef>
                <a:spcPts val="507"/>
              </a:spcBef>
              <a:spcAft>
                <a:spcPts val="400"/>
              </a:spcAft>
              <a:defRPr sz="2133" b="1" spc="267" baseline="0">
                <a:latin typeface="+mn-lt"/>
              </a:defRPr>
            </a:lvl1pPr>
          </a:lstStyle>
          <a:p>
            <a:r>
              <a:rPr lang="en-US"/>
              <a:t>Please add BREAKER SLIDE TITLE HERE</a:t>
            </a:r>
            <a:br>
              <a:rPr lang="en-US"/>
            </a:br>
            <a:r>
              <a:rPr lang="en-US"/>
              <a:t>Please add SECOND LINE OF TITLE HERE</a:t>
            </a:r>
          </a:p>
        </p:txBody>
      </p:sp>
    </p:spTree>
    <p:extLst>
      <p:ext uri="{BB962C8B-B14F-4D97-AF65-F5344CB8AC3E}">
        <p14:creationId xmlns:p14="http://schemas.microsoft.com/office/powerpoint/2010/main" val="17598843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Please Add Slide Headline Here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476251" y="1896533"/>
            <a:ext cx="11239500" cy="4072467"/>
          </a:xfrm>
        </p:spPr>
        <p:txBody>
          <a:bodyPr/>
          <a:lstStyle>
            <a:lvl1pPr marL="228594" marR="0" indent="-228594" algn="l" defTabSz="1219170" rtl="0" eaLnBrk="1" fontAlgn="auto" latinLnBrk="0" hangingPunct="1">
              <a:lnSpc>
                <a:spcPts val="2133"/>
              </a:lnSpc>
              <a:spcBef>
                <a:spcPts val="352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  <a:br>
              <a:rPr lang="en-US"/>
            </a:br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r>
              <a:rPr lang="en-US"/>
              <a:t> </a:t>
            </a:r>
            <a:br>
              <a:rPr lang="en-US"/>
            </a:br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r>
              <a:rPr lang="en-US"/>
              <a:t> </a:t>
            </a:r>
            <a:br>
              <a:rPr lang="en-US"/>
            </a:br>
            <a:r>
              <a:rPr lang="en-US"/>
              <a:t>fames ac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</a:p>
          <a:p>
            <a:pPr marL="228594" marR="0" lvl="0" indent="-228594" algn="l" defTabSz="1219170" rtl="0" eaLnBrk="1" fontAlgn="auto" latinLnBrk="0" hangingPunct="1">
              <a:lnSpc>
                <a:spcPts val="2133"/>
              </a:lnSpc>
              <a:spcBef>
                <a:spcPts val="352"/>
              </a:spcBef>
              <a:spcAft>
                <a:spcPts val="400"/>
              </a:spcAft>
              <a:buClrTx/>
              <a:buSzTx/>
              <a:tabLst/>
              <a:defRPr/>
            </a:pPr>
            <a:r>
              <a:rPr lang="en-US" sz="1467">
                <a:latin typeface="+mj-lt"/>
              </a:rPr>
              <a:t>In </a:t>
            </a:r>
            <a:r>
              <a:rPr lang="en-US" sz="1467" err="1">
                <a:latin typeface="+mj-lt"/>
              </a:rPr>
              <a:t>egestas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orci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eu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lacinia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consectetur</a:t>
            </a:r>
            <a:r>
              <a:rPr lang="en-US" sz="1467">
                <a:latin typeface="+mj-lt"/>
              </a:rPr>
              <a:t>. In dolor ipsum, gravida et </a:t>
            </a:r>
            <a:r>
              <a:rPr lang="en-US" sz="1467" err="1">
                <a:latin typeface="+mj-lt"/>
              </a:rPr>
              <a:t>sagittis</a:t>
            </a:r>
            <a:r>
              <a:rPr lang="en-US" sz="1467">
                <a:latin typeface="+mj-lt"/>
              </a:rPr>
              <a:t> id, </a:t>
            </a:r>
            <a:r>
              <a:rPr lang="en-US" sz="1467" err="1">
                <a:latin typeface="+mj-lt"/>
              </a:rPr>
              <a:t>sollicitudin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ut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nisl</a:t>
            </a:r>
            <a:r>
              <a:rPr lang="en-US" sz="1467">
                <a:latin typeface="+mj-lt"/>
              </a:rPr>
              <a:t>. </a:t>
            </a:r>
            <a:r>
              <a:rPr lang="en-US" sz="1467" err="1">
                <a:latin typeface="+mj-lt"/>
              </a:rPr>
              <a:t>Praesent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bibendum</a:t>
            </a:r>
            <a:r>
              <a:rPr lang="en-US" sz="1467">
                <a:latin typeface="+mj-lt"/>
              </a:rPr>
              <a:t> tempus </a:t>
            </a:r>
            <a:r>
              <a:rPr lang="en-US" sz="1467" err="1">
                <a:latin typeface="+mj-lt"/>
              </a:rPr>
              <a:t>tellus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nec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hendrerit</a:t>
            </a:r>
            <a:r>
              <a:rPr lang="en-US" sz="1467">
                <a:latin typeface="+mj-lt"/>
              </a:rPr>
              <a:t>. Nam in </a:t>
            </a:r>
            <a:r>
              <a:rPr lang="en-US" sz="1467" err="1">
                <a:latin typeface="+mj-lt"/>
              </a:rPr>
              <a:t>tempor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metus</a:t>
            </a:r>
            <a:r>
              <a:rPr lang="en-US" sz="1467">
                <a:latin typeface="+mj-lt"/>
              </a:rPr>
              <a:t>, ac </a:t>
            </a:r>
            <a:r>
              <a:rPr lang="en-US" sz="1467" err="1">
                <a:latin typeface="+mj-lt"/>
              </a:rPr>
              <a:t>finibus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purus</a:t>
            </a:r>
            <a:r>
              <a:rPr lang="en-US" sz="1467">
                <a:latin typeface="+mj-lt"/>
              </a:rPr>
              <a:t>. </a:t>
            </a:r>
            <a:r>
              <a:rPr lang="en-US" sz="1467" err="1">
                <a:latin typeface="+mj-lt"/>
              </a:rPr>
              <a:t>Praesent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consequat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lectus</a:t>
            </a:r>
            <a:r>
              <a:rPr lang="en-US" sz="1467">
                <a:latin typeface="+mj-lt"/>
              </a:rPr>
              <a:t> sit </a:t>
            </a:r>
            <a:r>
              <a:rPr lang="en-US" sz="1467" err="1">
                <a:latin typeface="+mj-lt"/>
              </a:rPr>
              <a:t>amet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tortor</a:t>
            </a:r>
            <a:r>
              <a:rPr lang="en-US" sz="1467">
                <a:latin typeface="+mj-lt"/>
              </a:rPr>
              <a:t> pharetra, </a:t>
            </a:r>
            <a:r>
              <a:rPr lang="en-US" sz="1467" err="1">
                <a:latin typeface="+mj-lt"/>
              </a:rPr>
              <a:t>sed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venenatis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eros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lacinia</a:t>
            </a:r>
            <a:r>
              <a:rPr lang="en-US" sz="1467">
                <a:latin typeface="+mj-lt"/>
              </a:rPr>
              <a:t>. In </a:t>
            </a:r>
            <a:r>
              <a:rPr lang="en-US" sz="1467" err="1">
                <a:latin typeface="+mj-lt"/>
              </a:rPr>
              <a:t>sed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erat</a:t>
            </a:r>
            <a:r>
              <a:rPr lang="en-US" sz="1467">
                <a:latin typeface="+mj-lt"/>
              </a:rPr>
              <a:t> libero. </a:t>
            </a:r>
            <a:r>
              <a:rPr lang="en-US" sz="1467" err="1">
                <a:latin typeface="+mj-lt"/>
              </a:rPr>
              <a:t>Sed</a:t>
            </a:r>
            <a:r>
              <a:rPr lang="en-US" sz="1467">
                <a:latin typeface="+mj-lt"/>
              </a:rPr>
              <a:t> lorem </a:t>
            </a:r>
            <a:r>
              <a:rPr lang="en-US" sz="1467" err="1">
                <a:latin typeface="+mj-lt"/>
              </a:rPr>
              <a:t>neque</a:t>
            </a:r>
            <a:r>
              <a:rPr lang="en-US" sz="1467">
                <a:latin typeface="+mj-lt"/>
              </a:rPr>
              <a:t>, </a:t>
            </a:r>
            <a:r>
              <a:rPr lang="en-US" sz="1467" err="1">
                <a:latin typeface="+mj-lt"/>
              </a:rPr>
              <a:t>commodo</a:t>
            </a:r>
            <a:r>
              <a:rPr lang="en-US" sz="1467">
                <a:latin typeface="+mj-lt"/>
              </a:rPr>
              <a:t> vitae ex at, pharetra convallis </a:t>
            </a:r>
            <a:r>
              <a:rPr lang="en-US" sz="1467" err="1">
                <a:latin typeface="+mj-lt"/>
              </a:rPr>
              <a:t>nunc</a:t>
            </a:r>
            <a:r>
              <a:rPr lang="en-US" sz="1467">
                <a:latin typeface="+mj-lt"/>
              </a:rPr>
              <a:t>. In </a:t>
            </a:r>
            <a:r>
              <a:rPr lang="en-US" sz="1467" err="1">
                <a:latin typeface="+mj-lt"/>
              </a:rPr>
              <a:t>vehicula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mauris</a:t>
            </a:r>
            <a:r>
              <a:rPr lang="en-US" sz="1467">
                <a:latin typeface="+mj-lt"/>
              </a:rPr>
              <a:t> ligula. </a:t>
            </a:r>
            <a:r>
              <a:rPr lang="en-US" sz="1467" err="1">
                <a:latin typeface="+mj-lt"/>
              </a:rPr>
              <a:t>Suspendisse</a:t>
            </a:r>
            <a:r>
              <a:rPr lang="en-US" sz="1467">
                <a:latin typeface="+mj-lt"/>
              </a:rPr>
              <a:t> in </a:t>
            </a:r>
            <a:r>
              <a:rPr lang="en-US" sz="1467" err="1">
                <a:latin typeface="+mj-lt"/>
              </a:rPr>
              <a:t>tellus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congue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odio</a:t>
            </a:r>
            <a:r>
              <a:rPr lang="en-US" sz="1467">
                <a:latin typeface="+mj-lt"/>
              </a:rPr>
              <a:t> pharetra </a:t>
            </a:r>
            <a:r>
              <a:rPr lang="en-US" sz="1467" err="1">
                <a:latin typeface="+mj-lt"/>
              </a:rPr>
              <a:t>finibus</a:t>
            </a:r>
            <a:r>
              <a:rPr lang="en-US" sz="1467">
                <a:latin typeface="+mj-lt"/>
              </a:rPr>
              <a:t>. Nam </a:t>
            </a:r>
            <a:r>
              <a:rPr lang="en-US" sz="1467" err="1">
                <a:latin typeface="+mj-lt"/>
              </a:rPr>
              <a:t>vel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auctor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justo</a:t>
            </a:r>
            <a:r>
              <a:rPr lang="en-US" sz="1467">
                <a:latin typeface="+mj-lt"/>
              </a:rPr>
              <a:t>, vitae </a:t>
            </a:r>
            <a:r>
              <a:rPr lang="en-US" sz="1467" err="1">
                <a:latin typeface="+mj-lt"/>
              </a:rPr>
              <a:t>hendrerit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orci</a:t>
            </a:r>
            <a:r>
              <a:rPr lang="en-US" sz="1467">
                <a:latin typeface="+mj-lt"/>
              </a:rPr>
              <a:t>. </a:t>
            </a:r>
            <a:r>
              <a:rPr lang="en-US" sz="1467" err="1">
                <a:latin typeface="+mj-lt"/>
              </a:rPr>
              <a:t>Duis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nec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sapien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viverra</a:t>
            </a:r>
            <a:r>
              <a:rPr lang="en-US" sz="1467">
                <a:latin typeface="+mj-lt"/>
              </a:rPr>
              <a:t>, </a:t>
            </a:r>
            <a:r>
              <a:rPr lang="en-US" sz="1467" err="1">
                <a:latin typeface="+mj-lt"/>
              </a:rPr>
              <a:t>bibendum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tellus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eget</a:t>
            </a:r>
            <a:r>
              <a:rPr lang="en-US" sz="1467">
                <a:latin typeface="+mj-lt"/>
              </a:rPr>
              <a:t>, </a:t>
            </a:r>
            <a:r>
              <a:rPr lang="en-US" sz="1467" err="1">
                <a:latin typeface="+mj-lt"/>
              </a:rPr>
              <a:t>pellentesque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massa</a:t>
            </a:r>
            <a:r>
              <a:rPr lang="en-US" sz="1467">
                <a:latin typeface="+mj-lt"/>
              </a:rPr>
              <a:t>. </a:t>
            </a:r>
            <a:r>
              <a:rPr lang="en-US" sz="1467" err="1">
                <a:latin typeface="+mj-lt"/>
              </a:rPr>
              <a:t>Nulla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feugiat</a:t>
            </a:r>
            <a:r>
              <a:rPr lang="en-US" sz="1467">
                <a:latin typeface="+mj-lt"/>
              </a:rPr>
              <a:t>, </a:t>
            </a:r>
            <a:r>
              <a:rPr lang="en-US" sz="1467" err="1">
                <a:latin typeface="+mj-lt"/>
              </a:rPr>
              <a:t>turpis</a:t>
            </a:r>
            <a:r>
              <a:rPr lang="en-US" sz="1467">
                <a:latin typeface="+mj-lt"/>
              </a:rPr>
              <a:t> et </a:t>
            </a:r>
            <a:r>
              <a:rPr lang="en-US" sz="1467" err="1">
                <a:latin typeface="+mj-lt"/>
              </a:rPr>
              <a:t>posuere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viverra</a:t>
            </a:r>
            <a:r>
              <a:rPr lang="en-US" sz="1467">
                <a:latin typeface="+mj-lt"/>
              </a:rPr>
              <a:t>, ipsum </a:t>
            </a:r>
            <a:r>
              <a:rPr lang="en-US" sz="1467" err="1">
                <a:latin typeface="+mj-lt"/>
              </a:rPr>
              <a:t>sem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tincidunt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est</a:t>
            </a:r>
            <a:r>
              <a:rPr lang="en-US" sz="1467">
                <a:latin typeface="+mj-lt"/>
              </a:rPr>
              <a:t>, </a:t>
            </a:r>
            <a:r>
              <a:rPr lang="en-US" sz="1467" err="1">
                <a:latin typeface="+mj-lt"/>
              </a:rPr>
              <a:t>finibus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tempor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nibh</a:t>
            </a:r>
            <a:r>
              <a:rPr lang="en-US" sz="1467">
                <a:latin typeface="+mj-lt"/>
              </a:rPr>
              <a:t> ante semper diam. </a:t>
            </a:r>
            <a:r>
              <a:rPr lang="en-US" sz="1467" err="1">
                <a:latin typeface="+mj-lt"/>
              </a:rPr>
              <a:t>Nullam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quis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euismod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neque</a:t>
            </a:r>
            <a:r>
              <a:rPr lang="en-US" sz="1467">
                <a:latin typeface="+mj-lt"/>
              </a:rPr>
              <a:t>, </a:t>
            </a:r>
            <a:r>
              <a:rPr lang="en-US" sz="1467" err="1">
                <a:latin typeface="+mj-lt"/>
              </a:rPr>
              <a:t>nec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facilisis</a:t>
            </a:r>
            <a:r>
              <a:rPr lang="en-US" sz="1467">
                <a:latin typeface="+mj-lt"/>
              </a:rPr>
              <a:t> sem. </a:t>
            </a:r>
            <a:r>
              <a:rPr lang="en-US" sz="1467" err="1">
                <a:latin typeface="+mj-lt"/>
              </a:rPr>
              <a:t>Morbi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egestas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iaculis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dignissim</a:t>
            </a:r>
            <a:r>
              <a:rPr lang="en-US" sz="1467">
                <a:latin typeface="+mj-lt"/>
              </a:rPr>
              <a:t>. In </a:t>
            </a:r>
            <a:r>
              <a:rPr lang="en-US" sz="1467" err="1">
                <a:latin typeface="+mj-lt"/>
              </a:rPr>
              <a:t>accumsan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tortor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elit</a:t>
            </a:r>
            <a:r>
              <a:rPr lang="en-US" sz="1467">
                <a:latin typeface="+mj-lt"/>
              </a:rPr>
              <a:t>, non </a:t>
            </a:r>
            <a:r>
              <a:rPr lang="en-US" sz="1467" err="1">
                <a:latin typeface="+mj-lt"/>
              </a:rPr>
              <a:t>euismod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eros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accumsan</a:t>
            </a:r>
            <a:r>
              <a:rPr lang="en-US" sz="1467">
                <a:latin typeface="+mj-lt"/>
              </a:rPr>
              <a:t> ac. </a:t>
            </a:r>
            <a:r>
              <a:rPr lang="en-US" sz="1467" err="1">
                <a:latin typeface="+mj-lt"/>
              </a:rPr>
              <a:t>Sed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ultrices</a:t>
            </a:r>
            <a:r>
              <a:rPr lang="en-US" sz="1467">
                <a:latin typeface="+mj-lt"/>
              </a:rPr>
              <a:t> mi lorem, </a:t>
            </a:r>
            <a:r>
              <a:rPr lang="en-US" sz="1467" err="1">
                <a:latin typeface="+mj-lt"/>
              </a:rPr>
              <a:t>ut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dignissim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nibh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facilisis</a:t>
            </a:r>
            <a:r>
              <a:rPr lang="en-US" sz="1467">
                <a:latin typeface="+mj-lt"/>
              </a:rPr>
              <a:t> vel.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476251" y="1439333"/>
            <a:ext cx="11239500" cy="457200"/>
          </a:xfrm>
        </p:spPr>
        <p:txBody>
          <a:bodyPr wrap="none" bIns="0">
            <a:noAutofit/>
          </a:bodyPr>
          <a:lstStyle>
            <a:lvl1pPr marL="0" indent="0">
              <a:spcBef>
                <a:spcPts val="384"/>
              </a:spcBef>
              <a:buNone/>
              <a:defRPr sz="1600" b="1" i="0" cap="all" spc="267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Highlight goes here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392546" y="955249"/>
            <a:ext cx="11406909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884588" y="6435519"/>
            <a:ext cx="1831163" cy="422483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1067" b="1" i="0">
                <a:solidFill>
                  <a:srgbClr val="FEFEFE"/>
                </a:solidFill>
                <a:latin typeface="+mj-lt"/>
              </a:defRPr>
            </a:lvl1pPr>
          </a:lstStyle>
          <a:p>
            <a:pPr defTabSz="914377"/>
            <a:fld id="{3A707DD9-E92B-45E8-BE0A-E6B2EDF345EB}" type="slidenum">
              <a:rPr lang="en-US" smtClean="0"/>
              <a:pPr defTabSz="914377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0014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Please Add Slide Headline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476251" y="1439333"/>
            <a:ext cx="11239500" cy="4529667"/>
          </a:xfrm>
        </p:spPr>
        <p:txBody>
          <a:bodyPr/>
          <a:lstStyle>
            <a:lvl1pPr marL="228594" marR="0" indent="-228594" algn="l" defTabSz="1219170" rtl="0" eaLnBrk="1" fontAlgn="auto" latinLnBrk="0" hangingPunct="1">
              <a:lnSpc>
                <a:spcPts val="2133"/>
              </a:lnSpc>
              <a:spcBef>
                <a:spcPts val="352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  <a:br>
              <a:rPr lang="en-US"/>
            </a:br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r>
              <a:rPr lang="en-US"/>
              <a:t> </a:t>
            </a:r>
            <a:br>
              <a:rPr lang="en-US"/>
            </a:br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r>
              <a:rPr lang="en-US"/>
              <a:t> </a:t>
            </a:r>
            <a:br>
              <a:rPr lang="en-US"/>
            </a:br>
            <a:r>
              <a:rPr lang="en-US"/>
              <a:t>fames ac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</a:p>
          <a:p>
            <a:pPr marL="228594" marR="0" lvl="0" indent="-228594" algn="l" defTabSz="1219170" rtl="0" eaLnBrk="1" fontAlgn="auto" latinLnBrk="0" hangingPunct="1">
              <a:lnSpc>
                <a:spcPts val="2133"/>
              </a:lnSpc>
              <a:spcBef>
                <a:spcPts val="352"/>
              </a:spcBef>
              <a:spcAft>
                <a:spcPts val="400"/>
              </a:spcAft>
              <a:buClrTx/>
              <a:buSzTx/>
              <a:tabLst/>
              <a:defRPr/>
            </a:pPr>
            <a:r>
              <a:rPr lang="en-US" sz="1467">
                <a:latin typeface="+mj-lt"/>
              </a:rPr>
              <a:t>In </a:t>
            </a:r>
            <a:r>
              <a:rPr lang="en-US" sz="1467" err="1">
                <a:latin typeface="+mj-lt"/>
              </a:rPr>
              <a:t>egestas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orci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eu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lacinia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consectetur</a:t>
            </a:r>
            <a:r>
              <a:rPr lang="en-US" sz="1467">
                <a:latin typeface="+mj-lt"/>
              </a:rPr>
              <a:t>. In dolor ipsum, gravida et </a:t>
            </a:r>
            <a:r>
              <a:rPr lang="en-US" sz="1467" err="1">
                <a:latin typeface="+mj-lt"/>
              </a:rPr>
              <a:t>sagittis</a:t>
            </a:r>
            <a:r>
              <a:rPr lang="en-US" sz="1467">
                <a:latin typeface="+mj-lt"/>
              </a:rPr>
              <a:t> id, </a:t>
            </a:r>
            <a:r>
              <a:rPr lang="en-US" sz="1467" err="1">
                <a:latin typeface="+mj-lt"/>
              </a:rPr>
              <a:t>sollicitudin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ut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nisl</a:t>
            </a:r>
            <a:r>
              <a:rPr lang="en-US" sz="1467">
                <a:latin typeface="+mj-lt"/>
              </a:rPr>
              <a:t>. </a:t>
            </a:r>
            <a:r>
              <a:rPr lang="en-US" sz="1467" err="1">
                <a:latin typeface="+mj-lt"/>
              </a:rPr>
              <a:t>Praesent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bibendum</a:t>
            </a:r>
            <a:r>
              <a:rPr lang="en-US" sz="1467">
                <a:latin typeface="+mj-lt"/>
              </a:rPr>
              <a:t> tempus </a:t>
            </a:r>
            <a:r>
              <a:rPr lang="en-US" sz="1467" err="1">
                <a:latin typeface="+mj-lt"/>
              </a:rPr>
              <a:t>tellus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nec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hendrerit</a:t>
            </a:r>
            <a:r>
              <a:rPr lang="en-US" sz="1467">
                <a:latin typeface="+mj-lt"/>
              </a:rPr>
              <a:t>. Nam in </a:t>
            </a:r>
            <a:r>
              <a:rPr lang="en-US" sz="1467" err="1">
                <a:latin typeface="+mj-lt"/>
              </a:rPr>
              <a:t>tempor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metus</a:t>
            </a:r>
            <a:r>
              <a:rPr lang="en-US" sz="1467">
                <a:latin typeface="+mj-lt"/>
              </a:rPr>
              <a:t>, ac </a:t>
            </a:r>
            <a:r>
              <a:rPr lang="en-US" sz="1467" err="1">
                <a:latin typeface="+mj-lt"/>
              </a:rPr>
              <a:t>finibus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purus</a:t>
            </a:r>
            <a:r>
              <a:rPr lang="en-US" sz="1467">
                <a:latin typeface="+mj-lt"/>
              </a:rPr>
              <a:t>. </a:t>
            </a:r>
            <a:r>
              <a:rPr lang="en-US" sz="1467" err="1">
                <a:latin typeface="+mj-lt"/>
              </a:rPr>
              <a:t>Praesent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consequat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lectus</a:t>
            </a:r>
            <a:r>
              <a:rPr lang="en-US" sz="1467">
                <a:latin typeface="+mj-lt"/>
              </a:rPr>
              <a:t> sit </a:t>
            </a:r>
            <a:r>
              <a:rPr lang="en-US" sz="1467" err="1">
                <a:latin typeface="+mj-lt"/>
              </a:rPr>
              <a:t>amet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tortor</a:t>
            </a:r>
            <a:r>
              <a:rPr lang="en-US" sz="1467">
                <a:latin typeface="+mj-lt"/>
              </a:rPr>
              <a:t> pharetra, </a:t>
            </a:r>
            <a:r>
              <a:rPr lang="en-US" sz="1467" err="1">
                <a:latin typeface="+mj-lt"/>
              </a:rPr>
              <a:t>sed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venenatis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eros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lacinia</a:t>
            </a:r>
            <a:r>
              <a:rPr lang="en-US" sz="1467">
                <a:latin typeface="+mj-lt"/>
              </a:rPr>
              <a:t>. In </a:t>
            </a:r>
            <a:r>
              <a:rPr lang="en-US" sz="1467" err="1">
                <a:latin typeface="+mj-lt"/>
              </a:rPr>
              <a:t>sed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erat</a:t>
            </a:r>
            <a:r>
              <a:rPr lang="en-US" sz="1467">
                <a:latin typeface="+mj-lt"/>
              </a:rPr>
              <a:t> libero. </a:t>
            </a:r>
            <a:r>
              <a:rPr lang="en-US" sz="1467" err="1">
                <a:latin typeface="+mj-lt"/>
              </a:rPr>
              <a:t>Sed</a:t>
            </a:r>
            <a:r>
              <a:rPr lang="en-US" sz="1467">
                <a:latin typeface="+mj-lt"/>
              </a:rPr>
              <a:t> lorem </a:t>
            </a:r>
            <a:r>
              <a:rPr lang="en-US" sz="1467" err="1">
                <a:latin typeface="+mj-lt"/>
              </a:rPr>
              <a:t>neque</a:t>
            </a:r>
            <a:r>
              <a:rPr lang="en-US" sz="1467">
                <a:latin typeface="+mj-lt"/>
              </a:rPr>
              <a:t>, </a:t>
            </a:r>
            <a:r>
              <a:rPr lang="en-US" sz="1467" err="1">
                <a:latin typeface="+mj-lt"/>
              </a:rPr>
              <a:t>commodo</a:t>
            </a:r>
            <a:r>
              <a:rPr lang="en-US" sz="1467">
                <a:latin typeface="+mj-lt"/>
              </a:rPr>
              <a:t> vitae ex at, pharetra convallis </a:t>
            </a:r>
            <a:r>
              <a:rPr lang="en-US" sz="1467" err="1">
                <a:latin typeface="+mj-lt"/>
              </a:rPr>
              <a:t>nunc</a:t>
            </a:r>
            <a:r>
              <a:rPr lang="en-US" sz="1467">
                <a:latin typeface="+mj-lt"/>
              </a:rPr>
              <a:t>. In </a:t>
            </a:r>
            <a:r>
              <a:rPr lang="en-US" sz="1467" err="1">
                <a:latin typeface="+mj-lt"/>
              </a:rPr>
              <a:t>vehicula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mauris</a:t>
            </a:r>
            <a:r>
              <a:rPr lang="en-US" sz="1467">
                <a:latin typeface="+mj-lt"/>
              </a:rPr>
              <a:t> ligula. </a:t>
            </a:r>
            <a:r>
              <a:rPr lang="en-US" sz="1467" err="1">
                <a:latin typeface="+mj-lt"/>
              </a:rPr>
              <a:t>Suspendisse</a:t>
            </a:r>
            <a:r>
              <a:rPr lang="en-US" sz="1467">
                <a:latin typeface="+mj-lt"/>
              </a:rPr>
              <a:t> in </a:t>
            </a:r>
            <a:r>
              <a:rPr lang="en-US" sz="1467" err="1">
                <a:latin typeface="+mj-lt"/>
              </a:rPr>
              <a:t>tellus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congue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odio</a:t>
            </a:r>
            <a:r>
              <a:rPr lang="en-US" sz="1467">
                <a:latin typeface="+mj-lt"/>
              </a:rPr>
              <a:t> pharetra </a:t>
            </a:r>
            <a:r>
              <a:rPr lang="en-US" sz="1467" err="1">
                <a:latin typeface="+mj-lt"/>
              </a:rPr>
              <a:t>finibus</a:t>
            </a:r>
            <a:r>
              <a:rPr lang="en-US" sz="1467">
                <a:latin typeface="+mj-lt"/>
              </a:rPr>
              <a:t>. Nam </a:t>
            </a:r>
            <a:r>
              <a:rPr lang="en-US" sz="1467" err="1">
                <a:latin typeface="+mj-lt"/>
              </a:rPr>
              <a:t>vel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auctor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justo</a:t>
            </a:r>
            <a:r>
              <a:rPr lang="en-US" sz="1467">
                <a:latin typeface="+mj-lt"/>
              </a:rPr>
              <a:t>, vitae </a:t>
            </a:r>
            <a:r>
              <a:rPr lang="en-US" sz="1467" err="1">
                <a:latin typeface="+mj-lt"/>
              </a:rPr>
              <a:t>hendrerit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orci</a:t>
            </a:r>
            <a:r>
              <a:rPr lang="en-US" sz="1467">
                <a:latin typeface="+mj-lt"/>
              </a:rPr>
              <a:t>. </a:t>
            </a:r>
            <a:r>
              <a:rPr lang="en-US" sz="1467" err="1">
                <a:latin typeface="+mj-lt"/>
              </a:rPr>
              <a:t>Duis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nec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sapien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viverra</a:t>
            </a:r>
            <a:r>
              <a:rPr lang="en-US" sz="1467">
                <a:latin typeface="+mj-lt"/>
              </a:rPr>
              <a:t>, </a:t>
            </a:r>
            <a:r>
              <a:rPr lang="en-US" sz="1467" err="1">
                <a:latin typeface="+mj-lt"/>
              </a:rPr>
              <a:t>bibendum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tellus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eget</a:t>
            </a:r>
            <a:r>
              <a:rPr lang="en-US" sz="1467">
                <a:latin typeface="+mj-lt"/>
              </a:rPr>
              <a:t>, </a:t>
            </a:r>
            <a:r>
              <a:rPr lang="en-US" sz="1467" err="1">
                <a:latin typeface="+mj-lt"/>
              </a:rPr>
              <a:t>pellentesque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massa</a:t>
            </a:r>
            <a:r>
              <a:rPr lang="en-US" sz="1467">
                <a:latin typeface="+mj-lt"/>
              </a:rPr>
              <a:t>. </a:t>
            </a:r>
            <a:r>
              <a:rPr lang="en-US" sz="1467" err="1">
                <a:latin typeface="+mj-lt"/>
              </a:rPr>
              <a:t>Nulla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feugiat</a:t>
            </a:r>
            <a:r>
              <a:rPr lang="en-US" sz="1467">
                <a:latin typeface="+mj-lt"/>
              </a:rPr>
              <a:t>, </a:t>
            </a:r>
            <a:r>
              <a:rPr lang="en-US" sz="1467" err="1">
                <a:latin typeface="+mj-lt"/>
              </a:rPr>
              <a:t>turpis</a:t>
            </a:r>
            <a:r>
              <a:rPr lang="en-US" sz="1467">
                <a:latin typeface="+mj-lt"/>
              </a:rPr>
              <a:t> et </a:t>
            </a:r>
            <a:r>
              <a:rPr lang="en-US" sz="1467" err="1">
                <a:latin typeface="+mj-lt"/>
              </a:rPr>
              <a:t>posuere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viverra</a:t>
            </a:r>
            <a:r>
              <a:rPr lang="en-US" sz="1467">
                <a:latin typeface="+mj-lt"/>
              </a:rPr>
              <a:t>, ipsum </a:t>
            </a:r>
            <a:r>
              <a:rPr lang="en-US" sz="1467" err="1">
                <a:latin typeface="+mj-lt"/>
              </a:rPr>
              <a:t>sem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tincidunt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est</a:t>
            </a:r>
            <a:r>
              <a:rPr lang="en-US" sz="1467">
                <a:latin typeface="+mj-lt"/>
              </a:rPr>
              <a:t>, </a:t>
            </a:r>
            <a:r>
              <a:rPr lang="en-US" sz="1467" err="1">
                <a:latin typeface="+mj-lt"/>
              </a:rPr>
              <a:t>finibus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tempor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nibh</a:t>
            </a:r>
            <a:r>
              <a:rPr lang="en-US" sz="1467">
                <a:latin typeface="+mj-lt"/>
              </a:rPr>
              <a:t> ante semper diam. </a:t>
            </a:r>
            <a:r>
              <a:rPr lang="en-US" sz="1467" err="1">
                <a:latin typeface="+mj-lt"/>
              </a:rPr>
              <a:t>Nullam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quis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euismod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neque</a:t>
            </a:r>
            <a:r>
              <a:rPr lang="en-US" sz="1467">
                <a:latin typeface="+mj-lt"/>
              </a:rPr>
              <a:t>, </a:t>
            </a:r>
            <a:r>
              <a:rPr lang="en-US" sz="1467" err="1">
                <a:latin typeface="+mj-lt"/>
              </a:rPr>
              <a:t>nec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facilisis</a:t>
            </a:r>
            <a:r>
              <a:rPr lang="en-US" sz="1467">
                <a:latin typeface="+mj-lt"/>
              </a:rPr>
              <a:t> sem. </a:t>
            </a:r>
            <a:r>
              <a:rPr lang="en-US" sz="1467" err="1">
                <a:latin typeface="+mj-lt"/>
              </a:rPr>
              <a:t>Morbi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egestas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iaculis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dignissim</a:t>
            </a:r>
            <a:r>
              <a:rPr lang="en-US" sz="1467">
                <a:latin typeface="+mj-lt"/>
              </a:rPr>
              <a:t>. In </a:t>
            </a:r>
            <a:r>
              <a:rPr lang="en-US" sz="1467" err="1">
                <a:latin typeface="+mj-lt"/>
              </a:rPr>
              <a:t>accumsan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tortor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elit</a:t>
            </a:r>
            <a:r>
              <a:rPr lang="en-US" sz="1467">
                <a:latin typeface="+mj-lt"/>
              </a:rPr>
              <a:t>, non </a:t>
            </a:r>
            <a:r>
              <a:rPr lang="en-US" sz="1467" err="1">
                <a:latin typeface="+mj-lt"/>
              </a:rPr>
              <a:t>euismod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eros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accumsan</a:t>
            </a:r>
            <a:r>
              <a:rPr lang="en-US" sz="1467">
                <a:latin typeface="+mj-lt"/>
              </a:rPr>
              <a:t> ac. </a:t>
            </a:r>
            <a:r>
              <a:rPr lang="en-US" sz="1467" err="1">
                <a:latin typeface="+mj-lt"/>
              </a:rPr>
              <a:t>Sed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ultrices</a:t>
            </a:r>
            <a:r>
              <a:rPr lang="en-US" sz="1467">
                <a:latin typeface="+mj-lt"/>
              </a:rPr>
              <a:t> mi lorem, </a:t>
            </a:r>
            <a:r>
              <a:rPr lang="en-US" sz="1467" err="1">
                <a:latin typeface="+mj-lt"/>
              </a:rPr>
              <a:t>ut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dignissim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nibh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facilisis</a:t>
            </a:r>
            <a:r>
              <a:rPr lang="en-US" sz="1467">
                <a:latin typeface="+mj-lt"/>
              </a:rPr>
              <a:t> vel.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392546" y="955249"/>
            <a:ext cx="11406909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884588" y="6435519"/>
            <a:ext cx="1831163" cy="422483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1067" b="1" i="0">
                <a:solidFill>
                  <a:srgbClr val="FEFEFE"/>
                </a:solidFill>
                <a:latin typeface="+mj-lt"/>
              </a:defRPr>
            </a:lvl1pPr>
          </a:lstStyle>
          <a:p>
            <a:pPr defTabSz="914377"/>
            <a:fld id="{3A707DD9-E92B-45E8-BE0A-E6B2EDF345EB}" type="slidenum">
              <a:rPr lang="en-US" smtClean="0"/>
              <a:pPr defTabSz="914377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7669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Please Add Slide Headline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476252" y="1439333"/>
            <a:ext cx="5314949" cy="4529667"/>
          </a:xfrm>
        </p:spPr>
        <p:txBody>
          <a:bodyPr/>
          <a:lstStyle>
            <a:lvl1pPr marL="228594" indent="-228594">
              <a:buFont typeface="Arial" panose="020B0604020202020204" pitchFamily="34" charset="0"/>
              <a:buChar char="•"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endParaRPr lang="en-US"/>
          </a:p>
          <a:p>
            <a:pPr lvl="0"/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r>
              <a:rPr lang="en-US"/>
              <a:t> </a:t>
            </a:r>
            <a:br>
              <a:rPr lang="en-US"/>
            </a:br>
            <a:r>
              <a:rPr lang="en-US"/>
              <a:t>fames ac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6400801" y="1439333"/>
            <a:ext cx="5314951" cy="4529667"/>
          </a:xfrm>
        </p:spPr>
        <p:txBody>
          <a:bodyPr/>
          <a:lstStyle>
            <a:lvl1pPr marL="228594" indent="-228594">
              <a:buFont typeface="Arial" panose="020B0604020202020204" pitchFamily="34" charset="0"/>
              <a:buChar char="•"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endParaRPr lang="en-US"/>
          </a:p>
          <a:p>
            <a:pPr lvl="0"/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r>
              <a:rPr lang="en-US"/>
              <a:t> </a:t>
            </a:r>
            <a:br>
              <a:rPr lang="en-US"/>
            </a:br>
            <a:r>
              <a:rPr lang="en-US"/>
              <a:t>fames ac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392546" y="955249"/>
            <a:ext cx="11406909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884588" y="6435519"/>
            <a:ext cx="1831163" cy="422483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1067" b="1" i="0">
                <a:solidFill>
                  <a:srgbClr val="FEFEFE"/>
                </a:solidFill>
                <a:latin typeface="+mj-lt"/>
              </a:defRPr>
            </a:lvl1pPr>
          </a:lstStyle>
          <a:p>
            <a:pPr defTabSz="914377"/>
            <a:fld id="{3A707DD9-E92B-45E8-BE0A-E6B2EDF345EB}" type="slidenum">
              <a:rPr lang="en-US" smtClean="0"/>
              <a:pPr defTabSz="914377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3876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Please Add Slide Headline Here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476251" y="1896533"/>
            <a:ext cx="11239500" cy="4072467"/>
          </a:xfrm>
        </p:spPr>
        <p:txBody>
          <a:bodyPr/>
          <a:lstStyle>
            <a:lvl1pPr marL="228594" marR="0" indent="-228594" algn="l" defTabSz="1219170" rtl="0" eaLnBrk="1" fontAlgn="auto" latinLnBrk="0" hangingPunct="1">
              <a:lnSpc>
                <a:spcPts val="2133"/>
              </a:lnSpc>
              <a:spcBef>
                <a:spcPts val="352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  <a:br>
              <a:rPr lang="en-US"/>
            </a:br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r>
              <a:rPr lang="en-US"/>
              <a:t> </a:t>
            </a:r>
            <a:br>
              <a:rPr lang="en-US"/>
            </a:br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r>
              <a:rPr lang="en-US"/>
              <a:t> </a:t>
            </a:r>
            <a:br>
              <a:rPr lang="en-US"/>
            </a:br>
            <a:r>
              <a:rPr lang="en-US"/>
              <a:t>fames ac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</a:p>
          <a:p>
            <a:pPr marL="228594" marR="0" lvl="0" indent="-228594" algn="l" defTabSz="1219170" rtl="0" eaLnBrk="1" fontAlgn="auto" latinLnBrk="0" hangingPunct="1">
              <a:lnSpc>
                <a:spcPts val="2133"/>
              </a:lnSpc>
              <a:spcBef>
                <a:spcPts val="352"/>
              </a:spcBef>
              <a:spcAft>
                <a:spcPts val="400"/>
              </a:spcAft>
              <a:buClrTx/>
              <a:buSzTx/>
              <a:tabLst/>
              <a:defRPr/>
            </a:pPr>
            <a:r>
              <a:rPr lang="en-US" sz="1467">
                <a:latin typeface="+mj-lt"/>
              </a:rPr>
              <a:t>In </a:t>
            </a:r>
            <a:r>
              <a:rPr lang="en-US" sz="1467" err="1">
                <a:latin typeface="+mj-lt"/>
              </a:rPr>
              <a:t>egestas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orci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eu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lacinia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consectetur</a:t>
            </a:r>
            <a:r>
              <a:rPr lang="en-US" sz="1467">
                <a:latin typeface="+mj-lt"/>
              </a:rPr>
              <a:t>. In dolor ipsum, gravida et </a:t>
            </a:r>
            <a:r>
              <a:rPr lang="en-US" sz="1467" err="1">
                <a:latin typeface="+mj-lt"/>
              </a:rPr>
              <a:t>sagittis</a:t>
            </a:r>
            <a:r>
              <a:rPr lang="en-US" sz="1467">
                <a:latin typeface="+mj-lt"/>
              </a:rPr>
              <a:t> id, </a:t>
            </a:r>
            <a:r>
              <a:rPr lang="en-US" sz="1467" err="1">
                <a:latin typeface="+mj-lt"/>
              </a:rPr>
              <a:t>sollicitudin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ut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nisl</a:t>
            </a:r>
            <a:r>
              <a:rPr lang="en-US" sz="1467">
                <a:latin typeface="+mj-lt"/>
              </a:rPr>
              <a:t>. </a:t>
            </a:r>
            <a:r>
              <a:rPr lang="en-US" sz="1467" err="1">
                <a:latin typeface="+mj-lt"/>
              </a:rPr>
              <a:t>Praesent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bibendum</a:t>
            </a:r>
            <a:r>
              <a:rPr lang="en-US" sz="1467">
                <a:latin typeface="+mj-lt"/>
              </a:rPr>
              <a:t> tempus </a:t>
            </a:r>
            <a:r>
              <a:rPr lang="en-US" sz="1467" err="1">
                <a:latin typeface="+mj-lt"/>
              </a:rPr>
              <a:t>tellus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nec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hendrerit</a:t>
            </a:r>
            <a:r>
              <a:rPr lang="en-US" sz="1467">
                <a:latin typeface="+mj-lt"/>
              </a:rPr>
              <a:t>. Nam in </a:t>
            </a:r>
            <a:r>
              <a:rPr lang="en-US" sz="1467" err="1">
                <a:latin typeface="+mj-lt"/>
              </a:rPr>
              <a:t>tempor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metus</a:t>
            </a:r>
            <a:r>
              <a:rPr lang="en-US" sz="1467">
                <a:latin typeface="+mj-lt"/>
              </a:rPr>
              <a:t>, ac </a:t>
            </a:r>
            <a:r>
              <a:rPr lang="en-US" sz="1467" err="1">
                <a:latin typeface="+mj-lt"/>
              </a:rPr>
              <a:t>finibus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purus</a:t>
            </a:r>
            <a:r>
              <a:rPr lang="en-US" sz="1467">
                <a:latin typeface="+mj-lt"/>
              </a:rPr>
              <a:t>. </a:t>
            </a:r>
            <a:r>
              <a:rPr lang="en-US" sz="1467" err="1">
                <a:latin typeface="+mj-lt"/>
              </a:rPr>
              <a:t>Praesent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consequat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lectus</a:t>
            </a:r>
            <a:r>
              <a:rPr lang="en-US" sz="1467">
                <a:latin typeface="+mj-lt"/>
              </a:rPr>
              <a:t> sit </a:t>
            </a:r>
            <a:r>
              <a:rPr lang="en-US" sz="1467" err="1">
                <a:latin typeface="+mj-lt"/>
              </a:rPr>
              <a:t>amet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tortor</a:t>
            </a:r>
            <a:r>
              <a:rPr lang="en-US" sz="1467">
                <a:latin typeface="+mj-lt"/>
              </a:rPr>
              <a:t> pharetra, </a:t>
            </a:r>
            <a:r>
              <a:rPr lang="en-US" sz="1467" err="1">
                <a:latin typeface="+mj-lt"/>
              </a:rPr>
              <a:t>sed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venenatis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eros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lacinia</a:t>
            </a:r>
            <a:r>
              <a:rPr lang="en-US" sz="1467">
                <a:latin typeface="+mj-lt"/>
              </a:rPr>
              <a:t>. In </a:t>
            </a:r>
            <a:r>
              <a:rPr lang="en-US" sz="1467" err="1">
                <a:latin typeface="+mj-lt"/>
              </a:rPr>
              <a:t>sed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erat</a:t>
            </a:r>
            <a:r>
              <a:rPr lang="en-US" sz="1467">
                <a:latin typeface="+mj-lt"/>
              </a:rPr>
              <a:t> libero. </a:t>
            </a:r>
            <a:r>
              <a:rPr lang="en-US" sz="1467" err="1">
                <a:latin typeface="+mj-lt"/>
              </a:rPr>
              <a:t>Sed</a:t>
            </a:r>
            <a:r>
              <a:rPr lang="en-US" sz="1467">
                <a:latin typeface="+mj-lt"/>
              </a:rPr>
              <a:t> lorem </a:t>
            </a:r>
            <a:r>
              <a:rPr lang="en-US" sz="1467" err="1">
                <a:latin typeface="+mj-lt"/>
              </a:rPr>
              <a:t>neque</a:t>
            </a:r>
            <a:r>
              <a:rPr lang="en-US" sz="1467">
                <a:latin typeface="+mj-lt"/>
              </a:rPr>
              <a:t>, </a:t>
            </a:r>
            <a:r>
              <a:rPr lang="en-US" sz="1467" err="1">
                <a:latin typeface="+mj-lt"/>
              </a:rPr>
              <a:t>commodo</a:t>
            </a:r>
            <a:r>
              <a:rPr lang="en-US" sz="1467">
                <a:latin typeface="+mj-lt"/>
              </a:rPr>
              <a:t> vitae ex at, pharetra convallis </a:t>
            </a:r>
            <a:r>
              <a:rPr lang="en-US" sz="1467" err="1">
                <a:latin typeface="+mj-lt"/>
              </a:rPr>
              <a:t>nunc</a:t>
            </a:r>
            <a:r>
              <a:rPr lang="en-US" sz="1467">
                <a:latin typeface="+mj-lt"/>
              </a:rPr>
              <a:t>. In </a:t>
            </a:r>
            <a:r>
              <a:rPr lang="en-US" sz="1467" err="1">
                <a:latin typeface="+mj-lt"/>
              </a:rPr>
              <a:t>vehicula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mauris</a:t>
            </a:r>
            <a:r>
              <a:rPr lang="en-US" sz="1467">
                <a:latin typeface="+mj-lt"/>
              </a:rPr>
              <a:t> ligula. </a:t>
            </a:r>
            <a:r>
              <a:rPr lang="en-US" sz="1467" err="1">
                <a:latin typeface="+mj-lt"/>
              </a:rPr>
              <a:t>Suspendisse</a:t>
            </a:r>
            <a:r>
              <a:rPr lang="en-US" sz="1467">
                <a:latin typeface="+mj-lt"/>
              </a:rPr>
              <a:t> in </a:t>
            </a:r>
            <a:r>
              <a:rPr lang="en-US" sz="1467" err="1">
                <a:latin typeface="+mj-lt"/>
              </a:rPr>
              <a:t>tellus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congue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odio</a:t>
            </a:r>
            <a:r>
              <a:rPr lang="en-US" sz="1467">
                <a:latin typeface="+mj-lt"/>
              </a:rPr>
              <a:t> pharetra </a:t>
            </a:r>
            <a:r>
              <a:rPr lang="en-US" sz="1467" err="1">
                <a:latin typeface="+mj-lt"/>
              </a:rPr>
              <a:t>finibus</a:t>
            </a:r>
            <a:r>
              <a:rPr lang="en-US" sz="1467">
                <a:latin typeface="+mj-lt"/>
              </a:rPr>
              <a:t>. Nam </a:t>
            </a:r>
            <a:r>
              <a:rPr lang="en-US" sz="1467" err="1">
                <a:latin typeface="+mj-lt"/>
              </a:rPr>
              <a:t>vel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auctor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justo</a:t>
            </a:r>
            <a:r>
              <a:rPr lang="en-US" sz="1467">
                <a:latin typeface="+mj-lt"/>
              </a:rPr>
              <a:t>, vitae </a:t>
            </a:r>
            <a:r>
              <a:rPr lang="en-US" sz="1467" err="1">
                <a:latin typeface="+mj-lt"/>
              </a:rPr>
              <a:t>hendrerit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orci</a:t>
            </a:r>
            <a:r>
              <a:rPr lang="en-US" sz="1467">
                <a:latin typeface="+mj-lt"/>
              </a:rPr>
              <a:t>. </a:t>
            </a:r>
            <a:r>
              <a:rPr lang="en-US" sz="1467" err="1">
                <a:latin typeface="+mj-lt"/>
              </a:rPr>
              <a:t>Duis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nec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sapien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viverra</a:t>
            </a:r>
            <a:r>
              <a:rPr lang="en-US" sz="1467">
                <a:latin typeface="+mj-lt"/>
              </a:rPr>
              <a:t>, </a:t>
            </a:r>
            <a:r>
              <a:rPr lang="en-US" sz="1467" err="1">
                <a:latin typeface="+mj-lt"/>
              </a:rPr>
              <a:t>bibendum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tellus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eget</a:t>
            </a:r>
            <a:r>
              <a:rPr lang="en-US" sz="1467">
                <a:latin typeface="+mj-lt"/>
              </a:rPr>
              <a:t>, </a:t>
            </a:r>
            <a:r>
              <a:rPr lang="en-US" sz="1467" err="1">
                <a:latin typeface="+mj-lt"/>
              </a:rPr>
              <a:t>pellentesque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massa</a:t>
            </a:r>
            <a:r>
              <a:rPr lang="en-US" sz="1467">
                <a:latin typeface="+mj-lt"/>
              </a:rPr>
              <a:t>. </a:t>
            </a:r>
            <a:r>
              <a:rPr lang="en-US" sz="1467" err="1">
                <a:latin typeface="+mj-lt"/>
              </a:rPr>
              <a:t>Nulla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feugiat</a:t>
            </a:r>
            <a:r>
              <a:rPr lang="en-US" sz="1467">
                <a:latin typeface="+mj-lt"/>
              </a:rPr>
              <a:t>, </a:t>
            </a:r>
            <a:r>
              <a:rPr lang="en-US" sz="1467" err="1">
                <a:latin typeface="+mj-lt"/>
              </a:rPr>
              <a:t>turpis</a:t>
            </a:r>
            <a:r>
              <a:rPr lang="en-US" sz="1467">
                <a:latin typeface="+mj-lt"/>
              </a:rPr>
              <a:t> et </a:t>
            </a:r>
            <a:r>
              <a:rPr lang="en-US" sz="1467" err="1">
                <a:latin typeface="+mj-lt"/>
              </a:rPr>
              <a:t>posuere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viverra</a:t>
            </a:r>
            <a:r>
              <a:rPr lang="en-US" sz="1467">
                <a:latin typeface="+mj-lt"/>
              </a:rPr>
              <a:t>, ipsum </a:t>
            </a:r>
            <a:r>
              <a:rPr lang="en-US" sz="1467" err="1">
                <a:latin typeface="+mj-lt"/>
              </a:rPr>
              <a:t>sem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tincidunt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est</a:t>
            </a:r>
            <a:r>
              <a:rPr lang="en-US" sz="1467">
                <a:latin typeface="+mj-lt"/>
              </a:rPr>
              <a:t>, </a:t>
            </a:r>
            <a:r>
              <a:rPr lang="en-US" sz="1467" err="1">
                <a:latin typeface="+mj-lt"/>
              </a:rPr>
              <a:t>finibus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tempor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nibh</a:t>
            </a:r>
            <a:r>
              <a:rPr lang="en-US" sz="1467">
                <a:latin typeface="+mj-lt"/>
              </a:rPr>
              <a:t> ante semper diam. </a:t>
            </a:r>
            <a:r>
              <a:rPr lang="en-US" sz="1467" err="1">
                <a:latin typeface="+mj-lt"/>
              </a:rPr>
              <a:t>Nullam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quis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euismod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neque</a:t>
            </a:r>
            <a:r>
              <a:rPr lang="en-US" sz="1467">
                <a:latin typeface="+mj-lt"/>
              </a:rPr>
              <a:t>, </a:t>
            </a:r>
            <a:r>
              <a:rPr lang="en-US" sz="1467" err="1">
                <a:latin typeface="+mj-lt"/>
              </a:rPr>
              <a:t>nec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facilisis</a:t>
            </a:r>
            <a:r>
              <a:rPr lang="en-US" sz="1467">
                <a:latin typeface="+mj-lt"/>
              </a:rPr>
              <a:t> sem. </a:t>
            </a:r>
            <a:r>
              <a:rPr lang="en-US" sz="1467" err="1">
                <a:latin typeface="+mj-lt"/>
              </a:rPr>
              <a:t>Morbi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egestas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iaculis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dignissim</a:t>
            </a:r>
            <a:r>
              <a:rPr lang="en-US" sz="1467">
                <a:latin typeface="+mj-lt"/>
              </a:rPr>
              <a:t>. In </a:t>
            </a:r>
            <a:r>
              <a:rPr lang="en-US" sz="1467" err="1">
                <a:latin typeface="+mj-lt"/>
              </a:rPr>
              <a:t>accumsan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tortor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elit</a:t>
            </a:r>
            <a:r>
              <a:rPr lang="en-US" sz="1467">
                <a:latin typeface="+mj-lt"/>
              </a:rPr>
              <a:t>, non </a:t>
            </a:r>
            <a:r>
              <a:rPr lang="en-US" sz="1467" err="1">
                <a:latin typeface="+mj-lt"/>
              </a:rPr>
              <a:t>euismod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eros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accumsan</a:t>
            </a:r>
            <a:r>
              <a:rPr lang="en-US" sz="1467">
                <a:latin typeface="+mj-lt"/>
              </a:rPr>
              <a:t> ac. </a:t>
            </a:r>
            <a:r>
              <a:rPr lang="en-US" sz="1467" err="1">
                <a:latin typeface="+mj-lt"/>
              </a:rPr>
              <a:t>Sed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ultrices</a:t>
            </a:r>
            <a:r>
              <a:rPr lang="en-US" sz="1467">
                <a:latin typeface="+mj-lt"/>
              </a:rPr>
              <a:t> mi lorem, </a:t>
            </a:r>
            <a:r>
              <a:rPr lang="en-US" sz="1467" err="1">
                <a:latin typeface="+mj-lt"/>
              </a:rPr>
              <a:t>ut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dignissim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nibh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facilisis</a:t>
            </a:r>
            <a:r>
              <a:rPr lang="en-US" sz="1467">
                <a:latin typeface="+mj-lt"/>
              </a:rPr>
              <a:t> vel.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476251" y="1439333"/>
            <a:ext cx="11239500" cy="457200"/>
          </a:xfrm>
        </p:spPr>
        <p:txBody>
          <a:bodyPr wrap="none" bIns="0">
            <a:noAutofit/>
          </a:bodyPr>
          <a:lstStyle>
            <a:lvl1pPr marL="0" indent="0">
              <a:spcBef>
                <a:spcPts val="384"/>
              </a:spcBef>
              <a:buNone/>
              <a:defRPr sz="1600" b="1" i="0" cap="all" spc="267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Highlight goes here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392546" y="955249"/>
            <a:ext cx="11406909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884588" y="6435519"/>
            <a:ext cx="1831163" cy="422483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1067" b="1" i="0">
                <a:solidFill>
                  <a:srgbClr val="FEFEFE"/>
                </a:solidFill>
                <a:latin typeface="+mj-lt"/>
              </a:defRPr>
            </a:lvl1pPr>
          </a:lstStyle>
          <a:p>
            <a:pPr defTabSz="914377"/>
            <a:fld id="{3A707DD9-E92B-45E8-BE0A-E6B2EDF345EB}" type="slidenum">
              <a:rPr lang="en-US" smtClean="0"/>
              <a:pPr defTabSz="914377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1174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Please Add Slide Headline Here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476253" y="1896533"/>
            <a:ext cx="5314948" cy="4072467"/>
          </a:xfrm>
        </p:spPr>
        <p:txBody>
          <a:bodyPr/>
          <a:lstStyle>
            <a:lvl1pPr marL="228594" indent="-228594">
              <a:buFont typeface="Arial" panose="020B0604020202020204" pitchFamily="34" charset="0"/>
              <a:buChar char="•"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r>
              <a:rPr lang="en-US"/>
              <a:t> </a:t>
            </a:r>
          </a:p>
          <a:p>
            <a:pPr lvl="0"/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476252" y="1439333"/>
            <a:ext cx="5314949" cy="457200"/>
          </a:xfrm>
        </p:spPr>
        <p:txBody>
          <a:bodyPr wrap="none" bIns="0">
            <a:noAutofit/>
          </a:bodyPr>
          <a:lstStyle>
            <a:lvl1pPr marL="0" indent="0">
              <a:spcBef>
                <a:spcPts val="384"/>
              </a:spcBef>
              <a:buNone/>
              <a:defRPr sz="1600" b="1" i="0" cap="all" spc="267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Highlight goes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6400799" y="1896533"/>
            <a:ext cx="5324476" cy="4072467"/>
          </a:xfrm>
        </p:spPr>
        <p:txBody>
          <a:bodyPr/>
          <a:lstStyle>
            <a:lvl1pPr marL="228594" indent="-228594">
              <a:buFont typeface="Arial" panose="020B0604020202020204" pitchFamily="34" charset="0"/>
              <a:buChar char="•"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r>
              <a:rPr lang="en-US"/>
              <a:t> </a:t>
            </a:r>
          </a:p>
          <a:p>
            <a:pPr lvl="0"/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endParaRPr 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400797" y="1439333"/>
            <a:ext cx="5324479" cy="457200"/>
          </a:xfrm>
        </p:spPr>
        <p:txBody>
          <a:bodyPr wrap="none" bIns="0">
            <a:noAutofit/>
          </a:bodyPr>
          <a:lstStyle>
            <a:lvl1pPr marL="0" indent="0">
              <a:spcBef>
                <a:spcPts val="384"/>
              </a:spcBef>
              <a:buNone/>
              <a:defRPr sz="1600" b="1" i="0" cap="all" spc="267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OTHER Highlight goes here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392546" y="955249"/>
            <a:ext cx="11406909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884588" y="6435519"/>
            <a:ext cx="1831163" cy="422483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1067" b="1" i="0">
                <a:solidFill>
                  <a:srgbClr val="FEFEFE"/>
                </a:solidFill>
                <a:latin typeface="+mj-lt"/>
              </a:defRPr>
            </a:lvl1pPr>
          </a:lstStyle>
          <a:p>
            <a:pPr defTabSz="914377"/>
            <a:fld id="{3A707DD9-E92B-45E8-BE0A-E6B2EDF345EB}" type="slidenum">
              <a:rPr lang="en-US" smtClean="0"/>
              <a:pPr defTabSz="914377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3587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Please Add Slide Headline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476253" y="1439333"/>
            <a:ext cx="5314948" cy="4529667"/>
          </a:xfrm>
        </p:spPr>
        <p:txBody>
          <a:bodyPr/>
          <a:lstStyle>
            <a:lvl1pPr marL="228594" marR="0" indent="-228594" algn="l" defTabSz="1219170" rtl="0" eaLnBrk="1" fontAlgn="auto" latinLnBrk="0" hangingPunct="1">
              <a:lnSpc>
                <a:spcPts val="2133"/>
              </a:lnSpc>
              <a:spcBef>
                <a:spcPts val="352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endParaRPr lang="en-US"/>
          </a:p>
          <a:p>
            <a:pPr lvl="0"/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r>
              <a:rPr lang="en-US"/>
              <a:t> </a:t>
            </a:r>
            <a:br>
              <a:rPr lang="en-US"/>
            </a:br>
            <a:r>
              <a:rPr lang="en-US"/>
              <a:t>fames ac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7112000" y="0"/>
            <a:ext cx="5080000" cy="64262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133"/>
            </a:lvl1pPr>
          </a:lstStyle>
          <a:p>
            <a:r>
              <a:rPr lang="en-US"/>
              <a:t>Please add picture here</a:t>
            </a:r>
          </a:p>
          <a:p>
            <a:endParaRPr lang="en-US"/>
          </a:p>
          <a:p>
            <a:endParaRPr lang="en-US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392546" y="955249"/>
            <a:ext cx="562937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884588" y="6435519"/>
            <a:ext cx="1831163" cy="422483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1067" b="1" i="0">
                <a:solidFill>
                  <a:srgbClr val="FEFEFE"/>
                </a:solidFill>
                <a:latin typeface="+mj-lt"/>
              </a:defRPr>
            </a:lvl1pPr>
          </a:lstStyle>
          <a:p>
            <a:pPr defTabSz="914377"/>
            <a:fld id="{3A707DD9-E92B-45E8-BE0A-E6B2EDF345EB}" type="slidenum">
              <a:rPr lang="en-US" smtClean="0"/>
              <a:pPr defTabSz="914377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9105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Highligh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Please Add Slide Headline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476252" y="1896533"/>
            <a:ext cx="5314949" cy="4072467"/>
          </a:xfrm>
        </p:spPr>
        <p:txBody>
          <a:bodyPr/>
          <a:lstStyle>
            <a:lvl1pPr marL="228594" marR="0" indent="-228594" algn="l" defTabSz="1219170" rtl="0" eaLnBrk="1" fontAlgn="auto" latinLnBrk="0" hangingPunct="1">
              <a:lnSpc>
                <a:spcPts val="2133"/>
              </a:lnSpc>
              <a:spcBef>
                <a:spcPts val="352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r>
              <a:rPr lang="en-US"/>
              <a:t> </a:t>
            </a:r>
          </a:p>
          <a:p>
            <a:pPr lvl="0"/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7112000" y="0"/>
            <a:ext cx="5080000" cy="64262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133"/>
            </a:lvl1pPr>
          </a:lstStyle>
          <a:p>
            <a:r>
              <a:rPr lang="en-US"/>
              <a:t>Please add picture here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76252" y="1439333"/>
            <a:ext cx="5314949" cy="457200"/>
          </a:xfrm>
        </p:spPr>
        <p:txBody>
          <a:bodyPr wrap="none" bIns="0">
            <a:noAutofit/>
          </a:bodyPr>
          <a:lstStyle>
            <a:lvl1pPr marL="0" indent="0">
              <a:spcBef>
                <a:spcPts val="384"/>
              </a:spcBef>
              <a:buNone/>
              <a:defRPr sz="1600" b="1" i="0" cap="all" spc="267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Highlight goes here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92546" y="955249"/>
            <a:ext cx="562937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884588" y="6435519"/>
            <a:ext cx="1831163" cy="422483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1067" b="1" i="0">
                <a:solidFill>
                  <a:srgbClr val="FEFEFE"/>
                </a:solidFill>
                <a:latin typeface="+mj-lt"/>
              </a:defRPr>
            </a:lvl1pPr>
          </a:lstStyle>
          <a:p>
            <a:pPr defTabSz="914377"/>
            <a:fld id="{3A707DD9-E92B-45E8-BE0A-E6B2EDF345EB}" type="slidenum">
              <a:rPr lang="en-US" smtClean="0"/>
              <a:pPr defTabSz="914377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584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Please Add Slide Headline Here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7112000" y="0"/>
            <a:ext cx="5080000" cy="64262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133"/>
            </a:lvl1pPr>
          </a:lstStyle>
          <a:p>
            <a:r>
              <a:rPr lang="en-US"/>
              <a:t>Please add picture here</a:t>
            </a:r>
          </a:p>
          <a:p>
            <a:endParaRPr lang="en-US"/>
          </a:p>
          <a:p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92546" y="955249"/>
            <a:ext cx="562937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76251" y="1456655"/>
            <a:ext cx="475488" cy="475488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867" b="1">
                <a:solidFill>
                  <a:schemeClr val="accent2"/>
                </a:solidFill>
                <a:latin typeface="+mj-lt"/>
              </a:defRPr>
            </a:lvl1pPr>
            <a:lvl2pPr marL="609585" indent="0">
              <a:buNone/>
              <a:defRPr>
                <a:latin typeface="+mj-lt"/>
              </a:defRPr>
            </a:lvl2pPr>
            <a:lvl3pPr marL="1219170" indent="0">
              <a:buNone/>
              <a:defRPr>
                <a:latin typeface="+mj-lt"/>
              </a:defRPr>
            </a:lvl3pPr>
            <a:lvl4pPr marL="1828754" indent="0">
              <a:buNone/>
              <a:defRPr>
                <a:latin typeface="+mj-lt"/>
              </a:defRPr>
            </a:lvl4pPr>
            <a:lvl5pPr marL="2438339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3" hasCustomPrompt="1"/>
          </p:nvPr>
        </p:nvSpPr>
        <p:spPr>
          <a:xfrm>
            <a:off x="947963" y="1456655"/>
            <a:ext cx="4843237" cy="475488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67" baseline="0">
                <a:latin typeface="+mn-lt"/>
              </a:defRPr>
            </a:lvl1pPr>
            <a:lvl5pPr marL="2819330" indent="-38099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Please put section one title here</a:t>
            </a:r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476251" y="5493512"/>
            <a:ext cx="475488" cy="475488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867" b="1">
                <a:solidFill>
                  <a:schemeClr val="accent2"/>
                </a:solidFill>
                <a:latin typeface="+mj-lt"/>
              </a:defRPr>
            </a:lvl1pPr>
            <a:lvl2pPr marL="609585" indent="0">
              <a:buNone/>
              <a:defRPr>
                <a:latin typeface="+mj-lt"/>
              </a:defRPr>
            </a:lvl2pPr>
            <a:lvl3pPr marL="1219170" indent="0">
              <a:buNone/>
              <a:defRPr>
                <a:latin typeface="+mj-lt"/>
              </a:defRPr>
            </a:lvl3pPr>
            <a:lvl4pPr marL="1828754" indent="0">
              <a:buNone/>
              <a:defRPr>
                <a:latin typeface="+mj-lt"/>
              </a:defRPr>
            </a:lvl4pPr>
            <a:lvl5pPr marL="2438339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2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476251" y="2264027"/>
            <a:ext cx="475488" cy="475488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867" b="1">
                <a:solidFill>
                  <a:schemeClr val="accent2"/>
                </a:solidFill>
                <a:latin typeface="+mj-lt"/>
              </a:defRPr>
            </a:lvl1pPr>
            <a:lvl2pPr marL="609585" indent="0">
              <a:buNone/>
              <a:defRPr>
                <a:latin typeface="+mj-lt"/>
              </a:defRPr>
            </a:lvl2pPr>
            <a:lvl3pPr marL="1219170" indent="0">
              <a:buNone/>
              <a:defRPr>
                <a:latin typeface="+mj-lt"/>
              </a:defRPr>
            </a:lvl3pPr>
            <a:lvl4pPr marL="1828754" indent="0">
              <a:buNone/>
              <a:defRPr>
                <a:latin typeface="+mj-lt"/>
              </a:defRPr>
            </a:lvl4pPr>
            <a:lvl5pPr marL="2438339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76251" y="3071399"/>
            <a:ext cx="475488" cy="475488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867" b="1">
                <a:solidFill>
                  <a:schemeClr val="accent2"/>
                </a:solidFill>
                <a:latin typeface="+mj-lt"/>
              </a:defRPr>
            </a:lvl1pPr>
            <a:lvl2pPr marL="609585" indent="0">
              <a:buNone/>
              <a:defRPr>
                <a:latin typeface="+mj-lt"/>
              </a:defRPr>
            </a:lvl2pPr>
            <a:lvl3pPr marL="1219170" indent="0">
              <a:buNone/>
              <a:defRPr>
                <a:latin typeface="+mj-lt"/>
              </a:defRPr>
            </a:lvl3pPr>
            <a:lvl4pPr marL="1828754" indent="0">
              <a:buNone/>
              <a:defRPr>
                <a:latin typeface="+mj-lt"/>
              </a:defRPr>
            </a:lvl4pPr>
            <a:lvl5pPr marL="2438339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13"/>
          <p:cNvSpPr>
            <a:spLocks noGrp="1"/>
          </p:cNvSpPr>
          <p:nvPr>
            <p:ph type="body" sz="quarter" idx="17" hasCustomPrompt="1"/>
          </p:nvPr>
        </p:nvSpPr>
        <p:spPr>
          <a:xfrm>
            <a:off x="476251" y="3878771"/>
            <a:ext cx="475488" cy="475488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867" b="1">
                <a:solidFill>
                  <a:schemeClr val="accent2"/>
                </a:solidFill>
                <a:latin typeface="+mj-lt"/>
              </a:defRPr>
            </a:lvl1pPr>
            <a:lvl2pPr marL="609585" indent="0">
              <a:buNone/>
              <a:defRPr>
                <a:latin typeface="+mj-lt"/>
              </a:defRPr>
            </a:lvl2pPr>
            <a:lvl3pPr marL="1219170" indent="0">
              <a:buNone/>
              <a:defRPr>
                <a:latin typeface="+mj-lt"/>
              </a:defRPr>
            </a:lvl3pPr>
            <a:lvl4pPr marL="1828754" indent="0">
              <a:buNone/>
              <a:defRPr>
                <a:latin typeface="+mj-lt"/>
              </a:defRPr>
            </a:lvl4pPr>
            <a:lvl5pPr marL="2438339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13"/>
          <p:cNvSpPr>
            <a:spLocks noGrp="1"/>
          </p:cNvSpPr>
          <p:nvPr>
            <p:ph type="body" sz="quarter" idx="18" hasCustomPrompt="1"/>
          </p:nvPr>
        </p:nvSpPr>
        <p:spPr>
          <a:xfrm>
            <a:off x="476251" y="4686143"/>
            <a:ext cx="475488" cy="475488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867" b="1">
                <a:solidFill>
                  <a:schemeClr val="accent2"/>
                </a:solidFill>
                <a:latin typeface="+mj-lt"/>
              </a:defRPr>
            </a:lvl1pPr>
            <a:lvl2pPr marL="609585" indent="0">
              <a:buNone/>
              <a:defRPr>
                <a:latin typeface="+mj-lt"/>
              </a:defRPr>
            </a:lvl2pPr>
            <a:lvl3pPr marL="1219170" indent="0">
              <a:buNone/>
              <a:defRPr>
                <a:latin typeface="+mj-lt"/>
              </a:defRPr>
            </a:lvl3pPr>
            <a:lvl4pPr marL="1828754" indent="0">
              <a:buNone/>
              <a:defRPr>
                <a:latin typeface="+mj-lt"/>
              </a:defRPr>
            </a:lvl4pPr>
            <a:lvl5pPr marL="2438339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9" hasCustomPrompt="1"/>
          </p:nvPr>
        </p:nvSpPr>
        <p:spPr>
          <a:xfrm>
            <a:off x="947963" y="2263477"/>
            <a:ext cx="4843237" cy="475488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67" baseline="0">
                <a:latin typeface="+mn-lt"/>
              </a:defRPr>
            </a:lvl1pPr>
            <a:lvl5pPr marL="2819330" indent="-38099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Please put section TWO title here</a:t>
            </a:r>
          </a:p>
        </p:txBody>
      </p:sp>
      <p:sp>
        <p:nvSpPr>
          <p:cNvPr id="27" name="Text Placeholder 19"/>
          <p:cNvSpPr>
            <a:spLocks noGrp="1"/>
          </p:cNvSpPr>
          <p:nvPr>
            <p:ph type="body" sz="quarter" idx="20" hasCustomPrompt="1"/>
          </p:nvPr>
        </p:nvSpPr>
        <p:spPr>
          <a:xfrm>
            <a:off x="947963" y="3070300"/>
            <a:ext cx="4843237" cy="475488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67" baseline="0">
                <a:latin typeface="+mn-lt"/>
              </a:defRPr>
            </a:lvl1pPr>
            <a:lvl5pPr marL="2819330" indent="-38099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Please put section THREE title here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21" hasCustomPrompt="1"/>
          </p:nvPr>
        </p:nvSpPr>
        <p:spPr>
          <a:xfrm>
            <a:off x="947963" y="3877123"/>
            <a:ext cx="4843237" cy="475488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67" baseline="0">
                <a:latin typeface="+mn-lt"/>
              </a:defRPr>
            </a:lvl1pPr>
            <a:lvl5pPr marL="2819330" indent="-38099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29" name="Text Placeholder 19"/>
          <p:cNvSpPr>
            <a:spLocks noGrp="1"/>
          </p:cNvSpPr>
          <p:nvPr>
            <p:ph type="body" sz="quarter" idx="22" hasCustomPrompt="1"/>
          </p:nvPr>
        </p:nvSpPr>
        <p:spPr>
          <a:xfrm>
            <a:off x="947963" y="4683945"/>
            <a:ext cx="4843237" cy="475488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67" baseline="0">
                <a:latin typeface="+mn-lt"/>
              </a:defRPr>
            </a:lvl1pPr>
            <a:lvl5pPr marL="2819330" indent="-38099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And delete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23" hasCustomPrompt="1"/>
          </p:nvPr>
        </p:nvSpPr>
        <p:spPr>
          <a:xfrm>
            <a:off x="947963" y="5490769"/>
            <a:ext cx="4843237" cy="475488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67" baseline="0">
                <a:latin typeface="+mn-lt"/>
              </a:defRPr>
            </a:lvl1pPr>
            <a:lvl5pPr marL="2819330" indent="-38099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The extras</a:t>
            </a:r>
          </a:p>
        </p:txBody>
      </p:sp>
      <p:sp>
        <p:nvSpPr>
          <p:cNvPr id="3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884588" y="6435519"/>
            <a:ext cx="1831163" cy="422483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1067" b="1" i="0">
                <a:solidFill>
                  <a:srgbClr val="FEFEFE"/>
                </a:solidFill>
                <a:latin typeface="+mj-lt"/>
              </a:defRPr>
            </a:lvl1pPr>
          </a:lstStyle>
          <a:p>
            <a:pPr defTabSz="914377"/>
            <a:fld id="{3A707DD9-E92B-45E8-BE0A-E6B2EDF345EB}" type="slidenum">
              <a:rPr lang="en-US" smtClean="0"/>
              <a:pPr defTabSz="914377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64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l Profile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898526" y="2373859"/>
            <a:ext cx="5314948" cy="3595140"/>
          </a:xfrm>
        </p:spPr>
        <p:txBody>
          <a:bodyPr/>
          <a:lstStyle>
            <a:lvl1pPr marL="228594" marR="0" indent="-228594" algn="l" defTabSz="1219170" rtl="0" eaLnBrk="1" fontAlgn="auto" latinLnBrk="0" hangingPunct="1">
              <a:lnSpc>
                <a:spcPts val="2133"/>
              </a:lnSpc>
              <a:spcBef>
                <a:spcPts val="352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898524" y="1439333"/>
            <a:ext cx="5314949" cy="457200"/>
          </a:xfrm>
        </p:spPr>
        <p:txBody>
          <a:bodyPr wrap="none" bIns="0">
            <a:noAutofit/>
          </a:bodyPr>
          <a:lstStyle>
            <a:lvl1pPr marL="0" indent="0">
              <a:spcBef>
                <a:spcPts val="384"/>
              </a:spcBef>
              <a:buNone/>
              <a:defRPr sz="1600" b="1" i="0" cap="all" spc="267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Highlight goes here</a:t>
            </a:r>
          </a:p>
        </p:txBody>
      </p:sp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884588" y="6435519"/>
            <a:ext cx="1831163" cy="422483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1067" b="1" i="0">
                <a:solidFill>
                  <a:srgbClr val="FEFEFE"/>
                </a:solidFill>
                <a:latin typeface="+mj-lt"/>
              </a:defRPr>
            </a:lvl1pPr>
          </a:lstStyle>
          <a:p>
            <a:pPr defTabSz="914377"/>
            <a:fld id="{3A707DD9-E92B-45E8-BE0A-E6B2EDF345EB}" type="slidenum">
              <a:rPr lang="en-US" smtClean="0"/>
              <a:pPr defTabSz="914377"/>
              <a:t>‹#›</a:t>
            </a:fld>
            <a:endParaRPr lang="en-US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898524" y="1916660"/>
            <a:ext cx="5314949" cy="457200"/>
          </a:xfrm>
        </p:spPr>
        <p:txBody>
          <a:bodyPr wrap="none" bIns="0">
            <a:noAutofit/>
          </a:bodyPr>
          <a:lstStyle>
            <a:lvl1pPr marL="0" indent="0">
              <a:spcBef>
                <a:spcPts val="384"/>
              </a:spcBef>
              <a:buNone/>
              <a:defRPr sz="1200" b="1" i="1" cap="none" spc="133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Please put title here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7112000" y="1"/>
            <a:ext cx="5080001" cy="643551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val 13"/>
          <p:cNvSpPr/>
          <p:nvPr userDrawn="1"/>
        </p:nvSpPr>
        <p:spPr>
          <a:xfrm>
            <a:off x="8305208" y="1870968"/>
            <a:ext cx="2693581" cy="2693581"/>
          </a:xfrm>
          <a:prstGeom prst="ellipse">
            <a:avLst/>
          </a:prstGeom>
          <a:noFill/>
          <a:ln w="190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8542527" y="2108287"/>
            <a:ext cx="2218944" cy="221894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PLEASE 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353343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l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5973762" y="2373859"/>
            <a:ext cx="5324476" cy="3595140"/>
          </a:xfrm>
        </p:spPr>
        <p:txBody>
          <a:bodyPr/>
          <a:lstStyle>
            <a:lvl1pPr marL="228594" indent="-228594">
              <a:buFont typeface="Arial" panose="020B0604020202020204" pitchFamily="34" charset="0"/>
              <a:buChar char="•"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endParaRPr 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5973762" y="1439333"/>
            <a:ext cx="5314951" cy="457200"/>
          </a:xfrm>
        </p:spPr>
        <p:txBody>
          <a:bodyPr wrap="none" bIns="0">
            <a:noAutofit/>
          </a:bodyPr>
          <a:lstStyle>
            <a:lvl1pPr marL="0" indent="0">
              <a:spcBef>
                <a:spcPts val="384"/>
              </a:spcBef>
              <a:buNone/>
              <a:defRPr sz="1600" b="1" i="0" cap="all" spc="267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Please put name here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-1" y="1"/>
            <a:ext cx="5080001" cy="643551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val 9"/>
          <p:cNvSpPr/>
          <p:nvPr userDrawn="1"/>
        </p:nvSpPr>
        <p:spPr>
          <a:xfrm>
            <a:off x="1193208" y="1870968"/>
            <a:ext cx="2693581" cy="2693581"/>
          </a:xfrm>
          <a:prstGeom prst="ellipse">
            <a:avLst/>
          </a:prstGeom>
          <a:noFill/>
          <a:ln w="190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1430527" y="2108287"/>
            <a:ext cx="2218944" cy="221894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PLEASE INSERT PHOTO HERE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973761" y="1916660"/>
            <a:ext cx="5324723" cy="457200"/>
          </a:xfrm>
        </p:spPr>
        <p:txBody>
          <a:bodyPr wrap="none" bIns="0">
            <a:noAutofit/>
          </a:bodyPr>
          <a:lstStyle>
            <a:lvl1pPr marL="0" indent="0">
              <a:spcBef>
                <a:spcPts val="384"/>
              </a:spcBef>
              <a:buNone/>
              <a:defRPr sz="1200" b="1" i="1" cap="none" spc="133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Please put title here</a:t>
            </a:r>
          </a:p>
        </p:txBody>
      </p:sp>
      <p:sp>
        <p:nvSpPr>
          <p:cNvPr id="1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884588" y="6435519"/>
            <a:ext cx="1831163" cy="422483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1067" b="1" i="0">
                <a:solidFill>
                  <a:srgbClr val="FEFEFE"/>
                </a:solidFill>
                <a:latin typeface="+mj-lt"/>
              </a:defRPr>
            </a:lvl1pPr>
          </a:lstStyle>
          <a:p>
            <a:pPr defTabSz="914377"/>
            <a:fld id="{3A707DD9-E92B-45E8-BE0A-E6B2EDF345EB}" type="slidenum">
              <a:rPr lang="en-US" smtClean="0"/>
              <a:pPr defTabSz="914377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947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0">
          <p15:clr>
            <a:srgbClr val="FBAE40"/>
          </p15:clr>
        </p15:guide>
        <p15:guide id="2" orient="horz" pos="152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 Color Canva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Please Add Slide Headline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476251" y="1439333"/>
            <a:ext cx="11239500" cy="4529667"/>
          </a:xfrm>
        </p:spPr>
        <p:txBody>
          <a:bodyPr/>
          <a:lstStyle>
            <a:lvl1pPr marL="228594" marR="0" indent="-228594" algn="l" defTabSz="1219170" rtl="0" eaLnBrk="1" fontAlgn="auto" latinLnBrk="0" hangingPunct="1">
              <a:lnSpc>
                <a:spcPts val="2133"/>
              </a:lnSpc>
              <a:spcBef>
                <a:spcPts val="352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  <a:br>
              <a:rPr lang="en-US"/>
            </a:br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r>
              <a:rPr lang="en-US"/>
              <a:t> </a:t>
            </a:r>
            <a:br>
              <a:rPr lang="en-US"/>
            </a:br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r>
              <a:rPr lang="en-US"/>
              <a:t> </a:t>
            </a:r>
            <a:br>
              <a:rPr lang="en-US"/>
            </a:br>
            <a:r>
              <a:rPr lang="en-US"/>
              <a:t>fames ac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</a:p>
          <a:p>
            <a:pPr marL="228594" marR="0" lvl="0" indent="-228594" algn="l" defTabSz="1219170" rtl="0" eaLnBrk="1" fontAlgn="auto" latinLnBrk="0" hangingPunct="1">
              <a:lnSpc>
                <a:spcPts val="2133"/>
              </a:lnSpc>
              <a:spcBef>
                <a:spcPts val="352"/>
              </a:spcBef>
              <a:spcAft>
                <a:spcPts val="400"/>
              </a:spcAft>
              <a:buClrTx/>
              <a:buSzTx/>
              <a:tabLst/>
              <a:defRPr/>
            </a:pPr>
            <a:r>
              <a:rPr lang="en-US" sz="1467">
                <a:latin typeface="+mj-lt"/>
              </a:rPr>
              <a:t>In </a:t>
            </a:r>
            <a:r>
              <a:rPr lang="en-US" sz="1467" err="1">
                <a:latin typeface="+mj-lt"/>
              </a:rPr>
              <a:t>egestas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orci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eu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lacinia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consectetur</a:t>
            </a:r>
            <a:r>
              <a:rPr lang="en-US" sz="1467">
                <a:latin typeface="+mj-lt"/>
              </a:rPr>
              <a:t>. In dolor ipsum, gravida et </a:t>
            </a:r>
            <a:r>
              <a:rPr lang="en-US" sz="1467" err="1">
                <a:latin typeface="+mj-lt"/>
              </a:rPr>
              <a:t>sagittis</a:t>
            </a:r>
            <a:r>
              <a:rPr lang="en-US" sz="1467">
                <a:latin typeface="+mj-lt"/>
              </a:rPr>
              <a:t> id, </a:t>
            </a:r>
            <a:r>
              <a:rPr lang="en-US" sz="1467" err="1">
                <a:latin typeface="+mj-lt"/>
              </a:rPr>
              <a:t>sollicitudin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ut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nisl</a:t>
            </a:r>
            <a:r>
              <a:rPr lang="en-US" sz="1467">
                <a:latin typeface="+mj-lt"/>
              </a:rPr>
              <a:t>. </a:t>
            </a:r>
            <a:r>
              <a:rPr lang="en-US" sz="1467" err="1">
                <a:latin typeface="+mj-lt"/>
              </a:rPr>
              <a:t>Praesent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bibendum</a:t>
            </a:r>
            <a:r>
              <a:rPr lang="en-US" sz="1467">
                <a:latin typeface="+mj-lt"/>
              </a:rPr>
              <a:t> tempus </a:t>
            </a:r>
            <a:r>
              <a:rPr lang="en-US" sz="1467" err="1">
                <a:latin typeface="+mj-lt"/>
              </a:rPr>
              <a:t>tellus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nec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hendrerit</a:t>
            </a:r>
            <a:r>
              <a:rPr lang="en-US" sz="1467">
                <a:latin typeface="+mj-lt"/>
              </a:rPr>
              <a:t>. Nam in </a:t>
            </a:r>
            <a:r>
              <a:rPr lang="en-US" sz="1467" err="1">
                <a:latin typeface="+mj-lt"/>
              </a:rPr>
              <a:t>tempor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metus</a:t>
            </a:r>
            <a:r>
              <a:rPr lang="en-US" sz="1467">
                <a:latin typeface="+mj-lt"/>
              </a:rPr>
              <a:t>, ac </a:t>
            </a:r>
            <a:r>
              <a:rPr lang="en-US" sz="1467" err="1">
                <a:latin typeface="+mj-lt"/>
              </a:rPr>
              <a:t>finibus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purus</a:t>
            </a:r>
            <a:r>
              <a:rPr lang="en-US" sz="1467">
                <a:latin typeface="+mj-lt"/>
              </a:rPr>
              <a:t>. </a:t>
            </a:r>
            <a:r>
              <a:rPr lang="en-US" sz="1467" err="1">
                <a:latin typeface="+mj-lt"/>
              </a:rPr>
              <a:t>Praesent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consequat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lectus</a:t>
            </a:r>
            <a:r>
              <a:rPr lang="en-US" sz="1467">
                <a:latin typeface="+mj-lt"/>
              </a:rPr>
              <a:t> sit </a:t>
            </a:r>
            <a:r>
              <a:rPr lang="en-US" sz="1467" err="1">
                <a:latin typeface="+mj-lt"/>
              </a:rPr>
              <a:t>amet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tortor</a:t>
            </a:r>
            <a:r>
              <a:rPr lang="en-US" sz="1467">
                <a:latin typeface="+mj-lt"/>
              </a:rPr>
              <a:t> pharetra, </a:t>
            </a:r>
            <a:r>
              <a:rPr lang="en-US" sz="1467" err="1">
                <a:latin typeface="+mj-lt"/>
              </a:rPr>
              <a:t>sed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venenatis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eros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lacinia</a:t>
            </a:r>
            <a:r>
              <a:rPr lang="en-US" sz="1467">
                <a:latin typeface="+mj-lt"/>
              </a:rPr>
              <a:t>. In </a:t>
            </a:r>
            <a:r>
              <a:rPr lang="en-US" sz="1467" err="1">
                <a:latin typeface="+mj-lt"/>
              </a:rPr>
              <a:t>sed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erat</a:t>
            </a:r>
            <a:r>
              <a:rPr lang="en-US" sz="1467">
                <a:latin typeface="+mj-lt"/>
              </a:rPr>
              <a:t> libero. </a:t>
            </a:r>
            <a:r>
              <a:rPr lang="en-US" sz="1467" err="1">
                <a:latin typeface="+mj-lt"/>
              </a:rPr>
              <a:t>Sed</a:t>
            </a:r>
            <a:r>
              <a:rPr lang="en-US" sz="1467">
                <a:latin typeface="+mj-lt"/>
              </a:rPr>
              <a:t> lorem </a:t>
            </a:r>
            <a:r>
              <a:rPr lang="en-US" sz="1467" err="1">
                <a:latin typeface="+mj-lt"/>
              </a:rPr>
              <a:t>neque</a:t>
            </a:r>
            <a:r>
              <a:rPr lang="en-US" sz="1467">
                <a:latin typeface="+mj-lt"/>
              </a:rPr>
              <a:t>, </a:t>
            </a:r>
            <a:r>
              <a:rPr lang="en-US" sz="1467" err="1">
                <a:latin typeface="+mj-lt"/>
              </a:rPr>
              <a:t>commodo</a:t>
            </a:r>
            <a:r>
              <a:rPr lang="en-US" sz="1467">
                <a:latin typeface="+mj-lt"/>
              </a:rPr>
              <a:t> vitae ex at, pharetra convallis </a:t>
            </a:r>
            <a:r>
              <a:rPr lang="en-US" sz="1467" err="1">
                <a:latin typeface="+mj-lt"/>
              </a:rPr>
              <a:t>nunc</a:t>
            </a:r>
            <a:r>
              <a:rPr lang="en-US" sz="1467">
                <a:latin typeface="+mj-lt"/>
              </a:rPr>
              <a:t>. In </a:t>
            </a:r>
            <a:r>
              <a:rPr lang="en-US" sz="1467" err="1">
                <a:latin typeface="+mj-lt"/>
              </a:rPr>
              <a:t>vehicula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mauris</a:t>
            </a:r>
            <a:r>
              <a:rPr lang="en-US" sz="1467">
                <a:latin typeface="+mj-lt"/>
              </a:rPr>
              <a:t> ligula. </a:t>
            </a:r>
            <a:r>
              <a:rPr lang="en-US" sz="1467" err="1">
                <a:latin typeface="+mj-lt"/>
              </a:rPr>
              <a:t>Suspendisse</a:t>
            </a:r>
            <a:r>
              <a:rPr lang="en-US" sz="1467">
                <a:latin typeface="+mj-lt"/>
              </a:rPr>
              <a:t> in </a:t>
            </a:r>
            <a:r>
              <a:rPr lang="en-US" sz="1467" err="1">
                <a:latin typeface="+mj-lt"/>
              </a:rPr>
              <a:t>tellus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congue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odio</a:t>
            </a:r>
            <a:r>
              <a:rPr lang="en-US" sz="1467">
                <a:latin typeface="+mj-lt"/>
              </a:rPr>
              <a:t> pharetra </a:t>
            </a:r>
            <a:r>
              <a:rPr lang="en-US" sz="1467" err="1">
                <a:latin typeface="+mj-lt"/>
              </a:rPr>
              <a:t>finibus</a:t>
            </a:r>
            <a:r>
              <a:rPr lang="en-US" sz="1467">
                <a:latin typeface="+mj-lt"/>
              </a:rPr>
              <a:t>. Nam </a:t>
            </a:r>
            <a:r>
              <a:rPr lang="en-US" sz="1467" err="1">
                <a:latin typeface="+mj-lt"/>
              </a:rPr>
              <a:t>vel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auctor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justo</a:t>
            </a:r>
            <a:r>
              <a:rPr lang="en-US" sz="1467">
                <a:latin typeface="+mj-lt"/>
              </a:rPr>
              <a:t>, vitae </a:t>
            </a:r>
            <a:r>
              <a:rPr lang="en-US" sz="1467" err="1">
                <a:latin typeface="+mj-lt"/>
              </a:rPr>
              <a:t>hendrerit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orci</a:t>
            </a:r>
            <a:r>
              <a:rPr lang="en-US" sz="1467">
                <a:latin typeface="+mj-lt"/>
              </a:rPr>
              <a:t>. </a:t>
            </a:r>
            <a:r>
              <a:rPr lang="en-US" sz="1467" err="1">
                <a:latin typeface="+mj-lt"/>
              </a:rPr>
              <a:t>Duis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nec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sapien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viverra</a:t>
            </a:r>
            <a:r>
              <a:rPr lang="en-US" sz="1467">
                <a:latin typeface="+mj-lt"/>
              </a:rPr>
              <a:t>, </a:t>
            </a:r>
            <a:r>
              <a:rPr lang="en-US" sz="1467" err="1">
                <a:latin typeface="+mj-lt"/>
              </a:rPr>
              <a:t>bibendum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tellus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eget</a:t>
            </a:r>
            <a:r>
              <a:rPr lang="en-US" sz="1467">
                <a:latin typeface="+mj-lt"/>
              </a:rPr>
              <a:t>, </a:t>
            </a:r>
            <a:r>
              <a:rPr lang="en-US" sz="1467" err="1">
                <a:latin typeface="+mj-lt"/>
              </a:rPr>
              <a:t>pellentesque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massa</a:t>
            </a:r>
            <a:r>
              <a:rPr lang="en-US" sz="1467">
                <a:latin typeface="+mj-lt"/>
              </a:rPr>
              <a:t>. </a:t>
            </a:r>
            <a:r>
              <a:rPr lang="en-US" sz="1467" err="1">
                <a:latin typeface="+mj-lt"/>
              </a:rPr>
              <a:t>Nulla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feugiat</a:t>
            </a:r>
            <a:r>
              <a:rPr lang="en-US" sz="1467">
                <a:latin typeface="+mj-lt"/>
              </a:rPr>
              <a:t>, </a:t>
            </a:r>
            <a:r>
              <a:rPr lang="en-US" sz="1467" err="1">
                <a:latin typeface="+mj-lt"/>
              </a:rPr>
              <a:t>turpis</a:t>
            </a:r>
            <a:r>
              <a:rPr lang="en-US" sz="1467">
                <a:latin typeface="+mj-lt"/>
              </a:rPr>
              <a:t> et </a:t>
            </a:r>
            <a:r>
              <a:rPr lang="en-US" sz="1467" err="1">
                <a:latin typeface="+mj-lt"/>
              </a:rPr>
              <a:t>posuere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viverra</a:t>
            </a:r>
            <a:r>
              <a:rPr lang="en-US" sz="1467">
                <a:latin typeface="+mj-lt"/>
              </a:rPr>
              <a:t>, ipsum </a:t>
            </a:r>
            <a:r>
              <a:rPr lang="en-US" sz="1467" err="1">
                <a:latin typeface="+mj-lt"/>
              </a:rPr>
              <a:t>sem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tincidunt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est</a:t>
            </a:r>
            <a:r>
              <a:rPr lang="en-US" sz="1467">
                <a:latin typeface="+mj-lt"/>
              </a:rPr>
              <a:t>, </a:t>
            </a:r>
            <a:r>
              <a:rPr lang="en-US" sz="1467" err="1">
                <a:latin typeface="+mj-lt"/>
              </a:rPr>
              <a:t>finibus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tempor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nibh</a:t>
            </a:r>
            <a:r>
              <a:rPr lang="en-US" sz="1467">
                <a:latin typeface="+mj-lt"/>
              </a:rPr>
              <a:t> ante semper diam. </a:t>
            </a:r>
            <a:r>
              <a:rPr lang="en-US" sz="1467" err="1">
                <a:latin typeface="+mj-lt"/>
              </a:rPr>
              <a:t>Nullam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quis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euismod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neque</a:t>
            </a:r>
            <a:r>
              <a:rPr lang="en-US" sz="1467">
                <a:latin typeface="+mj-lt"/>
              </a:rPr>
              <a:t>, </a:t>
            </a:r>
            <a:r>
              <a:rPr lang="en-US" sz="1467" err="1">
                <a:latin typeface="+mj-lt"/>
              </a:rPr>
              <a:t>nec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facilisis</a:t>
            </a:r>
            <a:r>
              <a:rPr lang="en-US" sz="1467">
                <a:latin typeface="+mj-lt"/>
              </a:rPr>
              <a:t> sem. </a:t>
            </a:r>
            <a:r>
              <a:rPr lang="en-US" sz="1467" err="1">
                <a:latin typeface="+mj-lt"/>
              </a:rPr>
              <a:t>Morbi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egestas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iaculis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dignissim</a:t>
            </a:r>
            <a:r>
              <a:rPr lang="en-US" sz="1467">
                <a:latin typeface="+mj-lt"/>
              </a:rPr>
              <a:t>. In </a:t>
            </a:r>
            <a:r>
              <a:rPr lang="en-US" sz="1467" err="1">
                <a:latin typeface="+mj-lt"/>
              </a:rPr>
              <a:t>accumsan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tortor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elit</a:t>
            </a:r>
            <a:r>
              <a:rPr lang="en-US" sz="1467">
                <a:latin typeface="+mj-lt"/>
              </a:rPr>
              <a:t>, non </a:t>
            </a:r>
            <a:r>
              <a:rPr lang="en-US" sz="1467" err="1">
                <a:latin typeface="+mj-lt"/>
              </a:rPr>
              <a:t>euismod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eros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accumsan</a:t>
            </a:r>
            <a:r>
              <a:rPr lang="en-US" sz="1467">
                <a:latin typeface="+mj-lt"/>
              </a:rPr>
              <a:t> ac. </a:t>
            </a:r>
            <a:r>
              <a:rPr lang="en-US" sz="1467" err="1">
                <a:latin typeface="+mj-lt"/>
              </a:rPr>
              <a:t>Sed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ultrices</a:t>
            </a:r>
            <a:r>
              <a:rPr lang="en-US" sz="1467">
                <a:latin typeface="+mj-lt"/>
              </a:rPr>
              <a:t> mi lorem, </a:t>
            </a:r>
            <a:r>
              <a:rPr lang="en-US" sz="1467" err="1">
                <a:latin typeface="+mj-lt"/>
              </a:rPr>
              <a:t>ut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dignissim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nibh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facilisis</a:t>
            </a:r>
            <a:r>
              <a:rPr lang="en-US" sz="1467">
                <a:latin typeface="+mj-lt"/>
              </a:rPr>
              <a:t> vel.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392546" y="955249"/>
            <a:ext cx="11406909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884588" y="6435519"/>
            <a:ext cx="1831163" cy="422483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1067" b="1" i="0">
                <a:solidFill>
                  <a:srgbClr val="FEFEFE"/>
                </a:solidFill>
                <a:latin typeface="+mj-lt"/>
              </a:defRPr>
            </a:lvl1pPr>
          </a:lstStyle>
          <a:p>
            <a:pPr defTabSz="914377"/>
            <a:fld id="{3A707DD9-E92B-45E8-BE0A-E6B2EDF345EB}" type="slidenum">
              <a:rPr lang="en-US" smtClean="0"/>
              <a:pPr defTabSz="914377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010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on Color Canva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Please Add Slide Headline Here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476253" y="1896533"/>
            <a:ext cx="5314948" cy="407246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r>
              <a:rPr lang="en-US"/>
              <a:t> </a:t>
            </a:r>
          </a:p>
          <a:p>
            <a:pPr lvl="0"/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476252" y="1439333"/>
            <a:ext cx="5314949" cy="457200"/>
          </a:xfrm>
        </p:spPr>
        <p:txBody>
          <a:bodyPr wrap="none" bIns="0">
            <a:noAutofit/>
          </a:bodyPr>
          <a:lstStyle>
            <a:lvl1pPr marL="0" indent="0">
              <a:spcBef>
                <a:spcPts val="384"/>
              </a:spcBef>
              <a:buNone/>
              <a:defRPr sz="1600" b="1" i="0" cap="all" spc="267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Highlight goes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6400799" y="1896533"/>
            <a:ext cx="5324476" cy="407246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r>
              <a:rPr lang="en-US"/>
              <a:t> </a:t>
            </a:r>
          </a:p>
          <a:p>
            <a:pPr lvl="0"/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endParaRPr 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400799" y="1439333"/>
            <a:ext cx="5314952" cy="457200"/>
          </a:xfrm>
        </p:spPr>
        <p:txBody>
          <a:bodyPr wrap="none" bIns="0">
            <a:noAutofit/>
          </a:bodyPr>
          <a:lstStyle>
            <a:lvl1pPr marL="0" indent="0">
              <a:spcBef>
                <a:spcPts val="384"/>
              </a:spcBef>
              <a:buNone/>
              <a:defRPr sz="1600" b="1" i="0" cap="all" spc="267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OTHER Highlight goes here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392546" y="955249"/>
            <a:ext cx="11406909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884588" y="6435519"/>
            <a:ext cx="1831163" cy="422483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1067" b="1" i="0">
                <a:solidFill>
                  <a:srgbClr val="FEFEFE"/>
                </a:solidFill>
                <a:latin typeface="+mj-lt"/>
              </a:defRPr>
            </a:lvl1pPr>
          </a:lstStyle>
          <a:p>
            <a:pPr defTabSz="914377"/>
            <a:fld id="{3A707DD9-E92B-45E8-BE0A-E6B2EDF345EB}" type="slidenum">
              <a:rPr lang="en-US" smtClean="0"/>
              <a:pPr defTabSz="914377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6865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on Color Canvas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/>
          <p:cNvSpPr>
            <a:spLocks noGrp="1"/>
          </p:cNvSpPr>
          <p:nvPr>
            <p:ph sz="quarter" idx="16" hasCustomPrompt="1"/>
          </p:nvPr>
        </p:nvSpPr>
        <p:spPr>
          <a:xfrm>
            <a:off x="1502900" y="1651445"/>
            <a:ext cx="3072384" cy="3871384"/>
          </a:xfrm>
          <a:ln>
            <a:solidFill>
              <a:schemeClr val="bg1"/>
            </a:solidFill>
          </a:ln>
        </p:spPr>
        <p:txBody>
          <a:bodyPr vert="horz" lIns="182880" tIns="274320" rIns="182880" bIns="274320" rtlCol="0">
            <a:normAutofit/>
          </a:bodyPr>
          <a:lstStyle>
            <a:lvl1pPr>
              <a:defRPr lang="en-US" sz="1333" dirty="0" smtClean="0">
                <a:solidFill>
                  <a:schemeClr val="bg1"/>
                </a:solidFill>
              </a:defRPr>
            </a:lvl1pPr>
            <a:lvl2pPr>
              <a:defRPr lang="en-US" sz="1333" dirty="0" smtClean="0">
                <a:solidFill>
                  <a:schemeClr val="bg1"/>
                </a:solidFill>
              </a:defRPr>
            </a:lvl2pPr>
            <a:lvl3pPr>
              <a:defRPr lang="en-US" sz="1333" dirty="0" smtClean="0">
                <a:solidFill>
                  <a:schemeClr val="bg1"/>
                </a:solidFill>
              </a:defRPr>
            </a:lvl3pPr>
            <a:lvl4pPr>
              <a:defRPr lang="en-US" sz="1333" dirty="0" smtClean="0">
                <a:solidFill>
                  <a:schemeClr val="bg1"/>
                </a:solidFill>
              </a:defRPr>
            </a:lvl4pPr>
            <a:lvl5pPr>
              <a:defRPr lang="en-US" sz="1333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</a:p>
          <a:p>
            <a:pPr lvl="0"/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</a:p>
        </p:txBody>
      </p:sp>
      <p:sp>
        <p:nvSpPr>
          <p:cNvPr id="5" name="Title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7647668" y="1066229"/>
            <a:ext cx="3072384" cy="585216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lIns="91440" tIns="0" rIns="91440" bIns="0" anchor="ctr">
            <a:noAutofit/>
          </a:bodyPr>
          <a:lstStyle>
            <a:lvl1pPr marL="0" indent="0" algn="ctr">
              <a:buNone/>
              <a:defRPr sz="1600" b="1" i="0" cap="all" spc="267" baseline="0"/>
            </a:lvl1pPr>
            <a:lvl2pPr marL="609585" indent="0">
              <a:buNone/>
              <a:defRPr b="1" i="0" cap="all" spc="267" baseline="0"/>
            </a:lvl2pPr>
            <a:lvl3pPr marL="1219170" indent="0">
              <a:buNone/>
              <a:defRPr b="1" i="0" cap="all" spc="267" baseline="0"/>
            </a:lvl3pPr>
            <a:lvl4pPr marL="1828754" indent="0">
              <a:buNone/>
              <a:defRPr b="1" i="0" cap="all" spc="267" baseline="0"/>
            </a:lvl4pPr>
            <a:lvl5pPr marL="2438339" indent="0">
              <a:buFont typeface="Arial" panose="020B0604020202020204" pitchFamily="34" charset="0"/>
              <a:buNone/>
              <a:defRPr b="1" i="0" cap="all" spc="267" baseline="0"/>
            </a:lvl5pPr>
          </a:lstStyle>
          <a:p>
            <a:pPr lvl="0"/>
            <a:r>
              <a:rPr lang="en-US"/>
              <a:t>ADD TITILE HERE</a:t>
            </a:r>
          </a:p>
        </p:txBody>
      </p:sp>
      <p:sp>
        <p:nvSpPr>
          <p:cNvPr id="4" name="Title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575284" y="1066229"/>
            <a:ext cx="3072384" cy="585216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lIns="91440" tIns="0" rIns="91440" bIns="0" anchor="ctr">
            <a:noAutofit/>
          </a:bodyPr>
          <a:lstStyle>
            <a:lvl1pPr marL="0" indent="0" algn="ctr">
              <a:buNone/>
              <a:defRPr sz="1600" b="1" i="0" cap="all" spc="267" baseline="0"/>
            </a:lvl1pPr>
            <a:lvl2pPr marL="609585" indent="0">
              <a:buNone/>
              <a:defRPr b="1" i="0" cap="all" spc="267" baseline="0"/>
            </a:lvl2pPr>
            <a:lvl3pPr marL="1219170" indent="0">
              <a:buNone/>
              <a:defRPr b="1" i="0" cap="all" spc="267" baseline="0"/>
            </a:lvl3pPr>
            <a:lvl4pPr marL="1828754" indent="0">
              <a:buNone/>
              <a:defRPr b="1" i="0" cap="all" spc="267" baseline="0"/>
            </a:lvl4pPr>
            <a:lvl5pPr marL="2438339" indent="0">
              <a:buFont typeface="Arial" panose="020B0604020202020204" pitchFamily="34" charset="0"/>
              <a:buNone/>
              <a:defRPr b="1" i="0" cap="all" spc="267" baseline="0"/>
            </a:lvl5pPr>
          </a:lstStyle>
          <a:p>
            <a:pPr lvl="0"/>
            <a:r>
              <a:rPr lang="en-US"/>
              <a:t>ADD TITILE HERE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body" sz="quarter" idx="12" hasCustomPrompt="1"/>
          </p:nvPr>
        </p:nvSpPr>
        <p:spPr>
          <a:xfrm>
            <a:off x="1502900" y="1066229"/>
            <a:ext cx="3072384" cy="585216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lIns="91440" tIns="0" rIns="91440" bIns="0" anchor="ctr">
            <a:noAutofit/>
          </a:bodyPr>
          <a:lstStyle>
            <a:lvl1pPr marL="0" indent="0" algn="ctr">
              <a:buNone/>
              <a:defRPr sz="1600" b="1" i="0" cap="all" spc="267" baseline="0"/>
            </a:lvl1pPr>
            <a:lvl2pPr marL="609585" indent="0">
              <a:buNone/>
              <a:defRPr b="1" i="0" cap="all" spc="267" baseline="0"/>
            </a:lvl2pPr>
            <a:lvl3pPr marL="1219170" indent="0">
              <a:buNone/>
              <a:defRPr b="1" i="0" cap="all" spc="267" baseline="0"/>
            </a:lvl3pPr>
            <a:lvl4pPr marL="1828754" indent="0">
              <a:buNone/>
              <a:defRPr b="1" i="0" cap="all" spc="267" baseline="0"/>
            </a:lvl4pPr>
            <a:lvl5pPr marL="2438339" indent="0">
              <a:buFont typeface="Arial" panose="020B0604020202020204" pitchFamily="34" charset="0"/>
              <a:buNone/>
              <a:defRPr b="1" i="0" cap="all" spc="267" baseline="0"/>
            </a:lvl5pPr>
          </a:lstStyle>
          <a:p>
            <a:pPr lvl="0"/>
            <a:r>
              <a:rPr lang="en-US"/>
              <a:t>ADD TITILE HERE</a:t>
            </a:r>
          </a:p>
        </p:txBody>
      </p:sp>
      <p:sp>
        <p:nvSpPr>
          <p:cNvPr id="1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884588" y="6435519"/>
            <a:ext cx="1831163" cy="422483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1067" b="1" i="0">
                <a:solidFill>
                  <a:srgbClr val="FEFEFE"/>
                </a:solidFill>
                <a:latin typeface="+mj-lt"/>
              </a:defRPr>
            </a:lvl1pPr>
          </a:lstStyle>
          <a:p>
            <a:pPr defTabSz="914377"/>
            <a:fld id="{3A707DD9-E92B-45E8-BE0A-E6B2EDF345EB}" type="slidenum">
              <a:rPr lang="en-US" smtClean="0"/>
              <a:pPr defTabSz="914377"/>
              <a:t>‹#›</a:t>
            </a:fld>
            <a:endParaRPr lang="en-US"/>
          </a:p>
        </p:txBody>
      </p:sp>
      <p:sp>
        <p:nvSpPr>
          <p:cNvPr id="16" name="Content Placeholder 14"/>
          <p:cNvSpPr>
            <a:spLocks noGrp="1"/>
          </p:cNvSpPr>
          <p:nvPr>
            <p:ph sz="quarter" idx="17" hasCustomPrompt="1"/>
          </p:nvPr>
        </p:nvSpPr>
        <p:spPr>
          <a:xfrm>
            <a:off x="7647668" y="1651445"/>
            <a:ext cx="3072384" cy="3871384"/>
          </a:xfrm>
          <a:ln>
            <a:solidFill>
              <a:schemeClr val="bg1"/>
            </a:solidFill>
          </a:ln>
        </p:spPr>
        <p:txBody>
          <a:bodyPr vert="horz" lIns="182880" tIns="274320" rIns="182880" bIns="274320" rtlCol="0">
            <a:normAutofit/>
          </a:bodyPr>
          <a:lstStyle>
            <a:lvl1pPr>
              <a:defRPr lang="en-US" sz="1333" dirty="0" smtClean="0">
                <a:solidFill>
                  <a:schemeClr val="bg1"/>
                </a:solidFill>
              </a:defRPr>
            </a:lvl1pPr>
            <a:lvl2pPr>
              <a:defRPr lang="en-US" sz="1333" dirty="0" smtClean="0">
                <a:solidFill>
                  <a:schemeClr val="bg1"/>
                </a:solidFill>
              </a:defRPr>
            </a:lvl2pPr>
            <a:lvl3pPr>
              <a:defRPr lang="en-US" sz="1333" dirty="0" smtClean="0">
                <a:solidFill>
                  <a:schemeClr val="bg1"/>
                </a:solidFill>
              </a:defRPr>
            </a:lvl3pPr>
            <a:lvl4pPr>
              <a:defRPr lang="en-US" sz="1333" dirty="0" smtClean="0">
                <a:solidFill>
                  <a:schemeClr val="bg1"/>
                </a:solidFill>
              </a:defRPr>
            </a:lvl4pPr>
            <a:lvl5pPr>
              <a:defRPr lang="en-US" sz="1333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</a:p>
          <a:p>
            <a:pPr lvl="0"/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</a:p>
        </p:txBody>
      </p:sp>
      <p:sp>
        <p:nvSpPr>
          <p:cNvPr id="17" name="Content Placeholder 14"/>
          <p:cNvSpPr>
            <a:spLocks noGrp="1"/>
          </p:cNvSpPr>
          <p:nvPr>
            <p:ph sz="quarter" idx="18" hasCustomPrompt="1"/>
          </p:nvPr>
        </p:nvSpPr>
        <p:spPr>
          <a:xfrm>
            <a:off x="4575284" y="1651445"/>
            <a:ext cx="3072384" cy="3871384"/>
          </a:xfrm>
          <a:ln>
            <a:solidFill>
              <a:schemeClr val="bg1"/>
            </a:solidFill>
          </a:ln>
        </p:spPr>
        <p:txBody>
          <a:bodyPr vert="horz" lIns="182880" tIns="274320" rIns="182880" bIns="274320" rtlCol="0">
            <a:normAutofit/>
          </a:bodyPr>
          <a:lstStyle>
            <a:lvl1pPr>
              <a:defRPr lang="en-US" sz="1333" dirty="0" smtClean="0">
                <a:solidFill>
                  <a:schemeClr val="bg1"/>
                </a:solidFill>
              </a:defRPr>
            </a:lvl1pPr>
            <a:lvl2pPr>
              <a:defRPr lang="en-US" sz="1333" dirty="0" smtClean="0">
                <a:solidFill>
                  <a:schemeClr val="bg1"/>
                </a:solidFill>
              </a:defRPr>
            </a:lvl2pPr>
            <a:lvl3pPr>
              <a:defRPr lang="en-US" sz="1333" dirty="0" smtClean="0">
                <a:solidFill>
                  <a:schemeClr val="bg1"/>
                </a:solidFill>
              </a:defRPr>
            </a:lvl3pPr>
            <a:lvl4pPr>
              <a:defRPr lang="en-US" sz="1333" dirty="0" smtClean="0">
                <a:solidFill>
                  <a:schemeClr val="bg1"/>
                </a:solidFill>
              </a:defRPr>
            </a:lvl4pPr>
            <a:lvl5pPr>
              <a:defRPr lang="en-US" sz="1333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</a:p>
          <a:p>
            <a:pPr lvl="0"/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6185822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EPAM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2374605" y="2797813"/>
            <a:ext cx="7442791" cy="78318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ts val="3200"/>
              </a:lnSpc>
              <a:buNone/>
              <a:defRPr sz="2133">
                <a:solidFill>
                  <a:schemeClr val="bg1"/>
                </a:solidFill>
                <a:latin typeface="+mj-lt"/>
              </a:defRPr>
            </a:lvl1pPr>
            <a:lvl2pPr marL="609585" indent="0">
              <a:buNone/>
              <a:defRPr sz="2133">
                <a:latin typeface="+mj-lt"/>
              </a:defRPr>
            </a:lvl2pPr>
            <a:lvl3pPr marL="1219170" indent="0">
              <a:buNone/>
              <a:defRPr sz="2133">
                <a:latin typeface="+mj-lt"/>
              </a:defRPr>
            </a:lvl3pPr>
            <a:lvl4pPr marL="1828754" indent="0">
              <a:buNone/>
              <a:defRPr sz="2133">
                <a:latin typeface="+mj-lt"/>
              </a:defRPr>
            </a:lvl4pPr>
            <a:lvl5pPr marL="2438339" indent="0">
              <a:buNone/>
              <a:defRPr sz="2133">
                <a:latin typeface="+mj-lt"/>
              </a:defRPr>
            </a:lvl5pPr>
          </a:lstStyle>
          <a:p>
            <a:pPr algn="ctr">
              <a:lnSpc>
                <a:spcPts val="2400"/>
              </a:lnSpc>
            </a:pPr>
            <a:r>
              <a:rPr lang="en-US" sz="2133" baseline="0">
                <a:solidFill>
                  <a:schemeClr val="bg1"/>
                </a:solidFill>
                <a:latin typeface="+mj-lt"/>
              </a:rPr>
              <a:t>Please add call out or quote here</a:t>
            </a:r>
            <a:br>
              <a:rPr lang="en-US" sz="2133" baseline="0">
                <a:solidFill>
                  <a:schemeClr val="bg1"/>
                </a:solidFill>
                <a:latin typeface="+mj-lt"/>
              </a:rPr>
            </a:br>
            <a:r>
              <a:rPr lang="en-US" sz="2133" baseline="0">
                <a:solidFill>
                  <a:schemeClr val="bg1"/>
                </a:solidFill>
                <a:latin typeface="+mj-lt"/>
              </a:rPr>
              <a:t>sit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amet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,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consectetur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adipiscing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elit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Sed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nec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sem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gravida,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dapibus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turpis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porttitor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,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tincidunt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nibh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Orci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varius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natoque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penatibus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et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magnis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dis parturient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montes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,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nascetur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ridiculus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mus. Nam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eget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enim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mauris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Vivamus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sit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amet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congue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nunc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Duis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pellentesque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posuere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rutrum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Pellentesque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ac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diam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quis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justo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placerat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porta.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Phasellus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bibendum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vehicula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sem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id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ornare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. Nam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commodo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ac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purus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condimentum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porta.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Proin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condimentum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lectus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leo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, in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lacinia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diam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placerat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convallis. </a:t>
            </a:r>
            <a:endParaRPr lang="en-US" sz="2133" b="1" spc="267" baseline="0">
              <a:solidFill>
                <a:schemeClr val="bg1"/>
              </a:solidFill>
              <a:latin typeface="+mj-lt"/>
              <a:ea typeface="Calibri" charset="0"/>
              <a:cs typeface="Calibri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screen">
            <a:alphaModFix amt="1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3049" r="42496"/>
          <a:stretch/>
        </p:blipFill>
        <p:spPr>
          <a:xfrm>
            <a:off x="2" y="-163253"/>
            <a:ext cx="2064269" cy="158326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screen">
            <a:alphaModFix amt="1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3049" r="42496"/>
          <a:stretch/>
        </p:blipFill>
        <p:spPr>
          <a:xfrm rot="10800000">
            <a:off x="10127731" y="4909146"/>
            <a:ext cx="2064269" cy="1583263"/>
          </a:xfrm>
          <a:prstGeom prst="rect">
            <a:avLst/>
          </a:prstGeom>
        </p:spPr>
      </p:pic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884588" y="6435519"/>
            <a:ext cx="1831163" cy="422483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1067" b="1" i="0">
                <a:solidFill>
                  <a:srgbClr val="FEFEFE"/>
                </a:solidFill>
                <a:latin typeface="+mj-lt"/>
              </a:defRPr>
            </a:lvl1pPr>
          </a:lstStyle>
          <a:p>
            <a:pPr defTabSz="914377"/>
            <a:fld id="{3A707DD9-E92B-45E8-BE0A-E6B2EDF345EB}" type="slidenum">
              <a:rPr lang="en-US" smtClean="0"/>
              <a:pPr defTabSz="914377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617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2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Please Add Slide Headline Here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392546" y="955249"/>
            <a:ext cx="11406909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884588" y="6435519"/>
            <a:ext cx="1831163" cy="422483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1067" b="1" i="0">
                <a:solidFill>
                  <a:srgbClr val="FEFEFE"/>
                </a:solidFill>
                <a:latin typeface="+mj-lt"/>
              </a:defRPr>
            </a:lvl1pPr>
          </a:lstStyle>
          <a:p>
            <a:pPr defTabSz="914377"/>
            <a:fld id="{3A707DD9-E92B-45E8-BE0A-E6B2EDF345EB}" type="slidenum">
              <a:rPr lang="en-US" smtClean="0"/>
              <a:pPr defTabSz="914377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37894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e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Please Add Slide Headline Here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392546" y="955249"/>
            <a:ext cx="11406909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884588" y="6435519"/>
            <a:ext cx="1831163" cy="422483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1067" b="1" i="0">
                <a:solidFill>
                  <a:srgbClr val="FEFEFE"/>
                </a:solidFill>
                <a:latin typeface="+mj-lt"/>
              </a:defRPr>
            </a:lvl1pPr>
          </a:lstStyle>
          <a:p>
            <a:pPr defTabSz="914377"/>
            <a:fld id="{3A707DD9-E92B-45E8-BE0A-E6B2EDF345EB}" type="slidenum">
              <a:rPr lang="en-US" smtClean="0"/>
              <a:pPr defTabSz="914377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3040C60-A39E-8442-A520-BA092303AC98}"/>
              </a:ext>
            </a:extLst>
          </p:cNvPr>
          <p:cNvCxnSpPr/>
          <p:nvPr userDrawn="1"/>
        </p:nvCxnSpPr>
        <p:spPr>
          <a:xfrm flipV="1">
            <a:off x="7981952" y="937625"/>
            <a:ext cx="0" cy="5497895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21FF28FE-B84E-5D44-B6A6-4B55087B123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948969"/>
            <a:ext cx="7981952" cy="5453324"/>
          </a:xfrm>
        </p:spPr>
        <p:txBody>
          <a:bodyPr anchor="ctr">
            <a:normAutofit/>
          </a:bodyPr>
          <a:lstStyle>
            <a:lvl1pPr marL="0" indent="0" algn="ctr">
              <a:buNone/>
              <a:defRPr sz="2133"/>
            </a:lvl1pPr>
          </a:lstStyle>
          <a:p>
            <a:r>
              <a:rPr lang="en-US" dirty="0"/>
              <a:t>Please add picture here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Shape 920">
            <a:extLst>
              <a:ext uri="{FF2B5EF4-FFF2-40B4-BE49-F238E27FC236}">
                <a16:creationId xmlns:a16="http://schemas.microsoft.com/office/drawing/2014/main" id="{D1A5E50C-7A92-6F49-870C-2507B203D755}"/>
              </a:ext>
            </a:extLst>
          </p:cNvPr>
          <p:cNvSpPr/>
          <p:nvPr userDrawn="1"/>
        </p:nvSpPr>
        <p:spPr>
          <a:xfrm>
            <a:off x="7981952" y="948969"/>
            <a:ext cx="4210048" cy="691457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38100" rIns="0" bIns="38100" anchor="ctr">
            <a:noAutofit/>
          </a:bodyPr>
          <a:lstStyle/>
          <a:p>
            <a:pPr marL="0" marR="31750" lvl="0" indent="31750" algn="ctr" defTabSz="41274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cap="all">
                <a:solidFill>
                  <a:srgbClr val="FFFFFF"/>
                </a:solidFill>
                <a:latin typeface="Oswald DemiBold"/>
                <a:ea typeface="Oswald DemiBold"/>
                <a:cs typeface="Oswald DemiBold"/>
                <a:sym typeface="Oswald DemiBold"/>
              </a:defRPr>
            </a:pPr>
            <a:endParaRPr kumimoji="0" sz="1600" b="1" i="0" u="none" strike="noStrike" kern="0" cap="all" spc="133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  <a:sym typeface="Oswald DemiBold"/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D86B7237-6AD3-844E-9A6E-C3E0C1013A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81950" y="1025995"/>
            <a:ext cx="4210049" cy="585216"/>
          </a:xfrm>
          <a:noFill/>
          <a:ln>
            <a:noFill/>
          </a:ln>
        </p:spPr>
        <p:txBody>
          <a:bodyPr wrap="none" lIns="91440" tIns="0" rIns="91440" bIns="0" anchor="ctr">
            <a:noAutofit/>
          </a:bodyPr>
          <a:lstStyle>
            <a:lvl1pPr marL="0" indent="0" algn="ctr">
              <a:buNone/>
              <a:defRPr sz="1600" b="1" i="0" cap="all" spc="267" baseline="0">
                <a:solidFill>
                  <a:schemeClr val="bg1"/>
                </a:solidFill>
              </a:defRPr>
            </a:lvl1pPr>
            <a:lvl2pPr marL="609585" indent="0">
              <a:buNone/>
              <a:defRPr b="1" i="0" cap="all" spc="267" baseline="0"/>
            </a:lvl2pPr>
            <a:lvl3pPr marL="1219170" indent="0">
              <a:buNone/>
              <a:defRPr b="1" i="0" cap="all" spc="267" baseline="0"/>
            </a:lvl3pPr>
            <a:lvl4pPr marL="1828754" indent="0">
              <a:buNone/>
              <a:defRPr b="1" i="0" cap="all" spc="267" baseline="0"/>
            </a:lvl4pPr>
            <a:lvl5pPr marL="2438339" indent="0">
              <a:buFont typeface="Arial" panose="020B0604020202020204" pitchFamily="34" charset="0"/>
              <a:buNone/>
              <a:defRPr b="1" i="0" cap="all" spc="267" baseline="0"/>
            </a:lvl5pPr>
          </a:lstStyle>
          <a:p>
            <a:pPr lvl="0"/>
            <a:r>
              <a:rPr lang="en-US" dirty="0"/>
              <a:t>ADD TITILE HERE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94328E10-B013-0A4C-A50C-6D1D6CFD70B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257618" y="2363052"/>
            <a:ext cx="3541837" cy="4072467"/>
          </a:xfrm>
        </p:spPr>
        <p:txBody>
          <a:bodyPr/>
          <a:lstStyle>
            <a:lvl1pPr marL="0" marR="0" indent="0" algn="l" defTabSz="1219170" rtl="0" eaLnBrk="1" fontAlgn="auto" latinLnBrk="0" hangingPunct="1">
              <a:lnSpc>
                <a:spcPts val="1973"/>
              </a:lnSpc>
              <a:spcBef>
                <a:spcPts val="352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</a:p>
          <a:p>
            <a:pPr marL="228594" marR="0" lvl="0" indent="-228594" algn="l" defTabSz="1219170" rtl="0" eaLnBrk="1" fontAlgn="auto" latinLnBrk="0" hangingPunct="1">
              <a:lnSpc>
                <a:spcPts val="1973"/>
              </a:lnSpc>
              <a:spcBef>
                <a:spcPts val="352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ABD56F5B-8455-0345-910E-53CDD8476F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57618" y="1905852"/>
            <a:ext cx="3541837" cy="457200"/>
          </a:xfrm>
        </p:spPr>
        <p:txBody>
          <a:bodyPr wrap="none" bIns="0">
            <a:noAutofit/>
          </a:bodyPr>
          <a:lstStyle>
            <a:lvl1pPr marL="0" indent="0">
              <a:spcBef>
                <a:spcPts val="384"/>
              </a:spcBef>
              <a:buNone/>
              <a:defRPr sz="1600" b="1" i="0" cap="all" spc="267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Highlight goes here</a:t>
            </a:r>
          </a:p>
        </p:txBody>
      </p:sp>
    </p:spTree>
    <p:extLst>
      <p:ext uri="{BB962C8B-B14F-4D97-AF65-F5344CB8AC3E}">
        <p14:creationId xmlns:p14="http://schemas.microsoft.com/office/powerpoint/2010/main" val="21282657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884588" y="6435519"/>
            <a:ext cx="1831163" cy="422483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1067" b="1" i="0">
                <a:solidFill>
                  <a:srgbClr val="FEFEFE"/>
                </a:solidFill>
                <a:latin typeface="+mj-lt"/>
              </a:defRPr>
            </a:lvl1pPr>
          </a:lstStyle>
          <a:p>
            <a:pPr defTabSz="914377"/>
            <a:fld id="{3A707DD9-E92B-45E8-BE0A-E6B2EDF345EB}" type="slidenum">
              <a:rPr lang="en-US" smtClean="0"/>
              <a:pPr defTabSz="914377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90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18" Type="http://schemas.openxmlformats.org/officeDocument/2006/relationships/image" Target="../media/image5.emf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8621" y="1883221"/>
            <a:ext cx="5754624" cy="189590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add title here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4128" y="5125025"/>
            <a:ext cx="2593768" cy="532608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182880" tIns="91440" rIns="182880" bIns="0" rtlCol="0" anchor="ctr" anchorCtr="0"/>
          <a:lstStyle>
            <a:lvl1pPr algn="l">
              <a:defRPr sz="1600" b="1" cap="all" baseline="0">
                <a:solidFill>
                  <a:schemeClr val="bg1"/>
                </a:solidFill>
              </a:defRPr>
            </a:lvl1pPr>
          </a:lstStyle>
          <a:p>
            <a:fld id="{05D8BF05-6E52-43F2-8847-0E300505458C}" type="datetimeFigureOut">
              <a:rPr lang="hu-HU" smtClean="0"/>
              <a:t>2025. 09. 28.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04362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6400" kern="12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133" b="1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457189" indent="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indent="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indent="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indent="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36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8621" y="1883221"/>
            <a:ext cx="5754624" cy="189590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add title here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4128" y="5125025"/>
            <a:ext cx="2593768" cy="532608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182880" tIns="91440" rIns="182880" bIns="0" rtlCol="0" anchor="ctr" anchorCtr="0"/>
          <a:lstStyle>
            <a:lvl1pPr algn="l">
              <a:defRPr sz="1600" b="1" cap="all" baseline="0">
                <a:solidFill>
                  <a:schemeClr val="bg1"/>
                </a:solidFill>
              </a:defRPr>
            </a:lvl1pPr>
          </a:lstStyle>
          <a:p>
            <a:pPr defTabSz="914377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2350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6400" kern="12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133" b="1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457189" indent="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indent="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indent="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indent="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36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8621" y="1883221"/>
            <a:ext cx="5754624" cy="189590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add title here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4128" y="5125025"/>
            <a:ext cx="2593768" cy="532608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182880" tIns="91440" rIns="182880" bIns="0" rtlCol="0" anchor="ctr" anchorCtr="0"/>
          <a:lstStyle>
            <a:lvl1pPr algn="l">
              <a:defRPr sz="1600" b="1" cap="all" baseline="0">
                <a:solidFill>
                  <a:schemeClr val="bg1"/>
                </a:solidFill>
              </a:defRPr>
            </a:lvl1pPr>
          </a:lstStyle>
          <a:p>
            <a:pPr defTabSz="914377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6244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6400" kern="12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133" b="1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457189" indent="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indent="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indent="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indent="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36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6435519"/>
            <a:ext cx="12192000" cy="422483"/>
          </a:xfrm>
          <a:prstGeom prst="rect">
            <a:avLst/>
          </a:prstGeom>
          <a:solidFill>
            <a:srgbClr val="133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0486" y="1439333"/>
            <a:ext cx="11235265" cy="452966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  <a:br>
              <a:rPr lang="en-US"/>
            </a:br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r>
              <a:rPr lang="en-US"/>
              <a:t> </a:t>
            </a:r>
            <a:br>
              <a:rPr lang="en-US"/>
            </a:br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r>
              <a:rPr lang="en-US"/>
              <a:t> </a:t>
            </a:r>
            <a:br>
              <a:rPr lang="en-US"/>
            </a:br>
            <a:r>
              <a:rPr lang="en-US"/>
              <a:t>fames ac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</a:p>
          <a:p>
            <a:pPr lvl="1"/>
            <a:r>
              <a:rPr lang="en-US"/>
              <a:t>Second</a:t>
            </a:r>
          </a:p>
          <a:p>
            <a:pPr lvl="2"/>
            <a:r>
              <a:rPr lang="en-US"/>
              <a:t>third</a:t>
            </a:r>
          </a:p>
          <a:p>
            <a:pPr lvl="3"/>
            <a:r>
              <a:rPr lang="en-US"/>
              <a:t>fourth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0485" y="6549297"/>
            <a:ext cx="627880" cy="222635"/>
          </a:xfrm>
          <a:prstGeom prst="rect">
            <a:avLst/>
          </a:prstGeom>
        </p:spPr>
      </p:pic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480486" y="304800"/>
            <a:ext cx="11235265" cy="402336"/>
          </a:xfrm>
          <a:prstGeom prst="rect">
            <a:avLst/>
          </a:prstGeom>
        </p:spPr>
        <p:txBody>
          <a:bodyPr vert="horz" wrap="none" lIns="0" tIns="45720" rIns="0" bIns="45720" rtlCol="0" anchor="ctr">
            <a:noAutofit/>
          </a:bodyPr>
          <a:lstStyle/>
          <a:p>
            <a:r>
              <a:rPr lang="en-US"/>
              <a:t>Please Add Slide Headline Here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884588" y="6435519"/>
            <a:ext cx="1831163" cy="422483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1067" b="1" i="0">
                <a:solidFill>
                  <a:srgbClr val="FEFEFE"/>
                </a:solidFill>
                <a:latin typeface="+mj-lt"/>
              </a:defRPr>
            </a:lvl1pPr>
          </a:lstStyle>
          <a:p>
            <a:pPr defTabSz="914377"/>
            <a:fld id="{3A707DD9-E92B-45E8-BE0A-E6B2EDF345EB}" type="slidenum">
              <a:rPr lang="en-US" smtClean="0"/>
              <a:pPr defTabSz="914377"/>
              <a:t>‹#›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78E00D-81AB-8847-9E12-0981E03F6A7D}"/>
              </a:ext>
            </a:extLst>
          </p:cNvPr>
          <p:cNvSpPr txBox="1"/>
          <p:nvPr userDrawn="1"/>
        </p:nvSpPr>
        <p:spPr>
          <a:xfrm>
            <a:off x="1258111" y="6503131"/>
            <a:ext cx="3229583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CONFIDENTIAL  |  © 2021 EPAM Systems, Inc.</a:t>
            </a:r>
            <a:endParaRPr kumimoji="0" lang="en-US" sz="933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5116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</p:sldLayoutIdLst>
  <p:hf hdr="0" ftr="0" dt="0"/>
  <p:txStyles>
    <p:titleStyle>
      <a:lvl1pPr algn="l" defTabSz="1219170" rtl="0" eaLnBrk="1" latinLnBrk="0" hangingPunct="1">
        <a:lnSpc>
          <a:spcPct val="100000"/>
        </a:lnSpc>
        <a:spcBef>
          <a:spcPct val="0"/>
        </a:spcBef>
        <a:buNone/>
        <a:defRPr sz="2667" kern="1200" cap="none" spc="133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1219170" rtl="0" eaLnBrk="1" latinLnBrk="0" hangingPunct="1">
        <a:lnSpc>
          <a:spcPts val="2133"/>
        </a:lnSpc>
        <a:spcBef>
          <a:spcPts val="352"/>
        </a:spcBef>
        <a:spcAft>
          <a:spcPts val="400"/>
        </a:spcAft>
        <a:buFont typeface="Arial" panose="020B0604020202020204" pitchFamily="34" charset="0"/>
        <a:buChar char="•"/>
        <a:defRPr sz="1467" kern="1200">
          <a:solidFill>
            <a:schemeClr val="tx1"/>
          </a:solidFill>
          <a:latin typeface="+mn-lt"/>
          <a:ea typeface="+mn-ea"/>
          <a:cs typeface="+mn-cs"/>
        </a:defRPr>
      </a:lvl1pPr>
      <a:lvl2pPr marL="838179" indent="-228594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467" kern="1200">
          <a:solidFill>
            <a:schemeClr val="tx1"/>
          </a:solidFill>
          <a:latin typeface="+mn-lt"/>
          <a:ea typeface="+mn-ea"/>
          <a:cs typeface="+mn-cs"/>
        </a:defRPr>
      </a:lvl2pPr>
      <a:lvl3pPr marL="1447764" indent="-228594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467" kern="1200">
          <a:solidFill>
            <a:schemeClr val="tx1"/>
          </a:solidFill>
          <a:latin typeface="+mn-lt"/>
          <a:ea typeface="+mn-ea"/>
          <a:cs typeface="+mn-cs"/>
        </a:defRPr>
      </a:lvl3pPr>
      <a:lvl4pPr marL="2209745" indent="-380990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467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indent="0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>
          <p15:clr>
            <a:srgbClr val="F26B43"/>
          </p15:clr>
        </p15:guide>
        <p15:guide id="2" orient="horz" pos="338">
          <p15:clr>
            <a:srgbClr val="F26B43"/>
          </p15:clr>
        </p15:guide>
        <p15:guide id="3" orient="horz" pos="680">
          <p15:clr>
            <a:srgbClr val="F26B43"/>
          </p15:clr>
        </p15:guide>
        <p15:guide id="4" orient="horz" pos="2820">
          <p15:clr>
            <a:srgbClr val="F26B43"/>
          </p15:clr>
        </p15:guide>
        <p15:guide id="5" pos="226">
          <p15:clr>
            <a:srgbClr val="F26B43"/>
          </p15:clr>
        </p15:guide>
        <p15:guide id="6" pos="5535">
          <p15:clr>
            <a:srgbClr val="F26B43"/>
          </p15:clr>
        </p15:guide>
        <p15:guide id="7" orient="horz" pos="896">
          <p15:clr>
            <a:srgbClr val="F26B43"/>
          </p15:clr>
        </p15:guide>
        <p15:guide id="8" pos="2736">
          <p15:clr>
            <a:srgbClr val="F26B43"/>
          </p15:clr>
        </p15:guide>
        <p15:guide id="9" pos="3024">
          <p15:clr>
            <a:srgbClr val="F26B43"/>
          </p15:clr>
        </p15:guide>
        <p15:guide id="10" orient="horz" pos="3036">
          <p15:clr>
            <a:srgbClr val="F26B43"/>
          </p15:clr>
        </p15:guide>
        <p15:guide id="11" orient="horz" pos="3084">
          <p15:clr>
            <a:srgbClr val="F26B43"/>
          </p15:clr>
        </p15:guide>
        <p15:guide id="12" orient="horz" pos="31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CD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08621" y="1271616"/>
            <a:ext cx="5754624" cy="1895904"/>
          </a:xfrm>
        </p:spPr>
        <p:txBody>
          <a:bodyPr/>
          <a:lstStyle/>
          <a:p>
            <a:r>
              <a:rPr lang="hu-HU" dirty="0" smtClean="0"/>
              <a:t>Requirement engineering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708621" y="4206697"/>
            <a:ext cx="5754624" cy="278208"/>
          </a:xfrm>
        </p:spPr>
        <p:txBody>
          <a:bodyPr/>
          <a:lstStyle/>
          <a:p>
            <a:endParaRPr lang="hu-HU" dirty="0"/>
          </a:p>
          <a:p>
            <a:r>
              <a:rPr lang="hu-HU" dirty="0" smtClean="0"/>
              <a:t>Radócz Balázs</a:t>
            </a:r>
            <a:endParaRPr lang="en-US" dirty="0"/>
          </a:p>
          <a:p>
            <a:r>
              <a:rPr lang="hu-HU" dirty="0" smtClean="0">
                <a:ea typeface="Calibri"/>
                <a:cs typeface="Calibri"/>
              </a:rPr>
              <a:t>Balazs_Radocz@epam.com</a:t>
            </a:r>
            <a:endParaRPr lang="hu-HU" dirty="0"/>
          </a:p>
          <a:p>
            <a:r>
              <a:rPr lang="hu-HU" dirty="0"/>
              <a:t> &lt;EPAM Systems&gt;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AD212A-E369-CB46-BE9C-0744152A0BAF}"/>
              </a:ext>
            </a:extLst>
          </p:cNvPr>
          <p:cNvSpPr txBox="1"/>
          <p:nvPr/>
        </p:nvSpPr>
        <p:spPr>
          <a:xfrm>
            <a:off x="577525" y="6490021"/>
            <a:ext cx="3229583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US" sz="933" dirty="0">
                <a:solidFill>
                  <a:srgbClr val="FFFFFF"/>
                </a:solidFill>
                <a:latin typeface="Calibri Light"/>
              </a:rPr>
              <a:t>CONFIDENTIAL  |  © </a:t>
            </a:r>
            <a:r>
              <a:rPr lang="en-US" sz="933" dirty="0" smtClean="0">
                <a:solidFill>
                  <a:srgbClr val="FFFFFF"/>
                </a:solidFill>
                <a:latin typeface="Calibri Light"/>
              </a:rPr>
              <a:t>202</a:t>
            </a:r>
            <a:r>
              <a:rPr lang="hu-HU" sz="933" dirty="0" smtClean="0">
                <a:solidFill>
                  <a:srgbClr val="FFFFFF"/>
                </a:solidFill>
                <a:latin typeface="Calibri Light"/>
              </a:rPr>
              <a:t>5</a:t>
            </a:r>
            <a:r>
              <a:rPr lang="en-US" sz="933" dirty="0" smtClean="0">
                <a:solidFill>
                  <a:srgbClr val="FFFFFF"/>
                </a:solidFill>
                <a:latin typeface="Calibri Light"/>
              </a:rPr>
              <a:t> </a:t>
            </a:r>
            <a:r>
              <a:rPr lang="en-US" sz="933" dirty="0">
                <a:solidFill>
                  <a:srgbClr val="FFFFFF"/>
                </a:solidFill>
                <a:latin typeface="Calibri Light"/>
              </a:rPr>
              <a:t>EPAM Systems, Inc.</a:t>
            </a:r>
            <a:endParaRPr lang="en-US" sz="933" dirty="0">
              <a:solidFill>
                <a:srgbClr val="222222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165583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hu-HU" sz="2400" dirty="0" smtClean="0"/>
              <a:t>Requirements</a:t>
            </a:r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886776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06512-2036-4D33-9165-4328D3B4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Requirements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CE0D5-5370-4EAD-95C6-C9C38FAF7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377"/>
            <a:fld id="{3A707DD9-E92B-45E8-BE0A-E6B2EDF345EB}" type="slidenum">
              <a:rPr lang="en-US">
                <a:latin typeface="Calibri Light"/>
              </a:rPr>
              <a:pPr defTabSz="914377"/>
              <a:t>3</a:t>
            </a:fld>
            <a:endParaRPr lang="en-US">
              <a:latin typeface="Calibri Light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4BD0D7D-A459-4098-BAE1-8A110DD933DD}"/>
              </a:ext>
            </a:extLst>
          </p:cNvPr>
          <p:cNvSpPr txBox="1">
            <a:spLocks/>
          </p:cNvSpPr>
          <p:nvPr/>
        </p:nvSpPr>
        <p:spPr>
          <a:xfrm>
            <a:off x="476250" y="1073235"/>
            <a:ext cx="11239500" cy="4572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1600"/>
              </a:lnSpc>
              <a:spcBef>
                <a:spcPts val="288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i="0" kern="1200" cap="all" spc="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78355" indent="-478355" defTabSz="1219170">
              <a:lnSpc>
                <a:spcPts val="2133"/>
              </a:lnSpc>
              <a:spcBef>
                <a:spcPts val="384"/>
              </a:spcBef>
              <a:spcAft>
                <a:spcPts val="400"/>
              </a:spcAft>
            </a:pPr>
            <a:r>
              <a:rPr lang="hu-HU" altLang="en-US" sz="2400" spc="267" dirty="0" smtClean="0">
                <a:solidFill>
                  <a:srgbClr val="76CDD8"/>
                </a:solidFill>
                <a:latin typeface="Calibri"/>
              </a:rPr>
              <a:t>Definition of Requirement</a:t>
            </a:r>
            <a:endParaRPr lang="en-US" sz="2400" spc="267" dirty="0">
              <a:solidFill>
                <a:srgbClr val="76CDD8"/>
              </a:solidFill>
              <a:latin typeface="Calibri"/>
            </a:endParaRP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96E2460F-395C-4FBB-864E-73DAD579691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6251" y="1896534"/>
            <a:ext cx="11381452" cy="2026537"/>
          </a:xfrm>
        </p:spPr>
        <p:txBody>
          <a:bodyPr/>
          <a:lstStyle/>
          <a:p>
            <a:r>
              <a:rPr lang="en-US" sz="1600" dirty="0"/>
              <a:t>A condition or capability needed by a user to solve a problem or achieve an objective.</a:t>
            </a:r>
          </a:p>
          <a:p>
            <a:r>
              <a:rPr lang="en-US" sz="1600" dirty="0"/>
              <a:t>A condition or capability that must be met or possessed by a system or system component to satisfy a contract standard specification, or other formally imposed documents.</a:t>
            </a:r>
          </a:p>
          <a:p>
            <a:r>
              <a:rPr lang="en-US" sz="1600" dirty="0"/>
              <a:t>A documented representation of a condition or capability as in above.</a:t>
            </a: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566065-950B-4EF0-AA98-F45A5175A3CE}"/>
              </a:ext>
            </a:extLst>
          </p:cNvPr>
          <p:cNvSpPr txBox="1"/>
          <p:nvPr/>
        </p:nvSpPr>
        <p:spPr>
          <a:xfrm>
            <a:off x="1235593" y="6498904"/>
            <a:ext cx="3229583" cy="266676"/>
          </a:xfrm>
          <a:prstGeom prst="rect">
            <a:avLst/>
          </a:prstGeom>
          <a:solidFill>
            <a:srgbClr val="133C41"/>
          </a:solidFill>
        </p:spPr>
        <p:txBody>
          <a:bodyPr wrap="square" lIns="121920" tIns="60960" rIns="121920" bIns="60960" rtlCol="0" anchor="t">
            <a:spAutoFit/>
          </a:bodyPr>
          <a:lstStyle/>
          <a:p>
            <a:pPr defTabSz="914377">
              <a:defRPr/>
            </a:pPr>
            <a:r>
              <a:rPr lang="en-US" sz="933" dirty="0">
                <a:solidFill>
                  <a:srgbClr val="FFFFFF"/>
                </a:solidFill>
                <a:latin typeface="Calibri Light"/>
              </a:rPr>
              <a:t>CONFIDENTIAL  |  © 20</a:t>
            </a:r>
            <a:r>
              <a:rPr lang="hu-HU" sz="933" dirty="0" smtClean="0">
                <a:solidFill>
                  <a:srgbClr val="FFFFFF"/>
                </a:solidFill>
                <a:latin typeface="Calibri Light"/>
              </a:rPr>
              <a:t>25</a:t>
            </a:r>
            <a:r>
              <a:rPr lang="en-US" sz="933" dirty="0" smtClean="0">
                <a:solidFill>
                  <a:srgbClr val="FFFFFF"/>
                </a:solidFill>
                <a:latin typeface="Calibri Light"/>
              </a:rPr>
              <a:t> </a:t>
            </a:r>
            <a:r>
              <a:rPr lang="en-US" sz="933" dirty="0">
                <a:solidFill>
                  <a:srgbClr val="FFFFFF"/>
                </a:solidFill>
                <a:latin typeface="Calibri Light"/>
              </a:rPr>
              <a:t>EPAM Systems, Inc.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8209" y="3353742"/>
            <a:ext cx="3915582" cy="2793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685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06512-2036-4D33-9165-4328D3B4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Requirements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CE0D5-5370-4EAD-95C6-C9C38FAF7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377"/>
            <a:fld id="{3A707DD9-E92B-45E8-BE0A-E6B2EDF345EB}" type="slidenum">
              <a:rPr lang="en-US">
                <a:latin typeface="Calibri Light"/>
              </a:rPr>
              <a:pPr defTabSz="914377"/>
              <a:t>4</a:t>
            </a:fld>
            <a:endParaRPr lang="en-US">
              <a:latin typeface="Calibri Light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4BD0D7D-A459-4098-BAE1-8A110DD933DD}"/>
              </a:ext>
            </a:extLst>
          </p:cNvPr>
          <p:cNvSpPr txBox="1">
            <a:spLocks/>
          </p:cNvSpPr>
          <p:nvPr/>
        </p:nvSpPr>
        <p:spPr>
          <a:xfrm>
            <a:off x="476250" y="1073235"/>
            <a:ext cx="11239500" cy="4572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1600"/>
              </a:lnSpc>
              <a:spcBef>
                <a:spcPts val="288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i="0" kern="1200" cap="all" spc="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78355" indent="-478355" defTabSz="1219170">
              <a:lnSpc>
                <a:spcPts val="2133"/>
              </a:lnSpc>
              <a:spcBef>
                <a:spcPts val="384"/>
              </a:spcBef>
              <a:spcAft>
                <a:spcPts val="400"/>
              </a:spcAft>
            </a:pPr>
            <a:r>
              <a:rPr lang="hu-HU" altLang="en-US" sz="2400" spc="267" dirty="0" smtClean="0">
                <a:solidFill>
                  <a:srgbClr val="76CDD8"/>
                </a:solidFill>
                <a:latin typeface="Calibri"/>
              </a:rPr>
              <a:t>Requirement – simplified version</a:t>
            </a:r>
            <a:endParaRPr lang="en-US" sz="2400" spc="267" dirty="0">
              <a:solidFill>
                <a:srgbClr val="76CDD8"/>
              </a:solidFill>
              <a:latin typeface="Calibri"/>
            </a:endParaRP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96E2460F-395C-4FBB-864E-73DAD579691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6251" y="1896534"/>
            <a:ext cx="11381452" cy="1417117"/>
          </a:xfrm>
        </p:spPr>
        <p:txBody>
          <a:bodyPr/>
          <a:lstStyle/>
          <a:p>
            <a:r>
              <a:rPr lang="en-US" sz="1600" dirty="0"/>
              <a:t>A condition or capability needed by a user to solve a problem or achieve an objective</a:t>
            </a:r>
            <a:r>
              <a:rPr lang="en-US" sz="1600" dirty="0" smtClean="0"/>
              <a:t>.</a:t>
            </a:r>
            <a:r>
              <a:rPr lang="hu-HU" sz="1600" dirty="0" smtClean="0"/>
              <a:t> -&gt; </a:t>
            </a:r>
            <a:r>
              <a:rPr lang="hu-HU" sz="1600" b="1" dirty="0">
                <a:solidFill>
                  <a:srgbClr val="FF0000"/>
                </a:solidFill>
              </a:rPr>
              <a:t>What </a:t>
            </a:r>
            <a:r>
              <a:rPr lang="hu-HU" sz="1600" b="1" dirty="0" smtClean="0">
                <a:solidFill>
                  <a:srgbClr val="FF0000"/>
                </a:solidFill>
              </a:rPr>
              <a:t>WE must do </a:t>
            </a:r>
            <a:r>
              <a:rPr lang="hu-HU" sz="1600" b="1" dirty="0">
                <a:solidFill>
                  <a:srgbClr val="FF0000"/>
                </a:solidFill>
              </a:rPr>
              <a:t>and why</a:t>
            </a:r>
            <a:r>
              <a:rPr lang="hu-HU" sz="1600" b="1" dirty="0" smtClean="0">
                <a:solidFill>
                  <a:srgbClr val="FF0000"/>
                </a:solidFill>
              </a:rPr>
              <a:t>?</a:t>
            </a:r>
            <a:endParaRPr lang="hu-HU" sz="1600" dirty="0" smtClean="0"/>
          </a:p>
          <a:p>
            <a:r>
              <a:rPr lang="en-US" sz="1600" dirty="0" smtClean="0"/>
              <a:t>A </a:t>
            </a:r>
            <a:r>
              <a:rPr lang="en-US" sz="1600" dirty="0"/>
              <a:t>condition or capability that must be met or possessed by a system or system component to satisfy a contract standard specification, or other formally imposed documents</a:t>
            </a:r>
            <a:r>
              <a:rPr lang="en-US" sz="1600" dirty="0" smtClean="0"/>
              <a:t>.</a:t>
            </a:r>
            <a:r>
              <a:rPr lang="hu-HU" sz="1600" dirty="0" smtClean="0"/>
              <a:t> -&gt; </a:t>
            </a:r>
            <a:r>
              <a:rPr lang="en-US" sz="1600" b="1" dirty="0">
                <a:solidFill>
                  <a:srgbClr val="FF0000"/>
                </a:solidFill>
              </a:rPr>
              <a:t>What the </a:t>
            </a:r>
            <a:r>
              <a:rPr lang="hu-HU" sz="1600" b="1" dirty="0" smtClean="0">
                <a:solidFill>
                  <a:srgbClr val="FF0000"/>
                </a:solidFill>
              </a:rPr>
              <a:t>SYSTEM</a:t>
            </a:r>
            <a:r>
              <a:rPr lang="en-US" sz="1600" b="1" dirty="0" smtClean="0">
                <a:solidFill>
                  <a:srgbClr val="FF0000"/>
                </a:solidFill>
              </a:rPr>
              <a:t> </a:t>
            </a:r>
            <a:r>
              <a:rPr lang="en-US" sz="1600" b="1" dirty="0">
                <a:solidFill>
                  <a:srgbClr val="FF0000"/>
                </a:solidFill>
              </a:rPr>
              <a:t>must do or </a:t>
            </a:r>
            <a:r>
              <a:rPr lang="en-US" sz="1600" b="1" dirty="0" smtClean="0">
                <a:solidFill>
                  <a:srgbClr val="FF0000"/>
                </a:solidFill>
              </a:rPr>
              <a:t>have</a:t>
            </a:r>
            <a:r>
              <a:rPr lang="hu-HU" sz="1600" b="1" dirty="0" smtClean="0">
                <a:solidFill>
                  <a:srgbClr val="FF0000"/>
                </a:solidFill>
              </a:rPr>
              <a:t>?</a:t>
            </a:r>
            <a:endParaRPr lang="en-US" sz="1600" b="1" dirty="0">
              <a:solidFill>
                <a:srgbClr val="FF0000"/>
              </a:solidFill>
            </a:endParaRPr>
          </a:p>
          <a:p>
            <a:r>
              <a:rPr lang="en-US" sz="1600" dirty="0"/>
              <a:t>A documented representation of a condition or capability as in above</a:t>
            </a:r>
            <a:r>
              <a:rPr lang="en-US" sz="1600" dirty="0" smtClean="0"/>
              <a:t>.</a:t>
            </a:r>
            <a:r>
              <a:rPr lang="hu-HU" sz="1600" dirty="0" smtClean="0"/>
              <a:t> -&gt; </a:t>
            </a:r>
            <a:r>
              <a:rPr lang="hu-HU" sz="1600" b="1" dirty="0" smtClean="0">
                <a:solidFill>
                  <a:srgbClr val="FF0000"/>
                </a:solidFill>
              </a:rPr>
              <a:t>All the written stuff, which we could refer to.</a:t>
            </a:r>
            <a:endParaRPr lang="en-US" sz="1600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566065-950B-4EF0-AA98-F45A5175A3CE}"/>
              </a:ext>
            </a:extLst>
          </p:cNvPr>
          <p:cNvSpPr txBox="1"/>
          <p:nvPr/>
        </p:nvSpPr>
        <p:spPr>
          <a:xfrm>
            <a:off x="1235593" y="6498904"/>
            <a:ext cx="3229583" cy="266676"/>
          </a:xfrm>
          <a:prstGeom prst="rect">
            <a:avLst/>
          </a:prstGeom>
          <a:solidFill>
            <a:srgbClr val="133C41"/>
          </a:solidFill>
        </p:spPr>
        <p:txBody>
          <a:bodyPr wrap="square" lIns="121920" tIns="60960" rIns="121920" bIns="60960" rtlCol="0" anchor="t">
            <a:spAutoFit/>
          </a:bodyPr>
          <a:lstStyle/>
          <a:p>
            <a:pPr defTabSz="914377">
              <a:defRPr/>
            </a:pPr>
            <a:r>
              <a:rPr lang="en-US" sz="933" dirty="0">
                <a:solidFill>
                  <a:srgbClr val="FFFFFF"/>
                </a:solidFill>
                <a:latin typeface="Calibri Light"/>
              </a:rPr>
              <a:t>CONFIDENTIAL  |  © 20</a:t>
            </a:r>
            <a:r>
              <a:rPr lang="hu-HU" sz="933" dirty="0" smtClean="0">
                <a:solidFill>
                  <a:srgbClr val="FFFFFF"/>
                </a:solidFill>
                <a:latin typeface="Calibri Light"/>
              </a:rPr>
              <a:t>25</a:t>
            </a:r>
            <a:r>
              <a:rPr lang="en-US" sz="933" dirty="0" smtClean="0">
                <a:solidFill>
                  <a:srgbClr val="FFFFFF"/>
                </a:solidFill>
                <a:latin typeface="Calibri Light"/>
              </a:rPr>
              <a:t> </a:t>
            </a:r>
            <a:r>
              <a:rPr lang="en-US" sz="933" dirty="0">
                <a:solidFill>
                  <a:srgbClr val="FFFFFF"/>
                </a:solidFill>
                <a:latin typeface="Calibri Light"/>
              </a:rPr>
              <a:t>EPAM Systems, Inc.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96E2460F-395C-4FBB-864E-73DAD5796919}"/>
              </a:ext>
            </a:extLst>
          </p:cNvPr>
          <p:cNvSpPr txBox="1">
            <a:spLocks/>
          </p:cNvSpPr>
          <p:nvPr/>
        </p:nvSpPr>
        <p:spPr>
          <a:xfrm>
            <a:off x="476251" y="3794490"/>
            <a:ext cx="11381452" cy="14171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594" marR="0" indent="-228594" algn="l" defTabSz="1219170" rtl="0" eaLnBrk="1" fontAlgn="auto" latinLnBrk="0" hangingPunct="1">
              <a:lnSpc>
                <a:spcPts val="2133"/>
              </a:lnSpc>
              <a:spcBef>
                <a:spcPts val="352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 sz="1467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838179" indent="-228594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1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7764" indent="-228594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1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09745" indent="-380990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1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0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1600" dirty="0" smtClean="0"/>
              <a:t>In short: A good set of requirement will define how the desired objective will be done, and what we expect from it under all circumstances. </a:t>
            </a:r>
            <a:endParaRPr lang="en-US" sz="1600" b="1" dirty="0" smtClean="0">
              <a:solidFill>
                <a:srgbClr val="FF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636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06512-2036-4D33-9165-4328D3B4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Requirements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CE0D5-5370-4EAD-95C6-C9C38FAF7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377"/>
            <a:fld id="{3A707DD9-E92B-45E8-BE0A-E6B2EDF345EB}" type="slidenum">
              <a:rPr lang="en-US">
                <a:latin typeface="Calibri Light"/>
              </a:rPr>
              <a:pPr defTabSz="914377"/>
              <a:t>5</a:t>
            </a:fld>
            <a:endParaRPr lang="en-US">
              <a:latin typeface="Calibri Light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4BD0D7D-A459-4098-BAE1-8A110DD933DD}"/>
              </a:ext>
            </a:extLst>
          </p:cNvPr>
          <p:cNvSpPr txBox="1">
            <a:spLocks/>
          </p:cNvSpPr>
          <p:nvPr/>
        </p:nvSpPr>
        <p:spPr>
          <a:xfrm>
            <a:off x="476250" y="1073235"/>
            <a:ext cx="11239500" cy="4572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1600"/>
              </a:lnSpc>
              <a:spcBef>
                <a:spcPts val="288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i="0" kern="1200" cap="all" spc="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78355" indent="-478355" defTabSz="1219170">
              <a:lnSpc>
                <a:spcPts val="2133"/>
              </a:lnSpc>
              <a:spcBef>
                <a:spcPts val="384"/>
              </a:spcBef>
              <a:spcAft>
                <a:spcPts val="400"/>
              </a:spcAft>
            </a:pPr>
            <a:r>
              <a:rPr lang="hu-HU" altLang="en-US" sz="2400" spc="267" dirty="0" smtClean="0">
                <a:solidFill>
                  <a:srgbClr val="76CDD8"/>
                </a:solidFill>
                <a:latin typeface="Calibri"/>
              </a:rPr>
              <a:t>Requirement types</a:t>
            </a:r>
            <a:endParaRPr lang="en-US" sz="2400" spc="267" dirty="0">
              <a:solidFill>
                <a:srgbClr val="76CDD8"/>
              </a:solidFill>
              <a:latin typeface="Calibri"/>
            </a:endParaRP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96E2460F-395C-4FBB-864E-73DAD579691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6251" y="1896534"/>
            <a:ext cx="11381452" cy="1417117"/>
          </a:xfrm>
        </p:spPr>
        <p:txBody>
          <a:bodyPr/>
          <a:lstStyle/>
          <a:p>
            <a:r>
              <a:rPr lang="en-US" sz="1600" b="1" cap="all" spc="200" dirty="0">
                <a:solidFill>
                  <a:schemeClr val="accent2"/>
                </a:solidFill>
                <a:latin typeface="+mn-lt"/>
              </a:rPr>
              <a:t>Functional Requirements</a:t>
            </a:r>
          </a:p>
          <a:p>
            <a:pPr lvl="1"/>
            <a:r>
              <a:rPr lang="en-US" sz="1800" dirty="0"/>
              <a:t>A functional requirement is a requirement concerning a result of behavior that shall be provided by a function of the system</a:t>
            </a:r>
          </a:p>
          <a:p>
            <a:pPr lvl="1"/>
            <a:endParaRPr lang="en-US" sz="1800" dirty="0"/>
          </a:p>
          <a:p>
            <a:r>
              <a:rPr lang="en-US" sz="1600" b="1" cap="all" spc="200" dirty="0">
                <a:solidFill>
                  <a:schemeClr val="accent2"/>
                </a:solidFill>
                <a:latin typeface="+mn-lt"/>
              </a:rPr>
              <a:t>Quality Requirements</a:t>
            </a:r>
          </a:p>
          <a:p>
            <a:pPr lvl="1"/>
            <a:r>
              <a:rPr lang="en-US" sz="1800" dirty="0"/>
              <a:t>A quality requirement is a requirement that pertains to a quality concern that is not covered by functional requirements</a:t>
            </a:r>
          </a:p>
          <a:p>
            <a:pPr lvl="1"/>
            <a:r>
              <a:rPr lang="en-US" sz="1800" dirty="0"/>
              <a:t>Performance, availability, dependability, scalability, portability (non-functional requirements)</a:t>
            </a:r>
          </a:p>
          <a:p>
            <a:pPr lvl="1"/>
            <a:endParaRPr lang="en-US" sz="1800" dirty="0"/>
          </a:p>
          <a:p>
            <a:r>
              <a:rPr lang="en-US" sz="1600" b="1" cap="all" spc="200" dirty="0">
                <a:solidFill>
                  <a:schemeClr val="accent2"/>
                </a:solidFill>
                <a:latin typeface="+mn-lt"/>
              </a:rPr>
              <a:t>Constraints</a:t>
            </a:r>
          </a:p>
          <a:p>
            <a:pPr lvl="1"/>
            <a:r>
              <a:rPr lang="en-US" sz="1800" dirty="0"/>
              <a:t>A constraint is a requirement that limits the solution space beyond what is necessary for meeting the given functional and quality requirements</a:t>
            </a:r>
          </a:p>
          <a:p>
            <a:pPr lvl="1"/>
            <a:r>
              <a:rPr lang="en-US" sz="1800" dirty="0"/>
              <a:t>Deadline, Web based solutions only, etc.</a:t>
            </a:r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566065-950B-4EF0-AA98-F45A5175A3CE}"/>
              </a:ext>
            </a:extLst>
          </p:cNvPr>
          <p:cNvSpPr txBox="1"/>
          <p:nvPr/>
        </p:nvSpPr>
        <p:spPr>
          <a:xfrm>
            <a:off x="1235593" y="6498904"/>
            <a:ext cx="3229583" cy="266676"/>
          </a:xfrm>
          <a:prstGeom prst="rect">
            <a:avLst/>
          </a:prstGeom>
          <a:solidFill>
            <a:srgbClr val="133C41"/>
          </a:solidFill>
        </p:spPr>
        <p:txBody>
          <a:bodyPr wrap="square" lIns="121920" tIns="60960" rIns="121920" bIns="60960" rtlCol="0" anchor="t">
            <a:spAutoFit/>
          </a:bodyPr>
          <a:lstStyle/>
          <a:p>
            <a:pPr defTabSz="914377">
              <a:defRPr/>
            </a:pPr>
            <a:r>
              <a:rPr lang="en-US" sz="933" dirty="0">
                <a:solidFill>
                  <a:srgbClr val="FFFFFF"/>
                </a:solidFill>
                <a:latin typeface="Calibri Light"/>
              </a:rPr>
              <a:t>CONFIDENTIAL  |  © 20</a:t>
            </a:r>
            <a:r>
              <a:rPr lang="hu-HU" sz="933" dirty="0" smtClean="0">
                <a:solidFill>
                  <a:srgbClr val="FFFFFF"/>
                </a:solidFill>
                <a:latin typeface="Calibri Light"/>
              </a:rPr>
              <a:t>25</a:t>
            </a:r>
            <a:r>
              <a:rPr lang="en-US" sz="933" dirty="0" smtClean="0">
                <a:solidFill>
                  <a:srgbClr val="FFFFFF"/>
                </a:solidFill>
                <a:latin typeface="Calibri Light"/>
              </a:rPr>
              <a:t> </a:t>
            </a:r>
            <a:r>
              <a:rPr lang="en-US" sz="933" dirty="0">
                <a:solidFill>
                  <a:srgbClr val="FFFFFF"/>
                </a:solidFill>
                <a:latin typeface="Calibri Light"/>
              </a:rPr>
              <a:t>EPAM Systems, Inc.</a:t>
            </a:r>
          </a:p>
        </p:txBody>
      </p:sp>
    </p:spTree>
    <p:extLst>
      <p:ext uri="{BB962C8B-B14F-4D97-AF65-F5344CB8AC3E}">
        <p14:creationId xmlns:p14="http://schemas.microsoft.com/office/powerpoint/2010/main" val="3979804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06512-2036-4D33-9165-4328D3B4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Requirements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CE0D5-5370-4EAD-95C6-C9C38FAF7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377"/>
            <a:fld id="{3A707DD9-E92B-45E8-BE0A-E6B2EDF345EB}" type="slidenum">
              <a:rPr lang="en-US">
                <a:latin typeface="Calibri Light"/>
              </a:rPr>
              <a:pPr defTabSz="914377"/>
              <a:t>6</a:t>
            </a:fld>
            <a:endParaRPr lang="en-US">
              <a:latin typeface="Calibri Light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4BD0D7D-A459-4098-BAE1-8A110DD933DD}"/>
              </a:ext>
            </a:extLst>
          </p:cNvPr>
          <p:cNvSpPr txBox="1">
            <a:spLocks/>
          </p:cNvSpPr>
          <p:nvPr/>
        </p:nvSpPr>
        <p:spPr>
          <a:xfrm>
            <a:off x="476250" y="1073235"/>
            <a:ext cx="11239500" cy="4572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1600"/>
              </a:lnSpc>
              <a:spcBef>
                <a:spcPts val="288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i="0" kern="1200" cap="all" spc="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78355" indent="-478355" defTabSz="1219170">
              <a:lnSpc>
                <a:spcPts val="2133"/>
              </a:lnSpc>
              <a:spcBef>
                <a:spcPts val="384"/>
              </a:spcBef>
              <a:spcAft>
                <a:spcPts val="400"/>
              </a:spcAft>
            </a:pPr>
            <a:r>
              <a:rPr lang="hu-HU" altLang="en-US" sz="2400" spc="267" dirty="0" smtClean="0">
                <a:solidFill>
                  <a:srgbClr val="76CDD8"/>
                </a:solidFill>
                <a:latin typeface="Calibri"/>
              </a:rPr>
              <a:t>Requirement types</a:t>
            </a:r>
            <a:endParaRPr lang="en-US" sz="2400" spc="267" dirty="0">
              <a:solidFill>
                <a:srgbClr val="76CDD8"/>
              </a:solidFill>
              <a:latin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566065-950B-4EF0-AA98-F45A5175A3CE}"/>
              </a:ext>
            </a:extLst>
          </p:cNvPr>
          <p:cNvSpPr txBox="1"/>
          <p:nvPr/>
        </p:nvSpPr>
        <p:spPr>
          <a:xfrm>
            <a:off x="1235593" y="6498904"/>
            <a:ext cx="3229583" cy="266676"/>
          </a:xfrm>
          <a:prstGeom prst="rect">
            <a:avLst/>
          </a:prstGeom>
          <a:solidFill>
            <a:srgbClr val="133C41"/>
          </a:solidFill>
        </p:spPr>
        <p:txBody>
          <a:bodyPr wrap="square" lIns="121920" tIns="60960" rIns="121920" bIns="60960" rtlCol="0" anchor="t">
            <a:spAutoFit/>
          </a:bodyPr>
          <a:lstStyle/>
          <a:p>
            <a:pPr defTabSz="914377">
              <a:defRPr/>
            </a:pPr>
            <a:r>
              <a:rPr lang="en-US" sz="933" dirty="0">
                <a:solidFill>
                  <a:srgbClr val="FFFFFF"/>
                </a:solidFill>
                <a:latin typeface="Calibri Light"/>
              </a:rPr>
              <a:t>CONFIDENTIAL  |  © 20</a:t>
            </a:r>
            <a:r>
              <a:rPr lang="hu-HU" sz="933" dirty="0" smtClean="0">
                <a:solidFill>
                  <a:srgbClr val="FFFFFF"/>
                </a:solidFill>
                <a:latin typeface="Calibri Light"/>
              </a:rPr>
              <a:t>25</a:t>
            </a:r>
            <a:r>
              <a:rPr lang="en-US" sz="933" dirty="0" smtClean="0">
                <a:solidFill>
                  <a:srgbClr val="FFFFFF"/>
                </a:solidFill>
                <a:latin typeface="Calibri Light"/>
              </a:rPr>
              <a:t> </a:t>
            </a:r>
            <a:r>
              <a:rPr lang="en-US" sz="933" dirty="0">
                <a:solidFill>
                  <a:srgbClr val="FFFFFF"/>
                </a:solidFill>
                <a:latin typeface="Calibri Light"/>
              </a:rPr>
              <a:t>EPAM Systems, Inc.</a:t>
            </a:r>
          </a:p>
        </p:txBody>
      </p:sp>
      <p:pic>
        <p:nvPicPr>
          <p:cNvPr id="8" name="Picture 4" descr="Related image">
            <a:extLst>
              <a:ext uri="{FF2B5EF4-FFF2-40B4-BE49-F238E27FC236}">
                <a16:creationId xmlns:a16="http://schemas.microsoft.com/office/drawing/2014/main" id="{668B72A2-5EDB-4DF3-9337-E8A660A5A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5253" y="1896534"/>
            <a:ext cx="8841493" cy="4106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9327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z="2400" dirty="0"/>
              <a:t>Fundamentals of Requirements Engineering</a:t>
            </a:r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1422586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06512-2036-4D33-9165-4328D3B4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Requirements Engineering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CE0D5-5370-4EAD-95C6-C9C38FAF7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377"/>
            <a:fld id="{3A707DD9-E92B-45E8-BE0A-E6B2EDF345EB}" type="slidenum">
              <a:rPr lang="en-US">
                <a:latin typeface="Calibri Light"/>
              </a:rPr>
              <a:pPr defTabSz="914377"/>
              <a:t>8</a:t>
            </a:fld>
            <a:endParaRPr lang="en-US">
              <a:latin typeface="Calibri Light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4BD0D7D-A459-4098-BAE1-8A110DD933DD}"/>
              </a:ext>
            </a:extLst>
          </p:cNvPr>
          <p:cNvSpPr txBox="1">
            <a:spLocks/>
          </p:cNvSpPr>
          <p:nvPr/>
        </p:nvSpPr>
        <p:spPr>
          <a:xfrm>
            <a:off x="476250" y="1073235"/>
            <a:ext cx="11239500" cy="4572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1600"/>
              </a:lnSpc>
              <a:spcBef>
                <a:spcPts val="288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i="0" kern="1200" cap="all" spc="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78355" indent="-478355" defTabSz="1219170">
              <a:lnSpc>
                <a:spcPts val="2133"/>
              </a:lnSpc>
              <a:spcBef>
                <a:spcPts val="384"/>
              </a:spcBef>
              <a:spcAft>
                <a:spcPts val="400"/>
              </a:spcAft>
            </a:pPr>
            <a:r>
              <a:rPr lang="hu-HU" altLang="en-US" sz="2400" spc="267" dirty="0" smtClean="0">
                <a:solidFill>
                  <a:srgbClr val="76CDD8"/>
                </a:solidFill>
                <a:latin typeface="Calibri"/>
              </a:rPr>
              <a:t>Requirement types</a:t>
            </a:r>
            <a:endParaRPr lang="en-US" sz="2400" spc="267" dirty="0">
              <a:solidFill>
                <a:srgbClr val="76CDD8"/>
              </a:solidFill>
              <a:latin typeface="Calibri"/>
            </a:endParaRP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96E2460F-395C-4FBB-864E-73DAD579691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6251" y="1896534"/>
            <a:ext cx="11381452" cy="1417117"/>
          </a:xfrm>
        </p:spPr>
        <p:txBody>
          <a:bodyPr/>
          <a:lstStyle/>
          <a:p>
            <a:pPr marL="127000" indent="0">
              <a:buNone/>
            </a:pPr>
            <a:r>
              <a:rPr lang="en-US" sz="1600" dirty="0"/>
              <a:t>Requirements engineering is a systematic and disciplined approach to the specification and management of requirements with the following goals:</a:t>
            </a:r>
          </a:p>
          <a:p>
            <a:pPr marL="127000" indent="0">
              <a:buNone/>
            </a:pPr>
            <a:endParaRPr lang="en-US" sz="1600" dirty="0"/>
          </a:p>
          <a:p>
            <a:pPr marL="127000" indent="0">
              <a:buNone/>
            </a:pPr>
            <a:r>
              <a:rPr lang="en-US" sz="1600" dirty="0"/>
              <a:t>- Knowing the relevant requirements, achieving a consensus among the stakeholders about these requirements, documenting them according to given standards, and manage them systematically.</a:t>
            </a:r>
          </a:p>
          <a:p>
            <a:pPr>
              <a:buFontTx/>
              <a:buChar char="-"/>
            </a:pPr>
            <a:endParaRPr lang="en-US" sz="1600" dirty="0"/>
          </a:p>
          <a:p>
            <a:pPr>
              <a:buFontTx/>
              <a:buChar char="-"/>
            </a:pPr>
            <a:r>
              <a:rPr lang="en-US" sz="1600" dirty="0"/>
              <a:t>Understanding and documenting the stakeholders’ desires and needs, they specifying and managing requirements to minimize the risk of delivering a system that does not meet the stakeholders’ desire and needs</a:t>
            </a:r>
            <a:endParaRPr 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566065-950B-4EF0-AA98-F45A5175A3CE}"/>
              </a:ext>
            </a:extLst>
          </p:cNvPr>
          <p:cNvSpPr txBox="1"/>
          <p:nvPr/>
        </p:nvSpPr>
        <p:spPr>
          <a:xfrm>
            <a:off x="1235593" y="6498904"/>
            <a:ext cx="3229583" cy="266676"/>
          </a:xfrm>
          <a:prstGeom prst="rect">
            <a:avLst/>
          </a:prstGeom>
          <a:solidFill>
            <a:srgbClr val="133C41"/>
          </a:solidFill>
        </p:spPr>
        <p:txBody>
          <a:bodyPr wrap="square" lIns="121920" tIns="60960" rIns="121920" bIns="60960" rtlCol="0" anchor="t">
            <a:spAutoFit/>
          </a:bodyPr>
          <a:lstStyle/>
          <a:p>
            <a:pPr defTabSz="914377">
              <a:defRPr/>
            </a:pPr>
            <a:r>
              <a:rPr lang="en-US" sz="933" dirty="0">
                <a:solidFill>
                  <a:srgbClr val="FFFFFF"/>
                </a:solidFill>
                <a:latin typeface="Calibri Light"/>
              </a:rPr>
              <a:t>CONFIDENTIAL  |  © 20</a:t>
            </a:r>
            <a:r>
              <a:rPr lang="hu-HU" sz="933" dirty="0" smtClean="0">
                <a:solidFill>
                  <a:srgbClr val="FFFFFF"/>
                </a:solidFill>
                <a:latin typeface="Calibri Light"/>
              </a:rPr>
              <a:t>25</a:t>
            </a:r>
            <a:r>
              <a:rPr lang="en-US" sz="933" dirty="0" smtClean="0">
                <a:solidFill>
                  <a:srgbClr val="FFFFFF"/>
                </a:solidFill>
                <a:latin typeface="Calibri Light"/>
              </a:rPr>
              <a:t> </a:t>
            </a:r>
            <a:r>
              <a:rPr lang="en-US" sz="933" dirty="0">
                <a:solidFill>
                  <a:srgbClr val="FFFFFF"/>
                </a:solidFill>
                <a:latin typeface="Calibri Light"/>
              </a:rPr>
              <a:t>EPAM Systems, Inc.</a:t>
            </a:r>
          </a:p>
        </p:txBody>
      </p:sp>
    </p:spTree>
    <p:extLst>
      <p:ext uri="{BB962C8B-B14F-4D97-AF65-F5344CB8AC3E}">
        <p14:creationId xmlns:p14="http://schemas.microsoft.com/office/powerpoint/2010/main" val="3861138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06512-2036-4D33-9165-4328D3B4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Requirements Engineering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CE0D5-5370-4EAD-95C6-C9C38FAF7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377"/>
            <a:fld id="{3A707DD9-E92B-45E8-BE0A-E6B2EDF345EB}" type="slidenum">
              <a:rPr lang="en-US">
                <a:latin typeface="Calibri Light"/>
              </a:rPr>
              <a:pPr defTabSz="914377"/>
              <a:t>9</a:t>
            </a:fld>
            <a:endParaRPr lang="en-US">
              <a:latin typeface="Calibri Light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4BD0D7D-A459-4098-BAE1-8A110DD933DD}"/>
              </a:ext>
            </a:extLst>
          </p:cNvPr>
          <p:cNvSpPr txBox="1">
            <a:spLocks/>
          </p:cNvSpPr>
          <p:nvPr/>
        </p:nvSpPr>
        <p:spPr>
          <a:xfrm>
            <a:off x="476250" y="1073235"/>
            <a:ext cx="11239500" cy="4572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1600"/>
              </a:lnSpc>
              <a:spcBef>
                <a:spcPts val="288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i="0" kern="1200" cap="all" spc="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78355" indent="-478355" defTabSz="1219170">
              <a:lnSpc>
                <a:spcPts val="2133"/>
              </a:lnSpc>
              <a:spcBef>
                <a:spcPts val="384"/>
              </a:spcBef>
              <a:spcAft>
                <a:spcPts val="400"/>
              </a:spcAft>
            </a:pPr>
            <a:r>
              <a:rPr lang="hu-HU" altLang="en-US" sz="2400" spc="267" dirty="0" smtClean="0">
                <a:solidFill>
                  <a:srgbClr val="76CDD8"/>
                </a:solidFill>
                <a:latin typeface="Calibri"/>
              </a:rPr>
              <a:t>Why we need Requirements engineering?</a:t>
            </a:r>
            <a:endParaRPr lang="en-US" sz="2400" spc="267" dirty="0">
              <a:solidFill>
                <a:srgbClr val="76CDD8"/>
              </a:solidFill>
              <a:latin typeface="Calibri"/>
            </a:endParaRP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96E2460F-395C-4FBB-864E-73DAD579691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6251" y="1896534"/>
            <a:ext cx="11381452" cy="3539532"/>
          </a:xfrm>
        </p:spPr>
        <p:txBody>
          <a:bodyPr/>
          <a:lstStyle/>
          <a:p>
            <a:r>
              <a:rPr lang="en-US" sz="1800" dirty="0"/>
              <a:t>Communication of requirements improved</a:t>
            </a:r>
          </a:p>
          <a:p>
            <a:r>
              <a:rPr lang="en-US" sz="1800" dirty="0"/>
              <a:t>60 % of errors originate from requirements engineering phase</a:t>
            </a:r>
          </a:p>
          <a:p>
            <a:r>
              <a:rPr lang="en-US" sz="1800" dirty="0"/>
              <a:t> Bad, missing, </a:t>
            </a:r>
          </a:p>
          <a:p>
            <a:pPr lvl="1"/>
            <a:r>
              <a:rPr lang="en-US" sz="1800" dirty="0"/>
              <a:t>During programing 20 times more expensive</a:t>
            </a:r>
          </a:p>
          <a:p>
            <a:pPr lvl="1"/>
            <a:r>
              <a:rPr lang="en-US" sz="1800" dirty="0"/>
              <a:t>During Acceptance Testing 100 times</a:t>
            </a:r>
          </a:p>
          <a:p>
            <a:pPr marL="184150" indent="0">
              <a:buNone/>
            </a:pPr>
            <a:endParaRPr lang="en-US" sz="1800" dirty="0"/>
          </a:p>
          <a:p>
            <a:pPr marL="184150" indent="0">
              <a:buNone/>
            </a:pPr>
            <a:r>
              <a:rPr lang="en-US" sz="1800" dirty="0"/>
              <a:t>Reasons for not dealing with requirements:</a:t>
            </a:r>
          </a:p>
          <a:p>
            <a:pPr marL="869950" lvl="1" indent="-285750"/>
            <a:r>
              <a:rPr lang="en-US" sz="1800" dirty="0"/>
              <a:t>Self evident, no need to be stated explicitly</a:t>
            </a: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566065-950B-4EF0-AA98-F45A5175A3CE}"/>
              </a:ext>
            </a:extLst>
          </p:cNvPr>
          <p:cNvSpPr txBox="1"/>
          <p:nvPr/>
        </p:nvSpPr>
        <p:spPr>
          <a:xfrm>
            <a:off x="1235593" y="6498904"/>
            <a:ext cx="3229583" cy="266676"/>
          </a:xfrm>
          <a:prstGeom prst="rect">
            <a:avLst/>
          </a:prstGeom>
          <a:solidFill>
            <a:srgbClr val="133C41"/>
          </a:solidFill>
        </p:spPr>
        <p:txBody>
          <a:bodyPr wrap="square" lIns="121920" tIns="60960" rIns="121920" bIns="60960" rtlCol="0" anchor="t">
            <a:spAutoFit/>
          </a:bodyPr>
          <a:lstStyle/>
          <a:p>
            <a:pPr defTabSz="914377">
              <a:defRPr/>
            </a:pPr>
            <a:r>
              <a:rPr lang="en-US" sz="933" dirty="0">
                <a:solidFill>
                  <a:srgbClr val="FFFFFF"/>
                </a:solidFill>
                <a:latin typeface="Calibri Light"/>
              </a:rPr>
              <a:t>CONFIDENTIAL  |  © 20</a:t>
            </a:r>
            <a:r>
              <a:rPr lang="hu-HU" sz="933" dirty="0" smtClean="0">
                <a:solidFill>
                  <a:srgbClr val="FFFFFF"/>
                </a:solidFill>
                <a:latin typeface="Calibri Light"/>
              </a:rPr>
              <a:t>25</a:t>
            </a:r>
            <a:r>
              <a:rPr lang="en-US" sz="933" dirty="0" smtClean="0">
                <a:solidFill>
                  <a:srgbClr val="FFFFFF"/>
                </a:solidFill>
                <a:latin typeface="Calibri Light"/>
              </a:rPr>
              <a:t> </a:t>
            </a:r>
            <a:r>
              <a:rPr lang="en-US" sz="933" dirty="0">
                <a:solidFill>
                  <a:srgbClr val="FFFFFF"/>
                </a:solidFill>
                <a:latin typeface="Calibri Light"/>
              </a:rPr>
              <a:t>EPAM Systems, Inc.</a:t>
            </a:r>
          </a:p>
        </p:txBody>
      </p:sp>
      <p:pic>
        <p:nvPicPr>
          <p:cNvPr id="13" name="Picture 2" descr="Image result for fixing plane in the air">
            <a:extLst>
              <a:ext uri="{FF2B5EF4-FFF2-40B4-BE49-F238E27FC236}">
                <a16:creationId xmlns:a16="http://schemas.microsoft.com/office/drawing/2014/main" id="{1C6AE683-FABF-4BA4-AECD-FC2A08B292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9300" y="2310143"/>
            <a:ext cx="3418403" cy="3958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1497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06512-2036-4D33-9165-4328D3B4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Requirements Engineering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CE0D5-5370-4EAD-95C6-C9C38FAF7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377"/>
            <a:fld id="{3A707DD9-E92B-45E8-BE0A-E6B2EDF345EB}" type="slidenum">
              <a:rPr lang="en-US">
                <a:latin typeface="Calibri Light"/>
              </a:rPr>
              <a:pPr defTabSz="914377"/>
              <a:t>10</a:t>
            </a:fld>
            <a:endParaRPr lang="en-US">
              <a:latin typeface="Calibri Light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4BD0D7D-A459-4098-BAE1-8A110DD933DD}"/>
              </a:ext>
            </a:extLst>
          </p:cNvPr>
          <p:cNvSpPr txBox="1">
            <a:spLocks/>
          </p:cNvSpPr>
          <p:nvPr/>
        </p:nvSpPr>
        <p:spPr>
          <a:xfrm>
            <a:off x="476250" y="1073235"/>
            <a:ext cx="11239500" cy="4572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1600"/>
              </a:lnSpc>
              <a:spcBef>
                <a:spcPts val="288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i="0" kern="1200" cap="all" spc="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78355" indent="-478355" defTabSz="1219170">
              <a:lnSpc>
                <a:spcPts val="2133"/>
              </a:lnSpc>
              <a:spcBef>
                <a:spcPts val="384"/>
              </a:spcBef>
              <a:spcAft>
                <a:spcPts val="400"/>
              </a:spcAft>
            </a:pPr>
            <a:r>
              <a:rPr lang="en-US" sz="2400" dirty="0"/>
              <a:t>Four Core Activities of Requirements Engineering</a:t>
            </a:r>
            <a:endParaRPr lang="en-US" sz="2400" spc="267" dirty="0">
              <a:solidFill>
                <a:srgbClr val="76CDD8"/>
              </a:solidFill>
              <a:latin typeface="Calibri"/>
            </a:endParaRP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96E2460F-395C-4FBB-864E-73DAD579691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6251" y="1896534"/>
            <a:ext cx="11381452" cy="3539532"/>
          </a:xfrm>
        </p:spPr>
        <p:txBody>
          <a:bodyPr/>
          <a:lstStyle/>
          <a:p>
            <a:r>
              <a:rPr lang="en-US" sz="1800" dirty="0"/>
              <a:t>Elicitation </a:t>
            </a:r>
            <a:r>
              <a:rPr lang="hu-HU" sz="1800" dirty="0" smtClean="0"/>
              <a:t>(with other words: obtaining information)</a:t>
            </a:r>
            <a:endParaRPr lang="en-US" sz="1800" dirty="0"/>
          </a:p>
          <a:p>
            <a:r>
              <a:rPr lang="en-US" sz="1800" dirty="0"/>
              <a:t>Documentation</a:t>
            </a:r>
          </a:p>
          <a:p>
            <a:r>
              <a:rPr lang="en-US" sz="1800" dirty="0"/>
              <a:t>Validation and negotiation</a:t>
            </a:r>
          </a:p>
          <a:p>
            <a:r>
              <a:rPr lang="en-US" sz="1800" dirty="0" smtClean="0"/>
              <a:t>Management</a:t>
            </a:r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566065-950B-4EF0-AA98-F45A5175A3CE}"/>
              </a:ext>
            </a:extLst>
          </p:cNvPr>
          <p:cNvSpPr txBox="1"/>
          <p:nvPr/>
        </p:nvSpPr>
        <p:spPr>
          <a:xfrm>
            <a:off x="1235593" y="6498904"/>
            <a:ext cx="3229583" cy="266676"/>
          </a:xfrm>
          <a:prstGeom prst="rect">
            <a:avLst/>
          </a:prstGeom>
          <a:solidFill>
            <a:srgbClr val="133C41"/>
          </a:solidFill>
        </p:spPr>
        <p:txBody>
          <a:bodyPr wrap="square" lIns="121920" tIns="60960" rIns="121920" bIns="60960" rtlCol="0" anchor="t">
            <a:spAutoFit/>
          </a:bodyPr>
          <a:lstStyle/>
          <a:p>
            <a:pPr defTabSz="914377">
              <a:defRPr/>
            </a:pPr>
            <a:r>
              <a:rPr lang="en-US" sz="933" dirty="0">
                <a:solidFill>
                  <a:srgbClr val="FFFFFF"/>
                </a:solidFill>
                <a:latin typeface="Calibri Light"/>
              </a:rPr>
              <a:t>CONFIDENTIAL  |  © 20</a:t>
            </a:r>
            <a:r>
              <a:rPr lang="hu-HU" sz="933" dirty="0" smtClean="0">
                <a:solidFill>
                  <a:srgbClr val="FFFFFF"/>
                </a:solidFill>
                <a:latin typeface="Calibri Light"/>
              </a:rPr>
              <a:t>25</a:t>
            </a:r>
            <a:r>
              <a:rPr lang="en-US" sz="933" dirty="0" smtClean="0">
                <a:solidFill>
                  <a:srgbClr val="FFFFFF"/>
                </a:solidFill>
                <a:latin typeface="Calibri Light"/>
              </a:rPr>
              <a:t> </a:t>
            </a:r>
            <a:r>
              <a:rPr lang="en-US" sz="933" dirty="0">
                <a:solidFill>
                  <a:srgbClr val="FFFFFF"/>
                </a:solidFill>
                <a:latin typeface="Calibri Light"/>
              </a:rPr>
              <a:t>EPAM Systems, Inc.</a:t>
            </a:r>
          </a:p>
        </p:txBody>
      </p:sp>
      <p:pic>
        <p:nvPicPr>
          <p:cNvPr id="8" name="Picture 2" descr="Image result for core">
            <a:extLst>
              <a:ext uri="{FF2B5EF4-FFF2-40B4-BE49-F238E27FC236}">
                <a16:creationId xmlns:a16="http://schemas.microsoft.com/office/drawing/2014/main" id="{F19240D2-C029-4770-9DDD-B3361D79BD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419" y="2407473"/>
            <a:ext cx="6537158" cy="3677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0660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06512-2036-4D33-9165-4328D3B4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Requirements Engineering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CE0D5-5370-4EAD-95C6-C9C38FAF7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377"/>
            <a:fld id="{3A707DD9-E92B-45E8-BE0A-E6B2EDF345EB}" type="slidenum">
              <a:rPr lang="en-US">
                <a:latin typeface="Calibri Light"/>
              </a:rPr>
              <a:pPr defTabSz="914377"/>
              <a:t>11</a:t>
            </a:fld>
            <a:endParaRPr lang="en-US">
              <a:latin typeface="Calibri Light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4BD0D7D-A459-4098-BAE1-8A110DD933DD}"/>
              </a:ext>
            </a:extLst>
          </p:cNvPr>
          <p:cNvSpPr txBox="1">
            <a:spLocks/>
          </p:cNvSpPr>
          <p:nvPr/>
        </p:nvSpPr>
        <p:spPr>
          <a:xfrm>
            <a:off x="476250" y="1073235"/>
            <a:ext cx="11239500" cy="4572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1600"/>
              </a:lnSpc>
              <a:spcBef>
                <a:spcPts val="288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i="0" kern="1200" cap="all" spc="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78355" indent="-478355" defTabSz="1219170">
              <a:lnSpc>
                <a:spcPts val="2133"/>
              </a:lnSpc>
              <a:spcBef>
                <a:spcPts val="384"/>
              </a:spcBef>
              <a:spcAft>
                <a:spcPts val="400"/>
              </a:spcAft>
            </a:pPr>
            <a:r>
              <a:rPr lang="en-US" sz="2400" dirty="0"/>
              <a:t>Requirements Engineer, the </a:t>
            </a:r>
            <a:r>
              <a:rPr lang="en-US" sz="2400" dirty="0" smtClean="0"/>
              <a:t>Person</a:t>
            </a:r>
            <a:endParaRPr lang="en-US" sz="2400" spc="267" dirty="0">
              <a:solidFill>
                <a:srgbClr val="76CDD8"/>
              </a:solidFill>
              <a:latin typeface="Calibri"/>
            </a:endParaRP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96E2460F-395C-4FBB-864E-73DAD579691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6251" y="1896534"/>
            <a:ext cx="11381452" cy="3539532"/>
          </a:xfrm>
        </p:spPr>
        <p:txBody>
          <a:bodyPr/>
          <a:lstStyle/>
          <a:p>
            <a:r>
              <a:rPr lang="en-US" sz="1800" dirty="0"/>
              <a:t>Analytic thinking</a:t>
            </a:r>
          </a:p>
          <a:p>
            <a:r>
              <a:rPr lang="en-US" sz="1800" dirty="0"/>
              <a:t>Empathy</a:t>
            </a:r>
          </a:p>
          <a:p>
            <a:r>
              <a:rPr lang="en-US" sz="1800" dirty="0"/>
              <a:t>Communication skills</a:t>
            </a:r>
          </a:p>
          <a:p>
            <a:r>
              <a:rPr lang="en-US" sz="1800" dirty="0"/>
              <a:t>Conflict resolution skills</a:t>
            </a:r>
          </a:p>
          <a:p>
            <a:r>
              <a:rPr lang="en-US" sz="1800" dirty="0"/>
              <a:t>Moderation skills</a:t>
            </a:r>
          </a:p>
          <a:p>
            <a:r>
              <a:rPr lang="en-US" sz="1800" dirty="0"/>
              <a:t>Self-confidence</a:t>
            </a:r>
          </a:p>
          <a:p>
            <a:r>
              <a:rPr lang="en-US" sz="1800" dirty="0"/>
              <a:t>Persuasiveness</a:t>
            </a:r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566065-950B-4EF0-AA98-F45A5175A3CE}"/>
              </a:ext>
            </a:extLst>
          </p:cNvPr>
          <p:cNvSpPr txBox="1"/>
          <p:nvPr/>
        </p:nvSpPr>
        <p:spPr>
          <a:xfrm>
            <a:off x="1235593" y="6498904"/>
            <a:ext cx="3229583" cy="266676"/>
          </a:xfrm>
          <a:prstGeom prst="rect">
            <a:avLst/>
          </a:prstGeom>
          <a:solidFill>
            <a:srgbClr val="133C41"/>
          </a:solidFill>
        </p:spPr>
        <p:txBody>
          <a:bodyPr wrap="square" lIns="121920" tIns="60960" rIns="121920" bIns="60960" rtlCol="0" anchor="t">
            <a:spAutoFit/>
          </a:bodyPr>
          <a:lstStyle/>
          <a:p>
            <a:pPr defTabSz="914377">
              <a:defRPr/>
            </a:pPr>
            <a:r>
              <a:rPr lang="en-US" sz="933" dirty="0">
                <a:solidFill>
                  <a:srgbClr val="FFFFFF"/>
                </a:solidFill>
                <a:latin typeface="Calibri Light"/>
              </a:rPr>
              <a:t>CONFIDENTIAL  |  © 20</a:t>
            </a:r>
            <a:r>
              <a:rPr lang="hu-HU" sz="933" dirty="0" smtClean="0">
                <a:solidFill>
                  <a:srgbClr val="FFFFFF"/>
                </a:solidFill>
                <a:latin typeface="Calibri Light"/>
              </a:rPr>
              <a:t>25</a:t>
            </a:r>
            <a:r>
              <a:rPr lang="en-US" sz="933" dirty="0" smtClean="0">
                <a:solidFill>
                  <a:srgbClr val="FFFFFF"/>
                </a:solidFill>
                <a:latin typeface="Calibri Light"/>
              </a:rPr>
              <a:t> </a:t>
            </a:r>
            <a:r>
              <a:rPr lang="en-US" sz="933" dirty="0">
                <a:solidFill>
                  <a:srgbClr val="FFFFFF"/>
                </a:solidFill>
                <a:latin typeface="Calibri Light"/>
              </a:rPr>
              <a:t>EPAM Systems, Inc.</a:t>
            </a:r>
          </a:p>
        </p:txBody>
      </p:sp>
    </p:spTree>
    <p:extLst>
      <p:ext uri="{BB962C8B-B14F-4D97-AF65-F5344CB8AC3E}">
        <p14:creationId xmlns:p14="http://schemas.microsoft.com/office/powerpoint/2010/main" val="177675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06512-2036-4D33-9165-4328D3B4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Requirements Engineering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CE0D5-5370-4EAD-95C6-C9C38FAF7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377"/>
            <a:fld id="{3A707DD9-E92B-45E8-BE0A-E6B2EDF345EB}" type="slidenum">
              <a:rPr lang="en-US">
                <a:latin typeface="Calibri Light"/>
              </a:rPr>
              <a:pPr defTabSz="914377"/>
              <a:t>12</a:t>
            </a:fld>
            <a:endParaRPr lang="en-US">
              <a:latin typeface="Calibri Light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4BD0D7D-A459-4098-BAE1-8A110DD933DD}"/>
              </a:ext>
            </a:extLst>
          </p:cNvPr>
          <p:cNvSpPr txBox="1">
            <a:spLocks/>
          </p:cNvSpPr>
          <p:nvPr/>
        </p:nvSpPr>
        <p:spPr>
          <a:xfrm>
            <a:off x="476250" y="1073235"/>
            <a:ext cx="11239500" cy="4572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1600"/>
              </a:lnSpc>
              <a:spcBef>
                <a:spcPts val="288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i="0" kern="1200" cap="all" spc="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78355" indent="-478355" defTabSz="1219170">
              <a:lnSpc>
                <a:spcPts val="2133"/>
              </a:lnSpc>
              <a:spcBef>
                <a:spcPts val="384"/>
              </a:spcBef>
              <a:spcAft>
                <a:spcPts val="400"/>
              </a:spcAft>
            </a:pPr>
            <a:r>
              <a:rPr lang="en-US" sz="2400" dirty="0"/>
              <a:t>Communication</a:t>
            </a:r>
            <a:endParaRPr lang="en-US" sz="2400" spc="267" dirty="0">
              <a:solidFill>
                <a:srgbClr val="76CDD8"/>
              </a:solidFill>
              <a:latin typeface="Calibri"/>
            </a:endParaRP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96E2460F-395C-4FBB-864E-73DAD579691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6251" y="1896534"/>
            <a:ext cx="11381452" cy="3539532"/>
          </a:xfrm>
        </p:spPr>
        <p:txBody>
          <a:bodyPr/>
          <a:lstStyle/>
          <a:p>
            <a:r>
              <a:rPr lang="en-US" sz="1800" dirty="0"/>
              <a:t>Common language</a:t>
            </a:r>
          </a:p>
          <a:p>
            <a:pPr lvl="1"/>
            <a:r>
              <a:rPr lang="en-US" sz="1800" dirty="0"/>
              <a:t>Natural</a:t>
            </a:r>
          </a:p>
          <a:p>
            <a:pPr lvl="1"/>
            <a:r>
              <a:rPr lang="en-US" sz="1800" dirty="0"/>
              <a:t>UML</a:t>
            </a:r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566065-950B-4EF0-AA98-F45A5175A3CE}"/>
              </a:ext>
            </a:extLst>
          </p:cNvPr>
          <p:cNvSpPr txBox="1"/>
          <p:nvPr/>
        </p:nvSpPr>
        <p:spPr>
          <a:xfrm>
            <a:off x="1235593" y="6498904"/>
            <a:ext cx="3229583" cy="266676"/>
          </a:xfrm>
          <a:prstGeom prst="rect">
            <a:avLst/>
          </a:prstGeom>
          <a:solidFill>
            <a:srgbClr val="133C41"/>
          </a:solidFill>
        </p:spPr>
        <p:txBody>
          <a:bodyPr wrap="square" lIns="121920" tIns="60960" rIns="121920" bIns="60960" rtlCol="0" anchor="t">
            <a:spAutoFit/>
          </a:bodyPr>
          <a:lstStyle/>
          <a:p>
            <a:pPr defTabSz="914377">
              <a:defRPr/>
            </a:pPr>
            <a:r>
              <a:rPr lang="en-US" sz="933" dirty="0">
                <a:solidFill>
                  <a:srgbClr val="FFFFFF"/>
                </a:solidFill>
                <a:latin typeface="Calibri Light"/>
              </a:rPr>
              <a:t>CONFIDENTIAL  |  © 20</a:t>
            </a:r>
            <a:r>
              <a:rPr lang="hu-HU" sz="933" dirty="0" smtClean="0">
                <a:solidFill>
                  <a:srgbClr val="FFFFFF"/>
                </a:solidFill>
                <a:latin typeface="Calibri Light"/>
              </a:rPr>
              <a:t>25</a:t>
            </a:r>
            <a:r>
              <a:rPr lang="en-US" sz="933" dirty="0" smtClean="0">
                <a:solidFill>
                  <a:srgbClr val="FFFFFF"/>
                </a:solidFill>
                <a:latin typeface="Calibri Light"/>
              </a:rPr>
              <a:t> </a:t>
            </a:r>
            <a:r>
              <a:rPr lang="en-US" sz="933" dirty="0">
                <a:solidFill>
                  <a:srgbClr val="FFFFFF"/>
                </a:solidFill>
                <a:latin typeface="Calibri Light"/>
              </a:rPr>
              <a:t>EPAM Systems, Inc.</a:t>
            </a:r>
          </a:p>
        </p:txBody>
      </p:sp>
      <p:pic>
        <p:nvPicPr>
          <p:cNvPr id="8" name="Picture 4" descr="Image result for uml">
            <a:extLst>
              <a:ext uri="{FF2B5EF4-FFF2-40B4-BE49-F238E27FC236}">
                <a16:creationId xmlns:a16="http://schemas.microsoft.com/office/drawing/2014/main" id="{4E8231D3-618A-4548-9DA7-111190027A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2249" y="2259336"/>
            <a:ext cx="4965454" cy="4111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Image result for people talking">
            <a:extLst>
              <a:ext uri="{FF2B5EF4-FFF2-40B4-BE49-F238E27FC236}">
                <a16:creationId xmlns:a16="http://schemas.microsoft.com/office/drawing/2014/main" id="{55410FC5-D81E-44E2-8212-8D1FD6B22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492" y="1916072"/>
            <a:ext cx="4023852" cy="2700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9904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z="2400" dirty="0"/>
              <a:t>Eliciting Requirements</a:t>
            </a:r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4100481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06512-2036-4D33-9165-4328D3B4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2800" dirty="0" smtClean="0"/>
              <a:t>Eliciting Requirements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CE0D5-5370-4EAD-95C6-C9C38FAF7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377"/>
            <a:fld id="{3A707DD9-E92B-45E8-BE0A-E6B2EDF345EB}" type="slidenum">
              <a:rPr lang="en-US">
                <a:latin typeface="Calibri Light"/>
              </a:rPr>
              <a:pPr defTabSz="914377"/>
              <a:t>14</a:t>
            </a:fld>
            <a:endParaRPr lang="en-US">
              <a:latin typeface="Calibri Light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4BD0D7D-A459-4098-BAE1-8A110DD933DD}"/>
              </a:ext>
            </a:extLst>
          </p:cNvPr>
          <p:cNvSpPr txBox="1">
            <a:spLocks/>
          </p:cNvSpPr>
          <p:nvPr/>
        </p:nvSpPr>
        <p:spPr>
          <a:xfrm>
            <a:off x="476250" y="1073235"/>
            <a:ext cx="11239500" cy="4572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1600"/>
              </a:lnSpc>
              <a:spcBef>
                <a:spcPts val="288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i="0" kern="1200" cap="all" spc="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78355" indent="-478355" defTabSz="1219170">
              <a:lnSpc>
                <a:spcPts val="2133"/>
              </a:lnSpc>
              <a:spcBef>
                <a:spcPts val="384"/>
              </a:spcBef>
              <a:spcAft>
                <a:spcPts val="400"/>
              </a:spcAft>
            </a:pPr>
            <a:r>
              <a:rPr lang="hu-HU" sz="2400" dirty="0" smtClean="0"/>
              <a:t>How should we imagine it?</a:t>
            </a:r>
            <a:endParaRPr lang="en-US" sz="2400" spc="267" dirty="0">
              <a:solidFill>
                <a:srgbClr val="76CDD8"/>
              </a:solidFill>
              <a:latin typeface="Calibri"/>
            </a:endParaRP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96E2460F-395C-4FBB-864E-73DAD579691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6251" y="1896534"/>
            <a:ext cx="11381452" cy="3539532"/>
          </a:xfrm>
        </p:spPr>
        <p:txBody>
          <a:bodyPr/>
          <a:lstStyle/>
          <a:p>
            <a:pPr marL="127000" indent="0">
              <a:buNone/>
            </a:pPr>
            <a:r>
              <a:rPr lang="en-US" sz="1800" dirty="0"/>
              <a:t>Requirements do not simply exist; they have to be elicited!</a:t>
            </a:r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566065-950B-4EF0-AA98-F45A5175A3CE}"/>
              </a:ext>
            </a:extLst>
          </p:cNvPr>
          <p:cNvSpPr txBox="1"/>
          <p:nvPr/>
        </p:nvSpPr>
        <p:spPr>
          <a:xfrm>
            <a:off x="1235593" y="6498904"/>
            <a:ext cx="3229583" cy="266676"/>
          </a:xfrm>
          <a:prstGeom prst="rect">
            <a:avLst/>
          </a:prstGeom>
          <a:solidFill>
            <a:srgbClr val="133C41"/>
          </a:solidFill>
        </p:spPr>
        <p:txBody>
          <a:bodyPr wrap="square" lIns="121920" tIns="60960" rIns="121920" bIns="60960" rtlCol="0" anchor="t">
            <a:spAutoFit/>
          </a:bodyPr>
          <a:lstStyle/>
          <a:p>
            <a:pPr defTabSz="914377">
              <a:defRPr/>
            </a:pPr>
            <a:r>
              <a:rPr lang="en-US" sz="933" dirty="0">
                <a:solidFill>
                  <a:srgbClr val="FFFFFF"/>
                </a:solidFill>
                <a:latin typeface="Calibri Light"/>
              </a:rPr>
              <a:t>CONFIDENTIAL  |  © 20</a:t>
            </a:r>
            <a:r>
              <a:rPr lang="hu-HU" sz="933" dirty="0" smtClean="0">
                <a:solidFill>
                  <a:srgbClr val="FFFFFF"/>
                </a:solidFill>
                <a:latin typeface="Calibri Light"/>
              </a:rPr>
              <a:t>25</a:t>
            </a:r>
            <a:r>
              <a:rPr lang="en-US" sz="933" dirty="0" smtClean="0">
                <a:solidFill>
                  <a:srgbClr val="FFFFFF"/>
                </a:solidFill>
                <a:latin typeface="Calibri Light"/>
              </a:rPr>
              <a:t> </a:t>
            </a:r>
            <a:r>
              <a:rPr lang="en-US" sz="933" dirty="0">
                <a:solidFill>
                  <a:srgbClr val="FFFFFF"/>
                </a:solidFill>
                <a:latin typeface="Calibri Light"/>
              </a:rPr>
              <a:t>EPAM Systems, Inc.</a:t>
            </a:r>
          </a:p>
        </p:txBody>
      </p:sp>
      <p:pic>
        <p:nvPicPr>
          <p:cNvPr id="12" name="Picture 11" descr="Related image">
            <a:extLst>
              <a:ext uri="{FF2B5EF4-FFF2-40B4-BE49-F238E27FC236}">
                <a16:creationId xmlns:a16="http://schemas.microsoft.com/office/drawing/2014/main" id="{BFAF18EC-E9B5-4EBE-960C-AD3307493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355" y="2604096"/>
            <a:ext cx="7335289" cy="3437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8574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06512-2036-4D33-9165-4328D3B4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Requirements Engineering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CE0D5-5370-4EAD-95C6-C9C38FAF7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377"/>
            <a:fld id="{3A707DD9-E92B-45E8-BE0A-E6B2EDF345EB}" type="slidenum">
              <a:rPr lang="en-US">
                <a:latin typeface="Calibri Light"/>
              </a:rPr>
              <a:pPr defTabSz="914377"/>
              <a:t>15</a:t>
            </a:fld>
            <a:endParaRPr lang="en-US">
              <a:latin typeface="Calibri Light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4BD0D7D-A459-4098-BAE1-8A110DD933DD}"/>
              </a:ext>
            </a:extLst>
          </p:cNvPr>
          <p:cNvSpPr txBox="1">
            <a:spLocks/>
          </p:cNvSpPr>
          <p:nvPr/>
        </p:nvSpPr>
        <p:spPr>
          <a:xfrm>
            <a:off x="476250" y="1073235"/>
            <a:ext cx="11239500" cy="4572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1600"/>
              </a:lnSpc>
              <a:spcBef>
                <a:spcPts val="288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i="0" kern="1200" cap="all" spc="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78355" indent="-478355" defTabSz="1219170">
              <a:lnSpc>
                <a:spcPts val="2133"/>
              </a:lnSpc>
              <a:spcBef>
                <a:spcPts val="384"/>
              </a:spcBef>
              <a:spcAft>
                <a:spcPts val="400"/>
              </a:spcAft>
            </a:pPr>
            <a:r>
              <a:rPr lang="en-US" sz="2400" dirty="0" smtClean="0"/>
              <a:t>Requirement</a:t>
            </a:r>
            <a:r>
              <a:rPr lang="hu-HU" sz="2400" dirty="0" smtClean="0"/>
              <a:t> </a:t>
            </a:r>
            <a:r>
              <a:rPr lang="en-US" sz="2400" dirty="0" smtClean="0"/>
              <a:t>s</a:t>
            </a:r>
            <a:r>
              <a:rPr lang="hu-HU" sz="2400" dirty="0" smtClean="0"/>
              <a:t>ources</a:t>
            </a:r>
            <a:endParaRPr lang="en-US" sz="2400" spc="267" dirty="0">
              <a:solidFill>
                <a:srgbClr val="76CDD8"/>
              </a:solidFill>
              <a:latin typeface="Calibri"/>
            </a:endParaRP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96E2460F-395C-4FBB-864E-73DAD579691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6251" y="1896534"/>
            <a:ext cx="11381452" cy="3539532"/>
          </a:xfrm>
        </p:spPr>
        <p:txBody>
          <a:bodyPr/>
          <a:lstStyle/>
          <a:p>
            <a:r>
              <a:rPr lang="en-US" sz="1800" dirty="0" smtClean="0"/>
              <a:t>Stakeholders</a:t>
            </a:r>
            <a:endParaRPr lang="en-US" sz="1800" dirty="0"/>
          </a:p>
          <a:p>
            <a:pPr lvl="1"/>
            <a:r>
              <a:rPr lang="en-US" sz="1800" dirty="0"/>
              <a:t>People or organizations</a:t>
            </a:r>
          </a:p>
          <a:p>
            <a:pPr lvl="1"/>
            <a:r>
              <a:rPr lang="en-US" sz="1800" dirty="0"/>
              <a:t>Examples: users, operators, developers, architects, customers, testers, etc.</a:t>
            </a:r>
          </a:p>
          <a:p>
            <a:r>
              <a:rPr lang="en-US" sz="1800" dirty="0"/>
              <a:t>Documents</a:t>
            </a:r>
          </a:p>
          <a:p>
            <a:pPr lvl="1"/>
            <a:r>
              <a:rPr lang="en-US" sz="1800" dirty="0"/>
              <a:t>Legal documents, standards, error reports, etc.</a:t>
            </a:r>
          </a:p>
          <a:p>
            <a:r>
              <a:rPr lang="en-US" sz="1800" dirty="0"/>
              <a:t>Systems in operation</a:t>
            </a:r>
          </a:p>
          <a:p>
            <a:pPr lvl="1"/>
            <a:r>
              <a:rPr lang="en-US" sz="1800" dirty="0"/>
              <a:t>Legacy or predecessor systems</a:t>
            </a:r>
          </a:p>
          <a:p>
            <a:pPr lvl="1"/>
            <a:r>
              <a:rPr lang="en-US" sz="1800" dirty="0"/>
              <a:t>Competing systems</a:t>
            </a:r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566065-950B-4EF0-AA98-F45A5175A3CE}"/>
              </a:ext>
            </a:extLst>
          </p:cNvPr>
          <p:cNvSpPr txBox="1"/>
          <p:nvPr/>
        </p:nvSpPr>
        <p:spPr>
          <a:xfrm>
            <a:off x="1235593" y="6498904"/>
            <a:ext cx="3229583" cy="266676"/>
          </a:xfrm>
          <a:prstGeom prst="rect">
            <a:avLst/>
          </a:prstGeom>
          <a:solidFill>
            <a:srgbClr val="133C41"/>
          </a:solidFill>
        </p:spPr>
        <p:txBody>
          <a:bodyPr wrap="square" lIns="121920" tIns="60960" rIns="121920" bIns="60960" rtlCol="0" anchor="t">
            <a:spAutoFit/>
          </a:bodyPr>
          <a:lstStyle/>
          <a:p>
            <a:pPr defTabSz="914377">
              <a:defRPr/>
            </a:pPr>
            <a:r>
              <a:rPr lang="en-US" sz="933" dirty="0">
                <a:solidFill>
                  <a:srgbClr val="FFFFFF"/>
                </a:solidFill>
                <a:latin typeface="Calibri Light"/>
              </a:rPr>
              <a:t>CONFIDENTIAL  |  © 20</a:t>
            </a:r>
            <a:r>
              <a:rPr lang="hu-HU" sz="933" dirty="0" smtClean="0">
                <a:solidFill>
                  <a:srgbClr val="FFFFFF"/>
                </a:solidFill>
                <a:latin typeface="Calibri Light"/>
              </a:rPr>
              <a:t>25</a:t>
            </a:r>
            <a:r>
              <a:rPr lang="en-US" sz="933" dirty="0" smtClean="0">
                <a:solidFill>
                  <a:srgbClr val="FFFFFF"/>
                </a:solidFill>
                <a:latin typeface="Calibri Light"/>
              </a:rPr>
              <a:t> </a:t>
            </a:r>
            <a:r>
              <a:rPr lang="en-US" sz="933" dirty="0">
                <a:solidFill>
                  <a:srgbClr val="FFFFFF"/>
                </a:solidFill>
                <a:latin typeface="Calibri Light"/>
              </a:rPr>
              <a:t>EPAM Systems, Inc.</a:t>
            </a:r>
          </a:p>
        </p:txBody>
      </p:sp>
    </p:spTree>
    <p:extLst>
      <p:ext uri="{BB962C8B-B14F-4D97-AF65-F5344CB8AC3E}">
        <p14:creationId xmlns:p14="http://schemas.microsoft.com/office/powerpoint/2010/main" val="2685050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06512-2036-4D33-9165-4328D3B4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Requirements Engineering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CE0D5-5370-4EAD-95C6-C9C38FAF7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377"/>
            <a:fld id="{3A707DD9-E92B-45E8-BE0A-E6B2EDF345EB}" type="slidenum">
              <a:rPr lang="en-US">
                <a:latin typeface="Calibri Light"/>
              </a:rPr>
              <a:pPr defTabSz="914377"/>
              <a:t>16</a:t>
            </a:fld>
            <a:endParaRPr lang="en-US">
              <a:latin typeface="Calibri Light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4BD0D7D-A459-4098-BAE1-8A110DD933DD}"/>
              </a:ext>
            </a:extLst>
          </p:cNvPr>
          <p:cNvSpPr txBox="1">
            <a:spLocks/>
          </p:cNvSpPr>
          <p:nvPr/>
        </p:nvSpPr>
        <p:spPr>
          <a:xfrm>
            <a:off x="476250" y="1073235"/>
            <a:ext cx="11239500" cy="4572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1600"/>
              </a:lnSpc>
              <a:spcBef>
                <a:spcPts val="288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i="0" kern="1200" cap="all" spc="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78355" indent="-478355" defTabSz="1219170">
              <a:lnSpc>
                <a:spcPts val="2133"/>
              </a:lnSpc>
              <a:spcBef>
                <a:spcPts val="384"/>
              </a:spcBef>
              <a:spcAft>
                <a:spcPts val="400"/>
              </a:spcAft>
            </a:pPr>
            <a:r>
              <a:rPr lang="hu-HU" sz="2400" dirty="0" smtClean="0"/>
              <a:t>Kano Model</a:t>
            </a:r>
            <a:endParaRPr lang="en-US" sz="2400" spc="267" dirty="0">
              <a:solidFill>
                <a:srgbClr val="76CDD8"/>
              </a:solidFill>
              <a:latin typeface="Calibri"/>
            </a:endParaRP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96E2460F-395C-4FBB-864E-73DAD579691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6251" y="1896534"/>
            <a:ext cx="11381452" cy="3539532"/>
          </a:xfrm>
        </p:spPr>
        <p:txBody>
          <a:bodyPr/>
          <a:lstStyle/>
          <a:p>
            <a:r>
              <a:rPr lang="en-US" sz="1800" dirty="0" err="1" smtClean="0"/>
              <a:t>Dissatisfiers</a:t>
            </a:r>
            <a:endParaRPr lang="en-US" sz="1800" dirty="0"/>
          </a:p>
          <a:p>
            <a:pPr lvl="1"/>
            <a:r>
              <a:rPr lang="en-US" sz="1800" dirty="0"/>
              <a:t>Properties that are self-evident and taken for granted </a:t>
            </a:r>
          </a:p>
          <a:p>
            <a:r>
              <a:rPr lang="en-US" sz="1800" dirty="0"/>
              <a:t>Satisfiers</a:t>
            </a:r>
          </a:p>
          <a:p>
            <a:pPr lvl="1"/>
            <a:r>
              <a:rPr lang="en-US" sz="1800" dirty="0"/>
              <a:t>Explicitly demanded system properties</a:t>
            </a:r>
          </a:p>
          <a:p>
            <a:r>
              <a:rPr lang="en-US" sz="1800" dirty="0"/>
              <a:t>Delighters</a:t>
            </a:r>
          </a:p>
          <a:p>
            <a:pPr lvl="1"/>
            <a:r>
              <a:rPr lang="en-US" sz="1800" dirty="0"/>
              <a:t>System properties that the stakeholders does not know or expect and discovers only while using the system</a:t>
            </a:r>
          </a:p>
          <a:p>
            <a:pPr marL="127000" indent="0">
              <a:buNone/>
            </a:pPr>
            <a:endParaRPr lang="hu-HU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566065-950B-4EF0-AA98-F45A5175A3CE}"/>
              </a:ext>
            </a:extLst>
          </p:cNvPr>
          <p:cNvSpPr txBox="1"/>
          <p:nvPr/>
        </p:nvSpPr>
        <p:spPr>
          <a:xfrm>
            <a:off x="1235593" y="6498904"/>
            <a:ext cx="3229583" cy="266676"/>
          </a:xfrm>
          <a:prstGeom prst="rect">
            <a:avLst/>
          </a:prstGeom>
          <a:solidFill>
            <a:srgbClr val="133C41"/>
          </a:solidFill>
        </p:spPr>
        <p:txBody>
          <a:bodyPr wrap="square" lIns="121920" tIns="60960" rIns="121920" bIns="60960" rtlCol="0" anchor="t">
            <a:spAutoFit/>
          </a:bodyPr>
          <a:lstStyle/>
          <a:p>
            <a:pPr defTabSz="914377">
              <a:defRPr/>
            </a:pPr>
            <a:r>
              <a:rPr lang="en-US" sz="933" dirty="0">
                <a:solidFill>
                  <a:srgbClr val="FFFFFF"/>
                </a:solidFill>
                <a:latin typeface="Calibri Light"/>
              </a:rPr>
              <a:t>CONFIDENTIAL  |  © 20</a:t>
            </a:r>
            <a:r>
              <a:rPr lang="hu-HU" sz="933" dirty="0" smtClean="0">
                <a:solidFill>
                  <a:srgbClr val="FFFFFF"/>
                </a:solidFill>
                <a:latin typeface="Calibri Light"/>
              </a:rPr>
              <a:t>25</a:t>
            </a:r>
            <a:r>
              <a:rPr lang="en-US" sz="933" dirty="0" smtClean="0">
                <a:solidFill>
                  <a:srgbClr val="FFFFFF"/>
                </a:solidFill>
                <a:latin typeface="Calibri Light"/>
              </a:rPr>
              <a:t> </a:t>
            </a:r>
            <a:r>
              <a:rPr lang="en-US" sz="933" dirty="0">
                <a:solidFill>
                  <a:srgbClr val="FFFFFF"/>
                </a:solidFill>
                <a:latin typeface="Calibri Light"/>
              </a:rPr>
              <a:t>EPAM Systems, Inc.</a:t>
            </a:r>
          </a:p>
        </p:txBody>
      </p:sp>
    </p:spTree>
    <p:extLst>
      <p:ext uri="{BB962C8B-B14F-4D97-AF65-F5344CB8AC3E}">
        <p14:creationId xmlns:p14="http://schemas.microsoft.com/office/powerpoint/2010/main" val="1736826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06512-2036-4D33-9165-4328D3B4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Requirements Engineering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CE0D5-5370-4EAD-95C6-C9C38FAF7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377"/>
            <a:fld id="{3A707DD9-E92B-45E8-BE0A-E6B2EDF345EB}" type="slidenum">
              <a:rPr lang="en-US">
                <a:latin typeface="Calibri Light"/>
              </a:rPr>
              <a:pPr defTabSz="914377"/>
              <a:t>17</a:t>
            </a:fld>
            <a:endParaRPr lang="en-US">
              <a:latin typeface="Calibri Light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4BD0D7D-A459-4098-BAE1-8A110DD933DD}"/>
              </a:ext>
            </a:extLst>
          </p:cNvPr>
          <p:cNvSpPr txBox="1">
            <a:spLocks/>
          </p:cNvSpPr>
          <p:nvPr/>
        </p:nvSpPr>
        <p:spPr>
          <a:xfrm>
            <a:off x="476250" y="1073235"/>
            <a:ext cx="11239500" cy="4572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1600"/>
              </a:lnSpc>
              <a:spcBef>
                <a:spcPts val="288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i="0" kern="1200" cap="all" spc="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78355" indent="-478355" defTabSz="1219170">
              <a:lnSpc>
                <a:spcPts val="2133"/>
              </a:lnSpc>
              <a:spcBef>
                <a:spcPts val="384"/>
              </a:spcBef>
              <a:spcAft>
                <a:spcPts val="400"/>
              </a:spcAft>
            </a:pPr>
            <a:r>
              <a:rPr lang="hu-HU" sz="2400" dirty="0" smtClean="0"/>
              <a:t>Techniques I.</a:t>
            </a:r>
            <a:endParaRPr lang="en-US" sz="2400" spc="267" dirty="0">
              <a:solidFill>
                <a:srgbClr val="76CDD8"/>
              </a:solidFill>
              <a:latin typeface="Calibri"/>
            </a:endParaRP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96E2460F-395C-4FBB-864E-73DAD579691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6251" y="1896534"/>
            <a:ext cx="11381452" cy="3539532"/>
          </a:xfrm>
        </p:spPr>
        <p:txBody>
          <a:bodyPr/>
          <a:lstStyle/>
          <a:p>
            <a:r>
              <a:rPr lang="en-US" sz="1800" dirty="0" smtClean="0"/>
              <a:t>Survey </a:t>
            </a:r>
            <a:r>
              <a:rPr lang="en-US" sz="1800" dirty="0"/>
              <a:t>Techniques</a:t>
            </a:r>
          </a:p>
          <a:p>
            <a:pPr lvl="1"/>
            <a:r>
              <a:rPr lang="en-US" sz="1800" dirty="0"/>
              <a:t>Precise but time consuming</a:t>
            </a:r>
          </a:p>
          <a:p>
            <a:pPr lvl="1"/>
            <a:r>
              <a:rPr lang="en-US" sz="1800" dirty="0"/>
              <a:t>Interviews, Questionnaires are forms of it</a:t>
            </a:r>
          </a:p>
          <a:p>
            <a:r>
              <a:rPr lang="en-US" sz="1800" dirty="0"/>
              <a:t>Creativity Techniques</a:t>
            </a:r>
          </a:p>
          <a:p>
            <a:pPr lvl="1"/>
            <a:r>
              <a:rPr lang="en-US" sz="1800" dirty="0"/>
              <a:t>Sometimes not precise enough</a:t>
            </a:r>
          </a:p>
          <a:p>
            <a:pPr lvl="1"/>
            <a:r>
              <a:rPr lang="en-US" sz="1800" dirty="0"/>
              <a:t>Brainstorming, Six Thinking Hats, Analogy</a:t>
            </a:r>
          </a:p>
          <a:p>
            <a:r>
              <a:rPr lang="en-US" sz="1800" dirty="0"/>
              <a:t>Document-centric Techniques</a:t>
            </a:r>
          </a:p>
          <a:p>
            <a:pPr lvl="1"/>
            <a:r>
              <a:rPr lang="en-US" sz="1800" dirty="0"/>
              <a:t>Should be combined with other techniques</a:t>
            </a:r>
          </a:p>
          <a:p>
            <a:pPr lvl="1"/>
            <a:r>
              <a:rPr lang="en-US" sz="1800" dirty="0"/>
              <a:t>Good for legacy systems</a:t>
            </a:r>
          </a:p>
          <a:p>
            <a:pPr lvl="1"/>
            <a:r>
              <a:rPr lang="en-US" sz="1800" dirty="0"/>
              <a:t>System archaeology (from doc. or code), Perspective-based reading, Reuse</a:t>
            </a:r>
          </a:p>
          <a:p>
            <a:pPr marL="127000" indent="0">
              <a:buNone/>
            </a:pPr>
            <a:endParaRPr lang="hu-HU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566065-950B-4EF0-AA98-F45A5175A3CE}"/>
              </a:ext>
            </a:extLst>
          </p:cNvPr>
          <p:cNvSpPr txBox="1"/>
          <p:nvPr/>
        </p:nvSpPr>
        <p:spPr>
          <a:xfrm>
            <a:off x="1235593" y="6498904"/>
            <a:ext cx="3229583" cy="266676"/>
          </a:xfrm>
          <a:prstGeom prst="rect">
            <a:avLst/>
          </a:prstGeom>
          <a:solidFill>
            <a:srgbClr val="133C41"/>
          </a:solidFill>
        </p:spPr>
        <p:txBody>
          <a:bodyPr wrap="square" lIns="121920" tIns="60960" rIns="121920" bIns="60960" rtlCol="0" anchor="t">
            <a:spAutoFit/>
          </a:bodyPr>
          <a:lstStyle/>
          <a:p>
            <a:pPr defTabSz="914377">
              <a:defRPr/>
            </a:pPr>
            <a:r>
              <a:rPr lang="en-US" sz="933" dirty="0">
                <a:solidFill>
                  <a:srgbClr val="FFFFFF"/>
                </a:solidFill>
                <a:latin typeface="Calibri Light"/>
              </a:rPr>
              <a:t>CONFIDENTIAL  |  © 20</a:t>
            </a:r>
            <a:r>
              <a:rPr lang="hu-HU" sz="933" dirty="0" smtClean="0">
                <a:solidFill>
                  <a:srgbClr val="FFFFFF"/>
                </a:solidFill>
                <a:latin typeface="Calibri Light"/>
              </a:rPr>
              <a:t>25</a:t>
            </a:r>
            <a:r>
              <a:rPr lang="en-US" sz="933" dirty="0" smtClean="0">
                <a:solidFill>
                  <a:srgbClr val="FFFFFF"/>
                </a:solidFill>
                <a:latin typeface="Calibri Light"/>
              </a:rPr>
              <a:t> </a:t>
            </a:r>
            <a:r>
              <a:rPr lang="en-US" sz="933" dirty="0">
                <a:solidFill>
                  <a:srgbClr val="FFFFFF"/>
                </a:solidFill>
                <a:latin typeface="Calibri Light"/>
              </a:rPr>
              <a:t>EPAM Systems, Inc.</a:t>
            </a:r>
          </a:p>
        </p:txBody>
      </p:sp>
    </p:spTree>
    <p:extLst>
      <p:ext uri="{BB962C8B-B14F-4D97-AF65-F5344CB8AC3E}">
        <p14:creationId xmlns:p14="http://schemas.microsoft.com/office/powerpoint/2010/main" val="885890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06512-2036-4D33-9165-4328D3B4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Requirements Engineering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CE0D5-5370-4EAD-95C6-C9C38FAF7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377"/>
            <a:fld id="{3A707DD9-E92B-45E8-BE0A-E6B2EDF345EB}" type="slidenum">
              <a:rPr lang="en-US">
                <a:latin typeface="Calibri Light"/>
              </a:rPr>
              <a:pPr defTabSz="914377"/>
              <a:t>18</a:t>
            </a:fld>
            <a:endParaRPr lang="en-US">
              <a:latin typeface="Calibri Light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4BD0D7D-A459-4098-BAE1-8A110DD933DD}"/>
              </a:ext>
            </a:extLst>
          </p:cNvPr>
          <p:cNvSpPr txBox="1">
            <a:spLocks/>
          </p:cNvSpPr>
          <p:nvPr/>
        </p:nvSpPr>
        <p:spPr>
          <a:xfrm>
            <a:off x="476250" y="1073235"/>
            <a:ext cx="11239500" cy="4572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1600"/>
              </a:lnSpc>
              <a:spcBef>
                <a:spcPts val="288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i="0" kern="1200" cap="all" spc="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78355" indent="-478355" defTabSz="1219170">
              <a:lnSpc>
                <a:spcPts val="2133"/>
              </a:lnSpc>
              <a:spcBef>
                <a:spcPts val="384"/>
              </a:spcBef>
              <a:spcAft>
                <a:spcPts val="400"/>
              </a:spcAft>
            </a:pPr>
            <a:r>
              <a:rPr lang="hu-HU" sz="2400" dirty="0" smtClean="0"/>
              <a:t>Techniques II.</a:t>
            </a:r>
            <a:endParaRPr lang="en-US" sz="2400" spc="267" dirty="0">
              <a:solidFill>
                <a:srgbClr val="76CDD8"/>
              </a:solidFill>
              <a:latin typeface="Calibri"/>
            </a:endParaRP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96E2460F-395C-4FBB-864E-73DAD579691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6251" y="1896534"/>
            <a:ext cx="11381452" cy="3539532"/>
          </a:xfrm>
        </p:spPr>
        <p:txBody>
          <a:bodyPr/>
          <a:lstStyle/>
          <a:p>
            <a:r>
              <a:rPr lang="en-US" sz="1800" dirty="0" smtClean="0"/>
              <a:t>Observation </a:t>
            </a:r>
            <a:r>
              <a:rPr lang="en-US" sz="1800" dirty="0"/>
              <a:t>Techniques</a:t>
            </a:r>
          </a:p>
          <a:p>
            <a:pPr lvl="1"/>
            <a:r>
              <a:rPr lang="en-US" sz="1800" dirty="0"/>
              <a:t>It shows the “as is” rather “to be”</a:t>
            </a:r>
          </a:p>
          <a:p>
            <a:pPr lvl="1"/>
            <a:r>
              <a:rPr lang="en-US" sz="1800" dirty="0"/>
              <a:t>Not suitable to develop a new process</a:t>
            </a:r>
          </a:p>
          <a:p>
            <a:pPr lvl="1"/>
            <a:r>
              <a:rPr lang="en-US" sz="1800" dirty="0"/>
              <a:t>Field observation, apprenticing</a:t>
            </a:r>
          </a:p>
          <a:p>
            <a:r>
              <a:rPr lang="en-US" sz="1800" dirty="0"/>
              <a:t>Support Techniques</a:t>
            </a:r>
          </a:p>
          <a:p>
            <a:pPr lvl="1"/>
            <a:r>
              <a:rPr lang="en-US" sz="1800" dirty="0"/>
              <a:t>Addition to techniques above</a:t>
            </a:r>
          </a:p>
          <a:p>
            <a:pPr lvl="1"/>
            <a:r>
              <a:rPr lang="en-US" sz="1800" dirty="0"/>
              <a:t>Mind mapping, workshops, audio and video records, use care modeling, prototypes</a:t>
            </a:r>
          </a:p>
          <a:p>
            <a:pPr marL="127000" indent="0">
              <a:buNone/>
            </a:pPr>
            <a:endParaRPr lang="en-US" sz="1800" dirty="0"/>
          </a:p>
          <a:p>
            <a:pPr marL="127000" indent="0">
              <a:buNone/>
            </a:pPr>
            <a:endParaRPr lang="hu-HU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566065-950B-4EF0-AA98-F45A5175A3CE}"/>
              </a:ext>
            </a:extLst>
          </p:cNvPr>
          <p:cNvSpPr txBox="1"/>
          <p:nvPr/>
        </p:nvSpPr>
        <p:spPr>
          <a:xfrm>
            <a:off x="1235593" y="6498904"/>
            <a:ext cx="3229583" cy="266676"/>
          </a:xfrm>
          <a:prstGeom prst="rect">
            <a:avLst/>
          </a:prstGeom>
          <a:solidFill>
            <a:srgbClr val="133C41"/>
          </a:solidFill>
        </p:spPr>
        <p:txBody>
          <a:bodyPr wrap="square" lIns="121920" tIns="60960" rIns="121920" bIns="60960" rtlCol="0" anchor="t">
            <a:spAutoFit/>
          </a:bodyPr>
          <a:lstStyle/>
          <a:p>
            <a:pPr defTabSz="914377">
              <a:defRPr/>
            </a:pPr>
            <a:r>
              <a:rPr lang="en-US" sz="933" dirty="0">
                <a:solidFill>
                  <a:srgbClr val="FFFFFF"/>
                </a:solidFill>
                <a:latin typeface="Calibri Light"/>
              </a:rPr>
              <a:t>CONFIDENTIAL  |  © 20</a:t>
            </a:r>
            <a:r>
              <a:rPr lang="hu-HU" sz="933" dirty="0" smtClean="0">
                <a:solidFill>
                  <a:srgbClr val="FFFFFF"/>
                </a:solidFill>
                <a:latin typeface="Calibri Light"/>
              </a:rPr>
              <a:t>25</a:t>
            </a:r>
            <a:r>
              <a:rPr lang="en-US" sz="933" dirty="0" smtClean="0">
                <a:solidFill>
                  <a:srgbClr val="FFFFFF"/>
                </a:solidFill>
                <a:latin typeface="Calibri Light"/>
              </a:rPr>
              <a:t> </a:t>
            </a:r>
            <a:r>
              <a:rPr lang="en-US" sz="933" dirty="0">
                <a:solidFill>
                  <a:srgbClr val="FFFFFF"/>
                </a:solidFill>
                <a:latin typeface="Calibri Light"/>
              </a:rPr>
              <a:t>EPAM Systems, Inc.</a:t>
            </a:r>
          </a:p>
        </p:txBody>
      </p:sp>
    </p:spTree>
    <p:extLst>
      <p:ext uri="{BB962C8B-B14F-4D97-AF65-F5344CB8AC3E}">
        <p14:creationId xmlns:p14="http://schemas.microsoft.com/office/powerpoint/2010/main" val="112328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06512-2036-4D33-9165-4328D3B4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Requirements Engineering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CE0D5-5370-4EAD-95C6-C9C38FAF7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377"/>
            <a:fld id="{3A707DD9-E92B-45E8-BE0A-E6B2EDF345EB}" type="slidenum">
              <a:rPr lang="en-US">
                <a:latin typeface="Calibri Light"/>
              </a:rPr>
              <a:pPr defTabSz="914377"/>
              <a:t>19</a:t>
            </a:fld>
            <a:endParaRPr lang="en-US">
              <a:latin typeface="Calibri Light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4BD0D7D-A459-4098-BAE1-8A110DD933DD}"/>
              </a:ext>
            </a:extLst>
          </p:cNvPr>
          <p:cNvSpPr txBox="1">
            <a:spLocks/>
          </p:cNvSpPr>
          <p:nvPr/>
        </p:nvSpPr>
        <p:spPr>
          <a:xfrm>
            <a:off x="476250" y="1073235"/>
            <a:ext cx="11239500" cy="4572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1600"/>
              </a:lnSpc>
              <a:spcBef>
                <a:spcPts val="288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i="0" kern="1200" cap="all" spc="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78355" indent="-478355" defTabSz="1219170">
              <a:lnSpc>
                <a:spcPts val="2133"/>
              </a:lnSpc>
              <a:spcBef>
                <a:spcPts val="384"/>
              </a:spcBef>
              <a:spcAft>
                <a:spcPts val="400"/>
              </a:spcAft>
            </a:pPr>
            <a:r>
              <a:rPr lang="en-US" sz="2400" dirty="0"/>
              <a:t>The requirements </a:t>
            </a:r>
            <a:r>
              <a:rPr lang="en-US" sz="2400" dirty="0" smtClean="0"/>
              <a:t>engineer</a:t>
            </a:r>
            <a:endParaRPr lang="en-US" sz="2400" spc="267" dirty="0">
              <a:solidFill>
                <a:srgbClr val="76CDD8"/>
              </a:solidFill>
              <a:latin typeface="Calibri"/>
            </a:endParaRP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96E2460F-395C-4FBB-864E-73DAD579691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6251" y="1896534"/>
            <a:ext cx="11381452" cy="3539532"/>
          </a:xfrm>
        </p:spPr>
        <p:txBody>
          <a:bodyPr/>
          <a:lstStyle/>
          <a:p>
            <a:r>
              <a:rPr lang="en-US" sz="1800" dirty="0" smtClean="0"/>
              <a:t>Speaks </a:t>
            </a:r>
            <a:r>
              <a:rPr lang="en-US" sz="1800" dirty="0"/>
              <a:t>the language of the stakeholders</a:t>
            </a:r>
          </a:p>
          <a:p>
            <a:r>
              <a:rPr lang="en-US" sz="1800" dirty="0"/>
              <a:t>Becomes thoroughly familiar with the application domain</a:t>
            </a:r>
          </a:p>
          <a:p>
            <a:r>
              <a:rPr lang="en-US" sz="1800" dirty="0"/>
              <a:t>Creates the requirements document</a:t>
            </a:r>
          </a:p>
          <a:p>
            <a:r>
              <a:rPr lang="en-US" sz="1800" dirty="0"/>
              <a:t>Is bale to get work results across</a:t>
            </a:r>
          </a:p>
          <a:p>
            <a:r>
              <a:rPr lang="en-US" sz="1800" dirty="0"/>
              <a:t>Maintains a respectful relationship with any stakeholders</a:t>
            </a:r>
          </a:p>
          <a:p>
            <a:r>
              <a:rPr lang="en-US" sz="1800" dirty="0"/>
              <a:t>Presents her ideas and alternatives as well as their realization</a:t>
            </a:r>
          </a:p>
          <a:p>
            <a:r>
              <a:rPr lang="en-US" sz="1800" dirty="0"/>
              <a:t>Allows stakeholders to demand properties that makes the system user-friendly and simple</a:t>
            </a:r>
          </a:p>
          <a:p>
            <a:r>
              <a:rPr lang="en-US" sz="1800" dirty="0"/>
              <a:t>Ensures that the system satisfies the functional and qualitative demands of the stakeholders</a:t>
            </a:r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566065-950B-4EF0-AA98-F45A5175A3CE}"/>
              </a:ext>
            </a:extLst>
          </p:cNvPr>
          <p:cNvSpPr txBox="1"/>
          <p:nvPr/>
        </p:nvSpPr>
        <p:spPr>
          <a:xfrm>
            <a:off x="1235593" y="6498904"/>
            <a:ext cx="3229583" cy="266676"/>
          </a:xfrm>
          <a:prstGeom prst="rect">
            <a:avLst/>
          </a:prstGeom>
          <a:solidFill>
            <a:srgbClr val="133C41"/>
          </a:solidFill>
        </p:spPr>
        <p:txBody>
          <a:bodyPr wrap="square" lIns="121920" tIns="60960" rIns="121920" bIns="60960" rtlCol="0" anchor="t">
            <a:spAutoFit/>
          </a:bodyPr>
          <a:lstStyle/>
          <a:p>
            <a:pPr defTabSz="914377">
              <a:defRPr/>
            </a:pPr>
            <a:r>
              <a:rPr lang="en-US" sz="933" dirty="0">
                <a:solidFill>
                  <a:srgbClr val="FFFFFF"/>
                </a:solidFill>
                <a:latin typeface="Calibri Light"/>
              </a:rPr>
              <a:t>CONFIDENTIAL  |  © 20</a:t>
            </a:r>
            <a:r>
              <a:rPr lang="hu-HU" sz="933" dirty="0" smtClean="0">
                <a:solidFill>
                  <a:srgbClr val="FFFFFF"/>
                </a:solidFill>
                <a:latin typeface="Calibri Light"/>
              </a:rPr>
              <a:t>25</a:t>
            </a:r>
            <a:r>
              <a:rPr lang="en-US" sz="933" dirty="0" smtClean="0">
                <a:solidFill>
                  <a:srgbClr val="FFFFFF"/>
                </a:solidFill>
                <a:latin typeface="Calibri Light"/>
              </a:rPr>
              <a:t> </a:t>
            </a:r>
            <a:r>
              <a:rPr lang="en-US" sz="933" dirty="0">
                <a:solidFill>
                  <a:srgbClr val="FFFFFF"/>
                </a:solidFill>
                <a:latin typeface="Calibri Light"/>
              </a:rPr>
              <a:t>EPAM Systems, Inc.</a:t>
            </a:r>
          </a:p>
        </p:txBody>
      </p:sp>
    </p:spTree>
    <p:extLst>
      <p:ext uri="{BB962C8B-B14F-4D97-AF65-F5344CB8AC3E}">
        <p14:creationId xmlns:p14="http://schemas.microsoft.com/office/powerpoint/2010/main" val="2381331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06512-2036-4D33-9165-4328D3B4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Requirements Engineering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CE0D5-5370-4EAD-95C6-C9C38FAF7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377"/>
            <a:fld id="{3A707DD9-E92B-45E8-BE0A-E6B2EDF345EB}" type="slidenum">
              <a:rPr lang="en-US">
                <a:latin typeface="Calibri Light"/>
              </a:rPr>
              <a:pPr defTabSz="914377"/>
              <a:t>20</a:t>
            </a:fld>
            <a:endParaRPr lang="en-US">
              <a:latin typeface="Calibri Light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4BD0D7D-A459-4098-BAE1-8A110DD933DD}"/>
              </a:ext>
            </a:extLst>
          </p:cNvPr>
          <p:cNvSpPr txBox="1">
            <a:spLocks/>
          </p:cNvSpPr>
          <p:nvPr/>
        </p:nvSpPr>
        <p:spPr>
          <a:xfrm>
            <a:off x="476250" y="1073235"/>
            <a:ext cx="11239500" cy="4572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1600"/>
              </a:lnSpc>
              <a:spcBef>
                <a:spcPts val="288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i="0" kern="1200" cap="all" spc="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/>
            <a:r>
              <a:rPr lang="en-US" sz="2400" dirty="0"/>
              <a:t>The </a:t>
            </a:r>
            <a:r>
              <a:rPr lang="en-US" sz="2400" dirty="0" smtClean="0"/>
              <a:t>stakeholder</a:t>
            </a:r>
            <a:endParaRPr lang="en-US" sz="2400" dirty="0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96E2460F-395C-4FBB-864E-73DAD579691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6251" y="1896534"/>
            <a:ext cx="11381452" cy="3539532"/>
          </a:xfrm>
        </p:spPr>
        <p:txBody>
          <a:bodyPr/>
          <a:lstStyle/>
          <a:p>
            <a:r>
              <a:rPr lang="en-US" sz="1800" dirty="0" smtClean="0"/>
              <a:t>Introduce </a:t>
            </a:r>
            <a:r>
              <a:rPr lang="en-US" sz="1800" dirty="0"/>
              <a:t>the requirements engineer to the application domain</a:t>
            </a:r>
          </a:p>
          <a:p>
            <a:r>
              <a:rPr lang="en-US" sz="1800" dirty="0"/>
              <a:t>Supply the requirements engineer with requirements</a:t>
            </a:r>
          </a:p>
          <a:p>
            <a:r>
              <a:rPr lang="en-US" sz="1800" dirty="0"/>
              <a:t>Documents requirements assiduously</a:t>
            </a:r>
          </a:p>
          <a:p>
            <a:r>
              <a:rPr lang="en-US" sz="1800" dirty="0"/>
              <a:t>Make timely decisions</a:t>
            </a:r>
          </a:p>
          <a:p>
            <a:r>
              <a:rPr lang="en-US" sz="1800" dirty="0"/>
              <a:t>Respects the requirements engineer’s estimates of costs and feasibility</a:t>
            </a:r>
          </a:p>
          <a:p>
            <a:r>
              <a:rPr lang="en-US" sz="1800" dirty="0"/>
              <a:t>Prioritize requirements</a:t>
            </a:r>
          </a:p>
          <a:p>
            <a:r>
              <a:rPr lang="en-US" sz="1800" dirty="0"/>
              <a:t>Inspect the requirements that the requirements engineer documents, such as prototypes</a:t>
            </a:r>
          </a:p>
          <a:p>
            <a:r>
              <a:rPr lang="en-US" sz="1800" dirty="0"/>
              <a:t>Communicate changes in requirements immediately</a:t>
            </a:r>
          </a:p>
          <a:p>
            <a:r>
              <a:rPr lang="en-US" sz="1800" dirty="0"/>
              <a:t>Adhere to the predetermined changes process</a:t>
            </a:r>
          </a:p>
          <a:p>
            <a:r>
              <a:rPr lang="en-US" sz="1800" dirty="0"/>
              <a:t>Respect the requirements engineering process that has been installed</a:t>
            </a:r>
          </a:p>
          <a:p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566065-950B-4EF0-AA98-F45A5175A3CE}"/>
              </a:ext>
            </a:extLst>
          </p:cNvPr>
          <p:cNvSpPr txBox="1"/>
          <p:nvPr/>
        </p:nvSpPr>
        <p:spPr>
          <a:xfrm>
            <a:off x="1235593" y="6498904"/>
            <a:ext cx="3229583" cy="266676"/>
          </a:xfrm>
          <a:prstGeom prst="rect">
            <a:avLst/>
          </a:prstGeom>
          <a:solidFill>
            <a:srgbClr val="133C41"/>
          </a:solidFill>
        </p:spPr>
        <p:txBody>
          <a:bodyPr wrap="square" lIns="121920" tIns="60960" rIns="121920" bIns="60960" rtlCol="0" anchor="t">
            <a:spAutoFit/>
          </a:bodyPr>
          <a:lstStyle/>
          <a:p>
            <a:pPr defTabSz="914377">
              <a:defRPr/>
            </a:pPr>
            <a:r>
              <a:rPr lang="en-US" sz="933" dirty="0">
                <a:solidFill>
                  <a:srgbClr val="FFFFFF"/>
                </a:solidFill>
                <a:latin typeface="Calibri Light"/>
              </a:rPr>
              <a:t>CONFIDENTIAL  |  © 20</a:t>
            </a:r>
            <a:r>
              <a:rPr lang="hu-HU" sz="933" dirty="0" smtClean="0">
                <a:solidFill>
                  <a:srgbClr val="FFFFFF"/>
                </a:solidFill>
                <a:latin typeface="Calibri Light"/>
              </a:rPr>
              <a:t>25</a:t>
            </a:r>
            <a:r>
              <a:rPr lang="en-US" sz="933" dirty="0" smtClean="0">
                <a:solidFill>
                  <a:srgbClr val="FFFFFF"/>
                </a:solidFill>
                <a:latin typeface="Calibri Light"/>
              </a:rPr>
              <a:t> </a:t>
            </a:r>
            <a:r>
              <a:rPr lang="en-US" sz="933" dirty="0">
                <a:solidFill>
                  <a:srgbClr val="FFFFFF"/>
                </a:solidFill>
                <a:latin typeface="Calibri Light"/>
              </a:rPr>
              <a:t>EPAM Systems, Inc.</a:t>
            </a:r>
          </a:p>
        </p:txBody>
      </p:sp>
    </p:spTree>
    <p:extLst>
      <p:ext uri="{BB962C8B-B14F-4D97-AF65-F5344CB8AC3E}">
        <p14:creationId xmlns:p14="http://schemas.microsoft.com/office/powerpoint/2010/main" val="3791591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hu-HU" sz="2400" dirty="0" smtClean="0"/>
              <a:t>Documenting Requirements</a:t>
            </a:r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2036333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06512-2036-4D33-9165-4328D3B4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2800" dirty="0"/>
              <a:t>Documenting Requirements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CE0D5-5370-4EAD-95C6-C9C38FAF7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377"/>
            <a:fld id="{3A707DD9-E92B-45E8-BE0A-E6B2EDF345EB}" type="slidenum">
              <a:rPr lang="en-US">
                <a:latin typeface="Calibri Light"/>
              </a:rPr>
              <a:pPr defTabSz="914377"/>
              <a:t>22</a:t>
            </a:fld>
            <a:endParaRPr lang="en-US">
              <a:latin typeface="Calibri Light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4BD0D7D-A459-4098-BAE1-8A110DD933DD}"/>
              </a:ext>
            </a:extLst>
          </p:cNvPr>
          <p:cNvSpPr txBox="1">
            <a:spLocks/>
          </p:cNvSpPr>
          <p:nvPr/>
        </p:nvSpPr>
        <p:spPr>
          <a:xfrm>
            <a:off x="476250" y="1073235"/>
            <a:ext cx="11239500" cy="4572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1600"/>
              </a:lnSpc>
              <a:spcBef>
                <a:spcPts val="288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i="0" kern="1200" cap="all" spc="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/>
            <a:r>
              <a:rPr lang="en-US" sz="2400" dirty="0"/>
              <a:t>Documentation </a:t>
            </a:r>
            <a:r>
              <a:rPr lang="en-US" sz="2400" dirty="0" smtClean="0"/>
              <a:t>Perspectives</a:t>
            </a:r>
            <a:endParaRPr lang="en-US" sz="2400" dirty="0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96E2460F-395C-4FBB-864E-73DAD579691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6251" y="1896534"/>
            <a:ext cx="11381452" cy="3539532"/>
          </a:xfrm>
        </p:spPr>
        <p:txBody>
          <a:bodyPr/>
          <a:lstStyle/>
          <a:p>
            <a:r>
              <a:rPr lang="en-US" sz="1800" dirty="0"/>
              <a:t>Data perspective</a:t>
            </a:r>
          </a:p>
          <a:p>
            <a:r>
              <a:rPr lang="en-US" sz="1800" dirty="0"/>
              <a:t>Functional perspective</a:t>
            </a:r>
          </a:p>
          <a:p>
            <a:r>
              <a:rPr lang="en-US" sz="1800" dirty="0"/>
              <a:t>Behavioral </a:t>
            </a:r>
            <a:r>
              <a:rPr lang="en-US" sz="1800" dirty="0" smtClean="0"/>
              <a:t>perspective</a:t>
            </a:r>
            <a:endParaRPr lang="hu-HU" sz="1800" dirty="0" smtClean="0"/>
          </a:p>
          <a:p>
            <a:endParaRPr lang="hu-HU" sz="1800" dirty="0"/>
          </a:p>
          <a:p>
            <a:pPr marL="127000" indent="0">
              <a:buNone/>
            </a:pPr>
            <a:r>
              <a:rPr lang="en-US" sz="1800" b="1" dirty="0"/>
              <a:t>Natura</a:t>
            </a:r>
            <a:r>
              <a:rPr lang="hu-HU" sz="1800" b="1" dirty="0"/>
              <a:t>l</a:t>
            </a:r>
            <a:r>
              <a:rPr lang="en-US" sz="1800" b="1" dirty="0"/>
              <a:t> language-based documentation</a:t>
            </a:r>
          </a:p>
          <a:p>
            <a:pPr marL="127000" indent="0">
              <a:buNone/>
            </a:pPr>
            <a:endParaRPr lang="en-US" sz="1800" dirty="0"/>
          </a:p>
          <a:p>
            <a:pPr marL="127000" indent="0">
              <a:buNone/>
            </a:pPr>
            <a:r>
              <a:rPr lang="en-US" sz="1800" b="1" dirty="0"/>
              <a:t>Conceptual modeling language-based documentation</a:t>
            </a:r>
          </a:p>
          <a:p>
            <a:pPr>
              <a:buFontTx/>
              <a:buChar char="-"/>
            </a:pPr>
            <a:r>
              <a:rPr lang="en-US" sz="1800" dirty="0"/>
              <a:t>Use case diagram</a:t>
            </a:r>
          </a:p>
          <a:p>
            <a:pPr>
              <a:buFontTx/>
              <a:buChar char="-"/>
            </a:pPr>
            <a:r>
              <a:rPr lang="en-US" sz="1800" dirty="0"/>
              <a:t>Class diagram</a:t>
            </a:r>
          </a:p>
          <a:p>
            <a:pPr>
              <a:buFontTx/>
              <a:buChar char="-"/>
            </a:pPr>
            <a:r>
              <a:rPr lang="en-US" sz="1800" dirty="0"/>
              <a:t>Activity diagram</a:t>
            </a:r>
          </a:p>
          <a:p>
            <a:pPr>
              <a:buFontTx/>
              <a:buChar char="-"/>
            </a:pPr>
            <a:r>
              <a:rPr lang="en-US" sz="1800" dirty="0"/>
              <a:t>State diagram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566065-950B-4EF0-AA98-F45A5175A3CE}"/>
              </a:ext>
            </a:extLst>
          </p:cNvPr>
          <p:cNvSpPr txBox="1"/>
          <p:nvPr/>
        </p:nvSpPr>
        <p:spPr>
          <a:xfrm>
            <a:off x="1235593" y="6498904"/>
            <a:ext cx="3229583" cy="266676"/>
          </a:xfrm>
          <a:prstGeom prst="rect">
            <a:avLst/>
          </a:prstGeom>
          <a:solidFill>
            <a:srgbClr val="133C41"/>
          </a:solidFill>
        </p:spPr>
        <p:txBody>
          <a:bodyPr wrap="square" lIns="121920" tIns="60960" rIns="121920" bIns="60960" rtlCol="0" anchor="t">
            <a:spAutoFit/>
          </a:bodyPr>
          <a:lstStyle/>
          <a:p>
            <a:pPr defTabSz="914377">
              <a:defRPr/>
            </a:pPr>
            <a:r>
              <a:rPr lang="en-US" sz="933" dirty="0">
                <a:solidFill>
                  <a:srgbClr val="FFFFFF"/>
                </a:solidFill>
                <a:latin typeface="Calibri Light"/>
              </a:rPr>
              <a:t>CONFIDENTIAL  |  © 20</a:t>
            </a:r>
            <a:r>
              <a:rPr lang="hu-HU" sz="933" dirty="0" smtClean="0">
                <a:solidFill>
                  <a:srgbClr val="FFFFFF"/>
                </a:solidFill>
                <a:latin typeface="Calibri Light"/>
              </a:rPr>
              <a:t>25</a:t>
            </a:r>
            <a:r>
              <a:rPr lang="en-US" sz="933" dirty="0" smtClean="0">
                <a:solidFill>
                  <a:srgbClr val="FFFFFF"/>
                </a:solidFill>
                <a:latin typeface="Calibri Light"/>
              </a:rPr>
              <a:t> </a:t>
            </a:r>
            <a:r>
              <a:rPr lang="en-US" sz="933" dirty="0">
                <a:solidFill>
                  <a:srgbClr val="FFFFFF"/>
                </a:solidFill>
                <a:latin typeface="Calibri Light"/>
              </a:rPr>
              <a:t>EPAM Systems, Inc.</a:t>
            </a:r>
          </a:p>
        </p:txBody>
      </p:sp>
    </p:spTree>
    <p:extLst>
      <p:ext uri="{BB962C8B-B14F-4D97-AF65-F5344CB8AC3E}">
        <p14:creationId xmlns:p14="http://schemas.microsoft.com/office/powerpoint/2010/main" val="3399518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06512-2036-4D33-9165-4328D3B4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2800" dirty="0"/>
              <a:t>Documenting Requirements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CE0D5-5370-4EAD-95C6-C9C38FAF7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377"/>
            <a:fld id="{3A707DD9-E92B-45E8-BE0A-E6B2EDF345EB}" type="slidenum">
              <a:rPr lang="en-US">
                <a:latin typeface="Calibri Light"/>
              </a:rPr>
              <a:pPr defTabSz="914377"/>
              <a:t>23</a:t>
            </a:fld>
            <a:endParaRPr lang="en-US">
              <a:latin typeface="Calibri Light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4BD0D7D-A459-4098-BAE1-8A110DD933DD}"/>
              </a:ext>
            </a:extLst>
          </p:cNvPr>
          <p:cNvSpPr txBox="1">
            <a:spLocks/>
          </p:cNvSpPr>
          <p:nvPr/>
        </p:nvSpPr>
        <p:spPr>
          <a:xfrm>
            <a:off x="476250" y="1073235"/>
            <a:ext cx="11239500" cy="4572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1600"/>
              </a:lnSpc>
              <a:spcBef>
                <a:spcPts val="288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i="0" kern="1200" cap="all" spc="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/>
            <a:r>
              <a:rPr lang="en-US" sz="2400" dirty="0"/>
              <a:t>Natural Language, Transformational Processes</a:t>
            </a:r>
            <a:endParaRPr lang="en-US" sz="2400" dirty="0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96E2460F-395C-4FBB-864E-73DAD579691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6251" y="1896534"/>
            <a:ext cx="11381452" cy="3539532"/>
          </a:xfrm>
        </p:spPr>
        <p:txBody>
          <a:bodyPr/>
          <a:lstStyle/>
          <a:p>
            <a:pPr marL="469900" indent="-342900">
              <a:buFont typeface="+mj-lt"/>
              <a:buAutoNum type="arabicPeriod"/>
            </a:pPr>
            <a:r>
              <a:rPr lang="en-US" sz="1800" dirty="0"/>
              <a:t>Nominalization</a:t>
            </a:r>
          </a:p>
          <a:p>
            <a:pPr lvl="1"/>
            <a:r>
              <a:rPr lang="en-US" sz="1800" dirty="0"/>
              <a:t>Process is converted into an event</a:t>
            </a:r>
          </a:p>
          <a:p>
            <a:pPr marL="469900" indent="-342900">
              <a:buFont typeface="+mj-lt"/>
              <a:buAutoNum type="arabicPeriod"/>
            </a:pPr>
            <a:r>
              <a:rPr lang="en-US" sz="1800" dirty="0"/>
              <a:t>Nouns without reference index</a:t>
            </a:r>
          </a:p>
          <a:p>
            <a:pPr lvl="1"/>
            <a:r>
              <a:rPr lang="en-US" sz="1800" dirty="0"/>
              <a:t>Incompletely specified nouns</a:t>
            </a:r>
          </a:p>
          <a:p>
            <a:pPr marL="469900" indent="-342900">
              <a:buFont typeface="+mj-lt"/>
              <a:buAutoNum type="arabicPeriod"/>
            </a:pPr>
            <a:r>
              <a:rPr lang="en-US" sz="1800" dirty="0"/>
              <a:t>Universal quantifiers</a:t>
            </a:r>
          </a:p>
          <a:p>
            <a:pPr lvl="1"/>
            <a:r>
              <a:rPr lang="en-US" sz="1800" dirty="0"/>
              <a:t>Specified behavior or property does not apply to all objects</a:t>
            </a:r>
          </a:p>
          <a:p>
            <a:pPr marL="469900" indent="-342900">
              <a:buFont typeface="+mj-lt"/>
              <a:buAutoNum type="arabicPeriod"/>
            </a:pPr>
            <a:r>
              <a:rPr lang="en-US" sz="1800" dirty="0"/>
              <a:t>Incompletely specified conditions</a:t>
            </a:r>
          </a:p>
          <a:p>
            <a:pPr marL="469900" indent="-342900">
              <a:buFont typeface="+mj-lt"/>
              <a:buAutoNum type="arabicPeriod"/>
            </a:pPr>
            <a:r>
              <a:rPr lang="en-US" sz="1800" dirty="0"/>
              <a:t>Incompletely specified process verbs</a:t>
            </a:r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566065-950B-4EF0-AA98-F45A5175A3CE}"/>
              </a:ext>
            </a:extLst>
          </p:cNvPr>
          <p:cNvSpPr txBox="1"/>
          <p:nvPr/>
        </p:nvSpPr>
        <p:spPr>
          <a:xfrm>
            <a:off x="1235593" y="6498904"/>
            <a:ext cx="3229583" cy="266676"/>
          </a:xfrm>
          <a:prstGeom prst="rect">
            <a:avLst/>
          </a:prstGeom>
          <a:solidFill>
            <a:srgbClr val="133C41"/>
          </a:solidFill>
        </p:spPr>
        <p:txBody>
          <a:bodyPr wrap="square" lIns="121920" tIns="60960" rIns="121920" bIns="60960" rtlCol="0" anchor="t">
            <a:spAutoFit/>
          </a:bodyPr>
          <a:lstStyle/>
          <a:p>
            <a:pPr defTabSz="914377">
              <a:defRPr/>
            </a:pPr>
            <a:r>
              <a:rPr lang="en-US" sz="933" dirty="0">
                <a:solidFill>
                  <a:srgbClr val="FFFFFF"/>
                </a:solidFill>
                <a:latin typeface="Calibri Light"/>
              </a:rPr>
              <a:t>CONFIDENTIAL  |  © 20</a:t>
            </a:r>
            <a:r>
              <a:rPr lang="hu-HU" sz="933" dirty="0" smtClean="0">
                <a:solidFill>
                  <a:srgbClr val="FFFFFF"/>
                </a:solidFill>
                <a:latin typeface="Calibri Light"/>
              </a:rPr>
              <a:t>25</a:t>
            </a:r>
            <a:r>
              <a:rPr lang="en-US" sz="933" dirty="0" smtClean="0">
                <a:solidFill>
                  <a:srgbClr val="FFFFFF"/>
                </a:solidFill>
                <a:latin typeface="Calibri Light"/>
              </a:rPr>
              <a:t> </a:t>
            </a:r>
            <a:r>
              <a:rPr lang="en-US" sz="933" dirty="0">
                <a:solidFill>
                  <a:srgbClr val="FFFFFF"/>
                </a:solidFill>
                <a:latin typeface="Calibri Light"/>
              </a:rPr>
              <a:t>EPAM Systems, Inc.</a:t>
            </a:r>
          </a:p>
        </p:txBody>
      </p:sp>
      <p:pic>
        <p:nvPicPr>
          <p:cNvPr id="8" name="Picture 2" descr="Image result for I don't understand what you say">
            <a:extLst>
              <a:ext uri="{FF2B5EF4-FFF2-40B4-BE49-F238E27FC236}">
                <a16:creationId xmlns:a16="http://schemas.microsoft.com/office/drawing/2014/main" id="{CC7861D3-0C7F-472B-904C-EE8BC5CB6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9198" y="1530435"/>
            <a:ext cx="4496552" cy="4496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211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06512-2036-4D33-9165-4328D3B4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2800" dirty="0"/>
              <a:t>Documenting Requirements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CE0D5-5370-4EAD-95C6-C9C38FAF7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377"/>
            <a:fld id="{3A707DD9-E92B-45E8-BE0A-E6B2EDF345EB}" type="slidenum">
              <a:rPr lang="en-US">
                <a:latin typeface="Calibri Light"/>
              </a:rPr>
              <a:pPr defTabSz="914377"/>
              <a:t>24</a:t>
            </a:fld>
            <a:endParaRPr lang="en-US">
              <a:latin typeface="Calibri Light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4BD0D7D-A459-4098-BAE1-8A110DD933DD}"/>
              </a:ext>
            </a:extLst>
          </p:cNvPr>
          <p:cNvSpPr txBox="1">
            <a:spLocks/>
          </p:cNvSpPr>
          <p:nvPr/>
        </p:nvSpPr>
        <p:spPr>
          <a:xfrm>
            <a:off x="476250" y="1073235"/>
            <a:ext cx="11239500" cy="4572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1600"/>
              </a:lnSpc>
              <a:spcBef>
                <a:spcPts val="288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i="0" kern="1200" cap="all" spc="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/>
            <a:r>
              <a:rPr lang="en-US" sz="2400" dirty="0"/>
              <a:t>Natural Language, Transformational </a:t>
            </a:r>
            <a:r>
              <a:rPr lang="en-US" sz="2400" dirty="0" smtClean="0"/>
              <a:t>Processes</a:t>
            </a:r>
            <a:r>
              <a:rPr lang="hu-HU" sz="2400" dirty="0" smtClean="0"/>
              <a:t> - examples</a:t>
            </a:r>
            <a:endParaRPr lang="en-US" sz="2400" dirty="0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96E2460F-395C-4FBB-864E-73DAD579691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6251" y="1896534"/>
            <a:ext cx="11381452" cy="3539532"/>
          </a:xfrm>
        </p:spPr>
        <p:txBody>
          <a:bodyPr/>
          <a:lstStyle/>
          <a:p>
            <a:r>
              <a:rPr lang="hu-HU" sz="1800" dirty="0" smtClean="0"/>
              <a:t>Nominalization</a:t>
            </a:r>
          </a:p>
          <a:p>
            <a:pPr lvl="1"/>
            <a:r>
              <a:rPr lang="hu-HU" sz="1800" dirty="0" smtClean="0"/>
              <a:t>Data </a:t>
            </a:r>
            <a:r>
              <a:rPr lang="hu-HU" sz="1800" dirty="0"/>
              <a:t>processing takes </a:t>
            </a:r>
            <a:r>
              <a:rPr lang="hu-HU" sz="1800" dirty="0" smtClean="0"/>
              <a:t>place</a:t>
            </a:r>
          </a:p>
          <a:p>
            <a:pPr lvl="1"/>
            <a:r>
              <a:rPr lang="en-US" sz="1800" dirty="0" smtClean="0"/>
              <a:t>The </a:t>
            </a:r>
            <a:r>
              <a:rPr lang="en-US" sz="1800" dirty="0"/>
              <a:t>system automatically processes incoming data and saves it into the database within 2 seconds</a:t>
            </a:r>
            <a:endParaRPr lang="hu-HU" sz="1800" dirty="0" smtClean="0"/>
          </a:p>
          <a:p>
            <a:r>
              <a:rPr lang="hu-HU" sz="1800" dirty="0"/>
              <a:t>Vague </a:t>
            </a:r>
            <a:r>
              <a:rPr lang="hu-HU" sz="1800" dirty="0" smtClean="0"/>
              <a:t>nouns:</a:t>
            </a:r>
          </a:p>
          <a:p>
            <a:pPr lvl="1"/>
            <a:r>
              <a:rPr lang="hu-HU" sz="1800" dirty="0" smtClean="0"/>
              <a:t>The </a:t>
            </a:r>
            <a:r>
              <a:rPr lang="hu-HU" sz="1800" dirty="0"/>
              <a:t>system handles </a:t>
            </a:r>
            <a:r>
              <a:rPr lang="hu-HU" sz="1800" dirty="0" smtClean="0"/>
              <a:t>files </a:t>
            </a:r>
          </a:p>
          <a:p>
            <a:pPr lvl="1"/>
            <a:r>
              <a:rPr lang="en-US" sz="1800" dirty="0" smtClean="0"/>
              <a:t>The </a:t>
            </a:r>
            <a:r>
              <a:rPr lang="en-US" sz="1800" dirty="0"/>
              <a:t>system can upload, store, and open PDF and DOCX </a:t>
            </a:r>
            <a:r>
              <a:rPr lang="en-US" sz="1800" dirty="0" smtClean="0"/>
              <a:t>files</a:t>
            </a:r>
            <a:endParaRPr lang="hu-HU" sz="1800" dirty="0"/>
          </a:p>
          <a:p>
            <a:r>
              <a:rPr lang="hu-HU" sz="1800" dirty="0"/>
              <a:t>Universal </a:t>
            </a:r>
            <a:r>
              <a:rPr lang="hu-HU" sz="1800" dirty="0" smtClean="0"/>
              <a:t>quantifiers: </a:t>
            </a:r>
          </a:p>
          <a:p>
            <a:pPr lvl="1"/>
            <a:r>
              <a:rPr lang="hu-HU" sz="1800" dirty="0" smtClean="0"/>
              <a:t>All users have access to the data</a:t>
            </a:r>
          </a:p>
          <a:p>
            <a:pPr lvl="1"/>
            <a:r>
              <a:rPr lang="en-US" sz="1800" dirty="0" smtClean="0"/>
              <a:t>Administrators </a:t>
            </a:r>
            <a:r>
              <a:rPr lang="en-US" sz="1800" dirty="0"/>
              <a:t>and project managers can access all data, while regular users can only access their own</a:t>
            </a:r>
            <a:endParaRPr lang="hu-HU" sz="1800" dirty="0" smtClean="0"/>
          </a:p>
          <a:p>
            <a:endParaRPr lang="hu-HU" sz="1800" dirty="0" smtClean="0"/>
          </a:p>
          <a:p>
            <a:endParaRPr lang="hu-HU" sz="1800" dirty="0" smtClean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566065-950B-4EF0-AA98-F45A5175A3CE}"/>
              </a:ext>
            </a:extLst>
          </p:cNvPr>
          <p:cNvSpPr txBox="1"/>
          <p:nvPr/>
        </p:nvSpPr>
        <p:spPr>
          <a:xfrm>
            <a:off x="1235593" y="6498904"/>
            <a:ext cx="3229583" cy="266676"/>
          </a:xfrm>
          <a:prstGeom prst="rect">
            <a:avLst/>
          </a:prstGeom>
          <a:solidFill>
            <a:srgbClr val="133C41"/>
          </a:solidFill>
        </p:spPr>
        <p:txBody>
          <a:bodyPr wrap="square" lIns="121920" tIns="60960" rIns="121920" bIns="60960" rtlCol="0" anchor="t">
            <a:spAutoFit/>
          </a:bodyPr>
          <a:lstStyle/>
          <a:p>
            <a:pPr defTabSz="914377">
              <a:defRPr/>
            </a:pPr>
            <a:r>
              <a:rPr lang="en-US" sz="933" dirty="0">
                <a:solidFill>
                  <a:srgbClr val="FFFFFF"/>
                </a:solidFill>
                <a:latin typeface="Calibri Light"/>
              </a:rPr>
              <a:t>CONFIDENTIAL  |  © 20</a:t>
            </a:r>
            <a:r>
              <a:rPr lang="hu-HU" sz="933" dirty="0" smtClean="0">
                <a:solidFill>
                  <a:srgbClr val="FFFFFF"/>
                </a:solidFill>
                <a:latin typeface="Calibri Light"/>
              </a:rPr>
              <a:t>25</a:t>
            </a:r>
            <a:r>
              <a:rPr lang="en-US" sz="933" dirty="0" smtClean="0">
                <a:solidFill>
                  <a:srgbClr val="FFFFFF"/>
                </a:solidFill>
                <a:latin typeface="Calibri Light"/>
              </a:rPr>
              <a:t> </a:t>
            </a:r>
            <a:r>
              <a:rPr lang="en-US" sz="933" dirty="0">
                <a:solidFill>
                  <a:srgbClr val="FFFFFF"/>
                </a:solidFill>
                <a:latin typeface="Calibri Light"/>
              </a:rPr>
              <a:t>EPAM Systems, Inc.</a:t>
            </a:r>
          </a:p>
        </p:txBody>
      </p:sp>
    </p:spTree>
    <p:extLst>
      <p:ext uri="{BB962C8B-B14F-4D97-AF65-F5344CB8AC3E}">
        <p14:creationId xmlns:p14="http://schemas.microsoft.com/office/powerpoint/2010/main" val="1389217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2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2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2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20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20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06512-2036-4D33-9165-4328D3B4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2800" dirty="0"/>
              <a:t>Documenting Requirements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CE0D5-5370-4EAD-95C6-C9C38FAF7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377"/>
            <a:fld id="{3A707DD9-E92B-45E8-BE0A-E6B2EDF345EB}" type="slidenum">
              <a:rPr lang="en-US">
                <a:latin typeface="Calibri Light"/>
              </a:rPr>
              <a:pPr defTabSz="914377"/>
              <a:t>25</a:t>
            </a:fld>
            <a:endParaRPr lang="en-US">
              <a:latin typeface="Calibri Light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4BD0D7D-A459-4098-BAE1-8A110DD933DD}"/>
              </a:ext>
            </a:extLst>
          </p:cNvPr>
          <p:cNvSpPr txBox="1">
            <a:spLocks/>
          </p:cNvSpPr>
          <p:nvPr/>
        </p:nvSpPr>
        <p:spPr>
          <a:xfrm>
            <a:off x="476250" y="1073235"/>
            <a:ext cx="11239500" cy="4572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1600"/>
              </a:lnSpc>
              <a:spcBef>
                <a:spcPts val="288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i="0" kern="1200" cap="all" spc="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/>
            <a:r>
              <a:rPr lang="en-US" sz="2400" dirty="0"/>
              <a:t>Natural Language, Transformational </a:t>
            </a:r>
            <a:r>
              <a:rPr lang="en-US" sz="2400" dirty="0" smtClean="0"/>
              <a:t>Processes</a:t>
            </a:r>
            <a:r>
              <a:rPr lang="hu-HU" sz="2400" dirty="0" smtClean="0"/>
              <a:t> - examples</a:t>
            </a:r>
            <a:endParaRPr lang="en-US" sz="2400" dirty="0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96E2460F-395C-4FBB-864E-73DAD579691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6251" y="1896534"/>
            <a:ext cx="11381452" cy="3539532"/>
          </a:xfrm>
        </p:spPr>
        <p:txBody>
          <a:bodyPr/>
          <a:lstStyle/>
          <a:p>
            <a:r>
              <a:rPr lang="hu-HU" sz="1800" dirty="0" smtClean="0"/>
              <a:t>Incompletely </a:t>
            </a:r>
            <a:r>
              <a:rPr lang="hu-HU" sz="1800" dirty="0"/>
              <a:t>specified </a:t>
            </a:r>
            <a:r>
              <a:rPr lang="hu-HU" sz="1800" dirty="0" smtClean="0"/>
              <a:t>conditions</a:t>
            </a:r>
          </a:p>
          <a:p>
            <a:pPr lvl="1"/>
            <a:r>
              <a:rPr lang="hu-HU" sz="1800" dirty="0" smtClean="0"/>
              <a:t>The system displays an error message</a:t>
            </a:r>
          </a:p>
          <a:p>
            <a:pPr lvl="1"/>
            <a:r>
              <a:rPr lang="en-US" sz="1800" dirty="0" smtClean="0"/>
              <a:t>If </a:t>
            </a:r>
            <a:r>
              <a:rPr lang="en-US" sz="1800" dirty="0"/>
              <a:t>the user enters the wrong password three times, the system displays a red warning message and blocks login for 5 minutes</a:t>
            </a:r>
            <a:endParaRPr lang="hu-HU" sz="1800" dirty="0" smtClean="0"/>
          </a:p>
          <a:p>
            <a:r>
              <a:rPr lang="hu-HU" sz="1800" dirty="0"/>
              <a:t>Incompletely specified process </a:t>
            </a:r>
            <a:r>
              <a:rPr lang="hu-HU" sz="1800" dirty="0" smtClean="0"/>
              <a:t>verbs</a:t>
            </a:r>
          </a:p>
          <a:p>
            <a:pPr lvl="1"/>
            <a:r>
              <a:rPr lang="en-US" sz="1800" dirty="0" smtClean="0"/>
              <a:t>The </a:t>
            </a:r>
            <a:r>
              <a:rPr lang="en-US" sz="1800" dirty="0"/>
              <a:t>system checks the </a:t>
            </a:r>
            <a:r>
              <a:rPr lang="en-US" sz="1800" dirty="0" smtClean="0"/>
              <a:t>data</a:t>
            </a:r>
            <a:endParaRPr lang="hu-HU" sz="1800" dirty="0"/>
          </a:p>
          <a:p>
            <a:pPr lvl="1"/>
            <a:r>
              <a:rPr lang="en-US" sz="1800" dirty="0" smtClean="0"/>
              <a:t>The </a:t>
            </a:r>
            <a:r>
              <a:rPr lang="en-US" sz="1800" dirty="0"/>
              <a:t>system checks that the entered e-mail address contains an @ symbol and a valid domain name</a:t>
            </a:r>
            <a:endParaRPr lang="hu-HU" sz="1800" dirty="0" smtClean="0"/>
          </a:p>
          <a:p>
            <a:endParaRPr lang="hu-HU" sz="1800" dirty="0" smtClean="0"/>
          </a:p>
          <a:p>
            <a:endParaRPr lang="hu-HU" sz="1800" dirty="0" smtClean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566065-950B-4EF0-AA98-F45A5175A3CE}"/>
              </a:ext>
            </a:extLst>
          </p:cNvPr>
          <p:cNvSpPr txBox="1"/>
          <p:nvPr/>
        </p:nvSpPr>
        <p:spPr>
          <a:xfrm>
            <a:off x="1235593" y="6498904"/>
            <a:ext cx="3229583" cy="266676"/>
          </a:xfrm>
          <a:prstGeom prst="rect">
            <a:avLst/>
          </a:prstGeom>
          <a:solidFill>
            <a:srgbClr val="133C41"/>
          </a:solidFill>
        </p:spPr>
        <p:txBody>
          <a:bodyPr wrap="square" lIns="121920" tIns="60960" rIns="121920" bIns="60960" rtlCol="0" anchor="t">
            <a:spAutoFit/>
          </a:bodyPr>
          <a:lstStyle/>
          <a:p>
            <a:pPr defTabSz="914377">
              <a:defRPr/>
            </a:pPr>
            <a:r>
              <a:rPr lang="en-US" sz="933" dirty="0">
                <a:solidFill>
                  <a:srgbClr val="FFFFFF"/>
                </a:solidFill>
                <a:latin typeface="Calibri Light"/>
              </a:rPr>
              <a:t>CONFIDENTIAL  |  © 20</a:t>
            </a:r>
            <a:r>
              <a:rPr lang="hu-HU" sz="933" dirty="0" smtClean="0">
                <a:solidFill>
                  <a:srgbClr val="FFFFFF"/>
                </a:solidFill>
                <a:latin typeface="Calibri Light"/>
              </a:rPr>
              <a:t>25</a:t>
            </a:r>
            <a:r>
              <a:rPr lang="en-US" sz="933" dirty="0" smtClean="0">
                <a:solidFill>
                  <a:srgbClr val="FFFFFF"/>
                </a:solidFill>
                <a:latin typeface="Calibri Light"/>
              </a:rPr>
              <a:t> </a:t>
            </a:r>
            <a:r>
              <a:rPr lang="en-US" sz="933" dirty="0">
                <a:solidFill>
                  <a:srgbClr val="FFFFFF"/>
                </a:solidFill>
                <a:latin typeface="Calibri Light"/>
              </a:rPr>
              <a:t>EPAM Systems, Inc.</a:t>
            </a:r>
          </a:p>
        </p:txBody>
      </p:sp>
    </p:spTree>
    <p:extLst>
      <p:ext uri="{BB962C8B-B14F-4D97-AF65-F5344CB8AC3E}">
        <p14:creationId xmlns:p14="http://schemas.microsoft.com/office/powerpoint/2010/main" val="3610321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2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2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2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06512-2036-4D33-9165-4328D3B4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2800" dirty="0"/>
              <a:t>Documenting Requirements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CE0D5-5370-4EAD-95C6-C9C38FAF7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377"/>
            <a:fld id="{3A707DD9-E92B-45E8-BE0A-E6B2EDF345EB}" type="slidenum">
              <a:rPr lang="en-US">
                <a:latin typeface="Calibri Light"/>
              </a:rPr>
              <a:pPr defTabSz="914377"/>
              <a:t>26</a:t>
            </a:fld>
            <a:endParaRPr lang="en-US">
              <a:latin typeface="Calibri Light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4BD0D7D-A459-4098-BAE1-8A110DD933DD}"/>
              </a:ext>
            </a:extLst>
          </p:cNvPr>
          <p:cNvSpPr txBox="1">
            <a:spLocks/>
          </p:cNvSpPr>
          <p:nvPr/>
        </p:nvSpPr>
        <p:spPr>
          <a:xfrm>
            <a:off x="476250" y="1073235"/>
            <a:ext cx="11239500" cy="4572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1600"/>
              </a:lnSpc>
              <a:spcBef>
                <a:spcPts val="288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i="0" kern="1200" cap="all" spc="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/>
            <a:r>
              <a:rPr lang="en-US" sz="2400" dirty="0"/>
              <a:t>Natural Language, Transformational </a:t>
            </a:r>
            <a:r>
              <a:rPr lang="en-US" sz="2400" dirty="0" smtClean="0"/>
              <a:t>Processes</a:t>
            </a:r>
            <a:r>
              <a:rPr lang="hu-HU" sz="2400" dirty="0" smtClean="0"/>
              <a:t> - examples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566065-950B-4EF0-AA98-F45A5175A3CE}"/>
              </a:ext>
            </a:extLst>
          </p:cNvPr>
          <p:cNvSpPr txBox="1"/>
          <p:nvPr/>
        </p:nvSpPr>
        <p:spPr>
          <a:xfrm>
            <a:off x="1235593" y="6498904"/>
            <a:ext cx="3229583" cy="266676"/>
          </a:xfrm>
          <a:prstGeom prst="rect">
            <a:avLst/>
          </a:prstGeom>
          <a:solidFill>
            <a:srgbClr val="133C41"/>
          </a:solidFill>
        </p:spPr>
        <p:txBody>
          <a:bodyPr wrap="square" lIns="121920" tIns="60960" rIns="121920" bIns="60960" rtlCol="0" anchor="t">
            <a:spAutoFit/>
          </a:bodyPr>
          <a:lstStyle/>
          <a:p>
            <a:pPr defTabSz="914377">
              <a:defRPr/>
            </a:pPr>
            <a:r>
              <a:rPr lang="en-US" sz="933" dirty="0">
                <a:solidFill>
                  <a:srgbClr val="FFFFFF"/>
                </a:solidFill>
                <a:latin typeface="Calibri Light"/>
              </a:rPr>
              <a:t>CONFIDENTIAL  |  © 20</a:t>
            </a:r>
            <a:r>
              <a:rPr lang="hu-HU" sz="933" dirty="0" smtClean="0">
                <a:solidFill>
                  <a:srgbClr val="FFFFFF"/>
                </a:solidFill>
                <a:latin typeface="Calibri Light"/>
              </a:rPr>
              <a:t>25</a:t>
            </a:r>
            <a:r>
              <a:rPr lang="en-US" sz="933" dirty="0" smtClean="0">
                <a:solidFill>
                  <a:srgbClr val="FFFFFF"/>
                </a:solidFill>
                <a:latin typeface="Calibri Light"/>
              </a:rPr>
              <a:t> </a:t>
            </a:r>
            <a:r>
              <a:rPr lang="en-US" sz="933" dirty="0">
                <a:solidFill>
                  <a:srgbClr val="FFFFFF"/>
                </a:solidFill>
                <a:latin typeface="Calibri Light"/>
              </a:rPr>
              <a:t>EPAM Systems, Inc.</a:t>
            </a:r>
          </a:p>
        </p:txBody>
      </p:sp>
      <p:sp>
        <p:nvSpPr>
          <p:cNvPr id="37" name="Téglalap: lekerekített 8">
            <a:extLst>
              <a:ext uri="{FF2B5EF4-FFF2-40B4-BE49-F238E27FC236}">
                <a16:creationId xmlns:a16="http://schemas.microsoft.com/office/drawing/2014/main" id="{1A715C88-7247-42FE-832B-F5F764061D1B}"/>
              </a:ext>
            </a:extLst>
          </p:cNvPr>
          <p:cNvSpPr/>
          <p:nvPr/>
        </p:nvSpPr>
        <p:spPr>
          <a:xfrm>
            <a:off x="554792" y="3422566"/>
            <a:ext cx="1588210" cy="649705"/>
          </a:xfrm>
          <a:prstGeom prst="roundRect">
            <a:avLst/>
          </a:prstGeom>
          <a:solidFill>
            <a:srgbClr val="618FFD"/>
          </a:solidFill>
          <a:ln w="25400" cap="flat" cmpd="sng" algn="ctr">
            <a:solidFill>
              <a:srgbClr val="618FF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  <a:rtl val="0"/>
              </a:rPr>
              <a:t>[When? Under what condition?]</a:t>
            </a:r>
            <a:endParaRPr kumimoji="0" lang="hu-H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  <a:rtl val="0"/>
            </a:endParaRPr>
          </a:p>
        </p:txBody>
      </p:sp>
      <p:sp>
        <p:nvSpPr>
          <p:cNvPr id="38" name="Téglalap: lekerekített 9">
            <a:extLst>
              <a:ext uri="{FF2B5EF4-FFF2-40B4-BE49-F238E27FC236}">
                <a16:creationId xmlns:a16="http://schemas.microsoft.com/office/drawing/2014/main" id="{EF67E460-EA6F-4A75-AD8B-354F7B487CC4}"/>
              </a:ext>
            </a:extLst>
          </p:cNvPr>
          <p:cNvSpPr/>
          <p:nvPr/>
        </p:nvSpPr>
        <p:spPr>
          <a:xfrm>
            <a:off x="2343487" y="3422565"/>
            <a:ext cx="1588210" cy="649705"/>
          </a:xfrm>
          <a:prstGeom prst="roundRect">
            <a:avLst/>
          </a:prstGeom>
          <a:solidFill>
            <a:srgbClr val="618FFD"/>
          </a:solidFill>
          <a:ln w="25400" cap="flat" cmpd="sng" algn="ctr">
            <a:solidFill>
              <a:srgbClr val="618FF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  <a:rtl val="0"/>
              </a:rPr>
              <a:t>THE SYSTEM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  <a:rtl val="0"/>
              </a:rPr>
              <a:t>&lt;system name&gt;</a:t>
            </a:r>
            <a:endParaRPr kumimoji="0" lang="hu-H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  <a:rtl val="0"/>
            </a:endParaRPr>
          </a:p>
        </p:txBody>
      </p:sp>
      <p:sp>
        <p:nvSpPr>
          <p:cNvPr id="39" name="Téglalap: lekerekített 10">
            <a:extLst>
              <a:ext uri="{FF2B5EF4-FFF2-40B4-BE49-F238E27FC236}">
                <a16:creationId xmlns:a16="http://schemas.microsoft.com/office/drawing/2014/main" id="{83A5F3BA-7081-4DE4-A4AE-7F8BD1BFDAE4}"/>
              </a:ext>
            </a:extLst>
          </p:cNvPr>
          <p:cNvSpPr/>
          <p:nvPr/>
        </p:nvSpPr>
        <p:spPr>
          <a:xfrm>
            <a:off x="4132182" y="2977612"/>
            <a:ext cx="1588210" cy="649705"/>
          </a:xfrm>
          <a:prstGeom prst="roundRect">
            <a:avLst/>
          </a:prstGeom>
          <a:solidFill>
            <a:srgbClr val="618FFD"/>
          </a:solidFill>
          <a:ln w="25400" cap="flat" cmpd="sng" algn="ctr">
            <a:solidFill>
              <a:srgbClr val="618FF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  <a:rtl val="0"/>
              </a:rPr>
              <a:t>SHOULD</a:t>
            </a:r>
            <a:endParaRPr kumimoji="0" lang="hu-H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  <a:rtl val="0"/>
            </a:endParaRPr>
          </a:p>
        </p:txBody>
      </p:sp>
      <p:sp>
        <p:nvSpPr>
          <p:cNvPr id="40" name="Téglalap: lekerekített 11">
            <a:extLst>
              <a:ext uri="{FF2B5EF4-FFF2-40B4-BE49-F238E27FC236}">
                <a16:creationId xmlns:a16="http://schemas.microsoft.com/office/drawing/2014/main" id="{79CF0EE6-4AE0-4778-A5FA-0525F91B8574}"/>
              </a:ext>
            </a:extLst>
          </p:cNvPr>
          <p:cNvSpPr/>
          <p:nvPr/>
        </p:nvSpPr>
        <p:spPr>
          <a:xfrm>
            <a:off x="5920877" y="2517771"/>
            <a:ext cx="2109534" cy="649705"/>
          </a:xfrm>
          <a:prstGeom prst="roundRect">
            <a:avLst/>
          </a:prstGeom>
          <a:solidFill>
            <a:srgbClr val="618FFD"/>
          </a:solidFill>
          <a:ln w="25400" cap="flat" cmpd="sng" algn="ctr">
            <a:solidFill>
              <a:srgbClr val="618FF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  <a:rtl val="0"/>
              </a:rPr>
              <a:t>&lt;process verb&gt;</a:t>
            </a:r>
            <a:endParaRPr kumimoji="0" lang="hu-H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  <a:rtl val="0"/>
            </a:endParaRPr>
          </a:p>
        </p:txBody>
      </p:sp>
      <p:sp>
        <p:nvSpPr>
          <p:cNvPr id="41" name="Téglalap: lekerekített 12">
            <a:extLst>
              <a:ext uri="{FF2B5EF4-FFF2-40B4-BE49-F238E27FC236}">
                <a16:creationId xmlns:a16="http://schemas.microsoft.com/office/drawing/2014/main" id="{FAEB7A6D-F12B-4B11-81A2-A3AA462F19EB}"/>
              </a:ext>
            </a:extLst>
          </p:cNvPr>
          <p:cNvSpPr/>
          <p:nvPr/>
        </p:nvSpPr>
        <p:spPr>
          <a:xfrm>
            <a:off x="8230896" y="3429000"/>
            <a:ext cx="1588210" cy="649705"/>
          </a:xfrm>
          <a:prstGeom prst="roundRect">
            <a:avLst/>
          </a:prstGeom>
          <a:solidFill>
            <a:srgbClr val="618FFD"/>
          </a:solidFill>
          <a:ln w="25400" cap="flat" cmpd="sng" algn="ctr">
            <a:solidFill>
              <a:srgbClr val="618FF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  <a:rtl val="0"/>
              </a:rPr>
              <a:t>&lt;object&gt;</a:t>
            </a:r>
            <a:endParaRPr kumimoji="0" lang="hu-H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  <a:rtl val="0"/>
            </a:endParaRPr>
          </a:p>
        </p:txBody>
      </p:sp>
      <p:sp>
        <p:nvSpPr>
          <p:cNvPr id="42" name="Téglalap: lekerekített 13">
            <a:extLst>
              <a:ext uri="{FF2B5EF4-FFF2-40B4-BE49-F238E27FC236}">
                <a16:creationId xmlns:a16="http://schemas.microsoft.com/office/drawing/2014/main" id="{A0DBB386-65B7-4F30-B034-41C10CE0D043}"/>
              </a:ext>
            </a:extLst>
          </p:cNvPr>
          <p:cNvSpPr/>
          <p:nvPr/>
        </p:nvSpPr>
        <p:spPr>
          <a:xfrm>
            <a:off x="10019591" y="3429000"/>
            <a:ext cx="1588210" cy="649705"/>
          </a:xfrm>
          <a:prstGeom prst="roundRect">
            <a:avLst/>
          </a:prstGeom>
          <a:solidFill>
            <a:srgbClr val="618FFD"/>
          </a:solidFill>
          <a:ln w="25400" cap="flat" cmpd="sng" algn="ctr">
            <a:solidFill>
              <a:srgbClr val="618FF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  <a:rtl val="0"/>
              </a:rPr>
              <a:t>&lt;additional details about the object&gt;</a:t>
            </a:r>
            <a:endParaRPr kumimoji="0" lang="hu-H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  <a:rtl val="0"/>
            </a:endParaRPr>
          </a:p>
        </p:txBody>
      </p:sp>
      <p:sp>
        <p:nvSpPr>
          <p:cNvPr id="43" name="Téglalap: lekerekített 14">
            <a:extLst>
              <a:ext uri="{FF2B5EF4-FFF2-40B4-BE49-F238E27FC236}">
                <a16:creationId xmlns:a16="http://schemas.microsoft.com/office/drawing/2014/main" id="{4C55F6A6-AA06-4A86-83E4-3E0B020DDB1C}"/>
              </a:ext>
            </a:extLst>
          </p:cNvPr>
          <p:cNvSpPr/>
          <p:nvPr/>
        </p:nvSpPr>
        <p:spPr>
          <a:xfrm>
            <a:off x="4132182" y="3888002"/>
            <a:ext cx="1588210" cy="649705"/>
          </a:xfrm>
          <a:prstGeom prst="roundRect">
            <a:avLst/>
          </a:prstGeom>
          <a:solidFill>
            <a:srgbClr val="618FFD"/>
          </a:solidFill>
          <a:ln w="25400" cap="flat" cmpd="sng" algn="ctr">
            <a:solidFill>
              <a:srgbClr val="618FF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  <a:rtl val="0"/>
              </a:rPr>
              <a:t>WILL</a:t>
            </a:r>
            <a:endParaRPr kumimoji="0" lang="hu-H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  <a:rtl val="0"/>
            </a:endParaRPr>
          </a:p>
        </p:txBody>
      </p:sp>
      <p:sp>
        <p:nvSpPr>
          <p:cNvPr id="44" name="Téglalap: lekerekített 15">
            <a:extLst>
              <a:ext uri="{FF2B5EF4-FFF2-40B4-BE49-F238E27FC236}">
                <a16:creationId xmlns:a16="http://schemas.microsoft.com/office/drawing/2014/main" id="{9E0DAB8D-1142-4BEC-BB94-242F7BEDB813}"/>
              </a:ext>
            </a:extLst>
          </p:cNvPr>
          <p:cNvSpPr/>
          <p:nvPr/>
        </p:nvSpPr>
        <p:spPr>
          <a:xfrm>
            <a:off x="4132182" y="4798392"/>
            <a:ext cx="1588210" cy="649705"/>
          </a:xfrm>
          <a:prstGeom prst="roundRect">
            <a:avLst/>
          </a:prstGeom>
          <a:solidFill>
            <a:srgbClr val="618FFD"/>
          </a:solidFill>
          <a:ln w="25400" cap="flat" cmpd="sng" algn="ctr">
            <a:solidFill>
              <a:srgbClr val="618FF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  <a:rtl val="0"/>
              </a:rPr>
              <a:t>MAY</a:t>
            </a:r>
            <a:endParaRPr kumimoji="0" lang="hu-H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  <a:rtl val="0"/>
            </a:endParaRPr>
          </a:p>
        </p:txBody>
      </p:sp>
      <p:sp>
        <p:nvSpPr>
          <p:cNvPr id="45" name="Téglalap: lekerekített 16">
            <a:extLst>
              <a:ext uri="{FF2B5EF4-FFF2-40B4-BE49-F238E27FC236}">
                <a16:creationId xmlns:a16="http://schemas.microsoft.com/office/drawing/2014/main" id="{7F4E095E-DEDC-48F1-AF03-00AC35A2042C}"/>
              </a:ext>
            </a:extLst>
          </p:cNvPr>
          <p:cNvSpPr/>
          <p:nvPr/>
        </p:nvSpPr>
        <p:spPr>
          <a:xfrm>
            <a:off x="4132182" y="2072818"/>
            <a:ext cx="1588210" cy="649705"/>
          </a:xfrm>
          <a:prstGeom prst="roundRect">
            <a:avLst/>
          </a:prstGeom>
          <a:solidFill>
            <a:srgbClr val="618FFD"/>
          </a:solidFill>
          <a:ln w="25400" cap="flat" cmpd="sng" algn="ctr">
            <a:solidFill>
              <a:srgbClr val="618FF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  <a:rtl val="0"/>
              </a:rPr>
              <a:t>SHALL</a:t>
            </a:r>
            <a:endParaRPr kumimoji="0" lang="hu-H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  <a:rtl val="0"/>
            </a:endParaRPr>
          </a:p>
        </p:txBody>
      </p:sp>
      <p:sp>
        <p:nvSpPr>
          <p:cNvPr id="46" name="Téglalap: lekerekített 17">
            <a:extLst>
              <a:ext uri="{FF2B5EF4-FFF2-40B4-BE49-F238E27FC236}">
                <a16:creationId xmlns:a16="http://schemas.microsoft.com/office/drawing/2014/main" id="{242FBE29-6EE0-48A2-B909-53162609D5C7}"/>
              </a:ext>
            </a:extLst>
          </p:cNvPr>
          <p:cNvSpPr/>
          <p:nvPr/>
        </p:nvSpPr>
        <p:spPr>
          <a:xfrm>
            <a:off x="5920877" y="3428161"/>
            <a:ext cx="2109534" cy="649705"/>
          </a:xfrm>
          <a:prstGeom prst="roundRect">
            <a:avLst/>
          </a:prstGeom>
          <a:solidFill>
            <a:srgbClr val="618FFD"/>
          </a:solidFill>
          <a:ln w="25400" cap="flat" cmpd="sng" algn="ctr">
            <a:solidFill>
              <a:srgbClr val="618FF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  <a:rtl val="0"/>
              </a:rPr>
              <a:t>Provide &lt;whom?&gt; WITH THE ABILITY TO &lt;process verb&gt;</a:t>
            </a:r>
            <a:endParaRPr kumimoji="0" lang="hu-H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  <a:rtl val="0"/>
            </a:endParaRPr>
          </a:p>
        </p:txBody>
      </p:sp>
      <p:sp>
        <p:nvSpPr>
          <p:cNvPr id="47" name="Téglalap: lekerekített 18">
            <a:extLst>
              <a:ext uri="{FF2B5EF4-FFF2-40B4-BE49-F238E27FC236}">
                <a16:creationId xmlns:a16="http://schemas.microsoft.com/office/drawing/2014/main" id="{7A841A31-3F9B-4071-95CA-DC52E15711FC}"/>
              </a:ext>
            </a:extLst>
          </p:cNvPr>
          <p:cNvSpPr/>
          <p:nvPr/>
        </p:nvSpPr>
        <p:spPr>
          <a:xfrm>
            <a:off x="5920877" y="4338550"/>
            <a:ext cx="2109534" cy="649705"/>
          </a:xfrm>
          <a:prstGeom prst="roundRect">
            <a:avLst/>
          </a:prstGeom>
          <a:solidFill>
            <a:srgbClr val="618FFD"/>
          </a:solidFill>
          <a:ln w="25400" cap="flat" cmpd="sng" algn="ctr">
            <a:solidFill>
              <a:srgbClr val="618FF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  <a:rtl val="0"/>
              </a:rPr>
              <a:t>BE ABLE TO &lt;process verb&gt;</a:t>
            </a:r>
            <a:endParaRPr kumimoji="0" lang="hu-H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  <a:rtl val="0"/>
            </a:endParaRPr>
          </a:p>
        </p:txBody>
      </p:sp>
      <p:cxnSp>
        <p:nvCxnSpPr>
          <p:cNvPr id="48" name="Egyenes összekötő 20">
            <a:extLst>
              <a:ext uri="{FF2B5EF4-FFF2-40B4-BE49-F238E27FC236}">
                <a16:creationId xmlns:a16="http://schemas.microsoft.com/office/drawing/2014/main" id="{2A3A79FB-9909-454B-B335-C7C46E937FCA}"/>
              </a:ext>
            </a:extLst>
          </p:cNvPr>
          <p:cNvCxnSpPr>
            <a:stCxn id="37" idx="3"/>
            <a:endCxn id="38" idx="1"/>
          </p:cNvCxnSpPr>
          <p:nvPr/>
        </p:nvCxnSpPr>
        <p:spPr>
          <a:xfrm flipV="1">
            <a:off x="2143002" y="3747418"/>
            <a:ext cx="200485" cy="1"/>
          </a:xfrm>
          <a:prstGeom prst="line">
            <a:avLst/>
          </a:prstGeom>
          <a:noFill/>
          <a:ln w="9525" cap="flat" cmpd="sng" algn="ctr">
            <a:solidFill>
              <a:srgbClr val="618FF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49" name="Egyenes összekötő 22">
            <a:extLst>
              <a:ext uri="{FF2B5EF4-FFF2-40B4-BE49-F238E27FC236}">
                <a16:creationId xmlns:a16="http://schemas.microsoft.com/office/drawing/2014/main" id="{AFC4258A-6B27-468B-ACC8-F02D2D478D14}"/>
              </a:ext>
            </a:extLst>
          </p:cNvPr>
          <p:cNvCxnSpPr>
            <a:stCxn id="38" idx="3"/>
            <a:endCxn id="39" idx="1"/>
          </p:cNvCxnSpPr>
          <p:nvPr/>
        </p:nvCxnSpPr>
        <p:spPr>
          <a:xfrm flipV="1">
            <a:off x="3931697" y="3302465"/>
            <a:ext cx="200485" cy="444953"/>
          </a:xfrm>
          <a:prstGeom prst="line">
            <a:avLst/>
          </a:prstGeom>
          <a:noFill/>
          <a:ln w="9525" cap="flat" cmpd="sng" algn="ctr">
            <a:solidFill>
              <a:srgbClr val="618FF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50" name="Egyenes összekötő 24">
            <a:extLst>
              <a:ext uri="{FF2B5EF4-FFF2-40B4-BE49-F238E27FC236}">
                <a16:creationId xmlns:a16="http://schemas.microsoft.com/office/drawing/2014/main" id="{E2D7B055-09D1-4493-B1C8-97F28CB6A45F}"/>
              </a:ext>
            </a:extLst>
          </p:cNvPr>
          <p:cNvCxnSpPr>
            <a:stCxn id="38" idx="3"/>
            <a:endCxn id="45" idx="1"/>
          </p:cNvCxnSpPr>
          <p:nvPr/>
        </p:nvCxnSpPr>
        <p:spPr>
          <a:xfrm flipV="1">
            <a:off x="3931697" y="2397671"/>
            <a:ext cx="200485" cy="1349747"/>
          </a:xfrm>
          <a:prstGeom prst="line">
            <a:avLst/>
          </a:prstGeom>
          <a:noFill/>
          <a:ln w="9525" cap="flat" cmpd="sng" algn="ctr">
            <a:solidFill>
              <a:srgbClr val="618FF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51" name="Egyenes összekötő 26">
            <a:extLst>
              <a:ext uri="{FF2B5EF4-FFF2-40B4-BE49-F238E27FC236}">
                <a16:creationId xmlns:a16="http://schemas.microsoft.com/office/drawing/2014/main" id="{EF9A8EC1-E41F-4915-82E7-241ED702280F}"/>
              </a:ext>
            </a:extLst>
          </p:cNvPr>
          <p:cNvCxnSpPr>
            <a:stCxn id="38" idx="3"/>
            <a:endCxn id="43" idx="1"/>
          </p:cNvCxnSpPr>
          <p:nvPr/>
        </p:nvCxnSpPr>
        <p:spPr>
          <a:xfrm>
            <a:off x="3931697" y="3747418"/>
            <a:ext cx="200485" cy="465437"/>
          </a:xfrm>
          <a:prstGeom prst="line">
            <a:avLst/>
          </a:prstGeom>
          <a:noFill/>
          <a:ln w="9525" cap="flat" cmpd="sng" algn="ctr">
            <a:solidFill>
              <a:srgbClr val="618FF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52" name="Egyenes összekötő 28">
            <a:extLst>
              <a:ext uri="{FF2B5EF4-FFF2-40B4-BE49-F238E27FC236}">
                <a16:creationId xmlns:a16="http://schemas.microsoft.com/office/drawing/2014/main" id="{9FB8C85F-F2A0-4C8F-AD49-753D5DB245C9}"/>
              </a:ext>
            </a:extLst>
          </p:cNvPr>
          <p:cNvCxnSpPr>
            <a:stCxn id="38" idx="3"/>
            <a:endCxn id="44" idx="1"/>
          </p:cNvCxnSpPr>
          <p:nvPr/>
        </p:nvCxnSpPr>
        <p:spPr>
          <a:xfrm>
            <a:off x="3931697" y="3747418"/>
            <a:ext cx="200485" cy="1375827"/>
          </a:xfrm>
          <a:prstGeom prst="line">
            <a:avLst/>
          </a:prstGeom>
          <a:noFill/>
          <a:ln w="9525" cap="flat" cmpd="sng" algn="ctr">
            <a:solidFill>
              <a:srgbClr val="618FF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53" name="Egyenes összekötő 30">
            <a:extLst>
              <a:ext uri="{FF2B5EF4-FFF2-40B4-BE49-F238E27FC236}">
                <a16:creationId xmlns:a16="http://schemas.microsoft.com/office/drawing/2014/main" id="{0714D6E0-E72C-45D5-B32D-C96E28570B15}"/>
              </a:ext>
            </a:extLst>
          </p:cNvPr>
          <p:cNvCxnSpPr>
            <a:stCxn id="45" idx="3"/>
          </p:cNvCxnSpPr>
          <p:nvPr/>
        </p:nvCxnSpPr>
        <p:spPr>
          <a:xfrm>
            <a:off x="5720392" y="2397671"/>
            <a:ext cx="90861" cy="1385251"/>
          </a:xfrm>
          <a:prstGeom prst="line">
            <a:avLst/>
          </a:prstGeom>
          <a:noFill/>
          <a:ln w="9525" cap="flat" cmpd="sng" algn="ctr">
            <a:solidFill>
              <a:srgbClr val="618FF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54" name="Egyenes összekötő 32">
            <a:extLst>
              <a:ext uri="{FF2B5EF4-FFF2-40B4-BE49-F238E27FC236}">
                <a16:creationId xmlns:a16="http://schemas.microsoft.com/office/drawing/2014/main" id="{3BD741E0-08F4-454F-B04A-22A2C54D0BF3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5720392" y="3302465"/>
            <a:ext cx="90861" cy="451388"/>
          </a:xfrm>
          <a:prstGeom prst="line">
            <a:avLst/>
          </a:prstGeom>
          <a:noFill/>
          <a:ln w="9525" cap="flat" cmpd="sng" algn="ctr">
            <a:solidFill>
              <a:srgbClr val="618FF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55" name="Egyenes összekötő 34">
            <a:extLst>
              <a:ext uri="{FF2B5EF4-FFF2-40B4-BE49-F238E27FC236}">
                <a16:creationId xmlns:a16="http://schemas.microsoft.com/office/drawing/2014/main" id="{8ED837F3-A491-4F8D-9FE8-DAC8D2C448F6}"/>
              </a:ext>
            </a:extLst>
          </p:cNvPr>
          <p:cNvCxnSpPr>
            <a:stCxn id="43" idx="3"/>
          </p:cNvCxnSpPr>
          <p:nvPr/>
        </p:nvCxnSpPr>
        <p:spPr>
          <a:xfrm flipV="1">
            <a:off x="5720392" y="3781490"/>
            <a:ext cx="72836" cy="431365"/>
          </a:xfrm>
          <a:prstGeom prst="line">
            <a:avLst/>
          </a:prstGeom>
          <a:noFill/>
          <a:ln w="9525" cap="flat" cmpd="sng" algn="ctr">
            <a:solidFill>
              <a:srgbClr val="618FF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56" name="Egyenes összekötő 36">
            <a:extLst>
              <a:ext uri="{FF2B5EF4-FFF2-40B4-BE49-F238E27FC236}">
                <a16:creationId xmlns:a16="http://schemas.microsoft.com/office/drawing/2014/main" id="{7B4E8F65-C019-4434-8C8A-3E713E2B7280}"/>
              </a:ext>
            </a:extLst>
          </p:cNvPr>
          <p:cNvCxnSpPr>
            <a:stCxn id="44" idx="3"/>
          </p:cNvCxnSpPr>
          <p:nvPr/>
        </p:nvCxnSpPr>
        <p:spPr>
          <a:xfrm flipV="1">
            <a:off x="5720392" y="3782922"/>
            <a:ext cx="90861" cy="1340323"/>
          </a:xfrm>
          <a:prstGeom prst="line">
            <a:avLst/>
          </a:prstGeom>
          <a:noFill/>
          <a:ln w="9525" cap="flat" cmpd="sng" algn="ctr">
            <a:solidFill>
              <a:srgbClr val="618FF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57" name="Egyenes összekötő 38">
            <a:extLst>
              <a:ext uri="{FF2B5EF4-FFF2-40B4-BE49-F238E27FC236}">
                <a16:creationId xmlns:a16="http://schemas.microsoft.com/office/drawing/2014/main" id="{0DBAAC14-6626-4057-81B6-A7EA38544F93}"/>
              </a:ext>
            </a:extLst>
          </p:cNvPr>
          <p:cNvCxnSpPr>
            <a:endCxn id="40" idx="1"/>
          </p:cNvCxnSpPr>
          <p:nvPr/>
        </p:nvCxnSpPr>
        <p:spPr>
          <a:xfrm flipV="1">
            <a:off x="5811253" y="2842624"/>
            <a:ext cx="109624" cy="904794"/>
          </a:xfrm>
          <a:prstGeom prst="line">
            <a:avLst/>
          </a:prstGeom>
          <a:noFill/>
          <a:ln w="9525" cap="flat" cmpd="sng" algn="ctr">
            <a:solidFill>
              <a:srgbClr val="618FF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58" name="Egyenes összekötő 40">
            <a:extLst>
              <a:ext uri="{FF2B5EF4-FFF2-40B4-BE49-F238E27FC236}">
                <a16:creationId xmlns:a16="http://schemas.microsoft.com/office/drawing/2014/main" id="{42BD0B77-D8F6-455D-9F0E-759392D46BDF}"/>
              </a:ext>
            </a:extLst>
          </p:cNvPr>
          <p:cNvCxnSpPr>
            <a:endCxn id="46" idx="1"/>
          </p:cNvCxnSpPr>
          <p:nvPr/>
        </p:nvCxnSpPr>
        <p:spPr>
          <a:xfrm flipV="1">
            <a:off x="5774466" y="3753014"/>
            <a:ext cx="146411" cy="2797"/>
          </a:xfrm>
          <a:prstGeom prst="line">
            <a:avLst/>
          </a:prstGeom>
          <a:noFill/>
          <a:ln w="9525" cap="flat" cmpd="sng" algn="ctr">
            <a:solidFill>
              <a:srgbClr val="618FF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59" name="Egyenes összekötő 42">
            <a:extLst>
              <a:ext uri="{FF2B5EF4-FFF2-40B4-BE49-F238E27FC236}">
                <a16:creationId xmlns:a16="http://schemas.microsoft.com/office/drawing/2014/main" id="{75F1BA84-57D2-46F2-8B9E-A5AABAA064CF}"/>
              </a:ext>
            </a:extLst>
          </p:cNvPr>
          <p:cNvCxnSpPr>
            <a:endCxn id="47" idx="1"/>
          </p:cNvCxnSpPr>
          <p:nvPr/>
        </p:nvCxnSpPr>
        <p:spPr>
          <a:xfrm>
            <a:off x="5811253" y="3780808"/>
            <a:ext cx="109624" cy="882595"/>
          </a:xfrm>
          <a:prstGeom prst="line">
            <a:avLst/>
          </a:prstGeom>
          <a:noFill/>
          <a:ln w="9525" cap="flat" cmpd="sng" algn="ctr">
            <a:solidFill>
              <a:srgbClr val="618FF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60" name="Egyenes összekötő 44">
            <a:extLst>
              <a:ext uri="{FF2B5EF4-FFF2-40B4-BE49-F238E27FC236}">
                <a16:creationId xmlns:a16="http://schemas.microsoft.com/office/drawing/2014/main" id="{1C3E9C64-C47B-4EA7-AE3D-55CC7654E41F}"/>
              </a:ext>
            </a:extLst>
          </p:cNvPr>
          <p:cNvCxnSpPr>
            <a:stCxn id="40" idx="3"/>
            <a:endCxn id="41" idx="1"/>
          </p:cNvCxnSpPr>
          <p:nvPr/>
        </p:nvCxnSpPr>
        <p:spPr>
          <a:xfrm>
            <a:off x="8030411" y="2842624"/>
            <a:ext cx="200485" cy="911229"/>
          </a:xfrm>
          <a:prstGeom prst="line">
            <a:avLst/>
          </a:prstGeom>
          <a:noFill/>
          <a:ln w="9525" cap="flat" cmpd="sng" algn="ctr">
            <a:solidFill>
              <a:srgbClr val="618FF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61" name="Egyenes összekötő 46">
            <a:extLst>
              <a:ext uri="{FF2B5EF4-FFF2-40B4-BE49-F238E27FC236}">
                <a16:creationId xmlns:a16="http://schemas.microsoft.com/office/drawing/2014/main" id="{98443B36-B6A8-4275-893E-AAD8099E9332}"/>
              </a:ext>
            </a:extLst>
          </p:cNvPr>
          <p:cNvCxnSpPr>
            <a:stCxn id="46" idx="3"/>
            <a:endCxn id="41" idx="1"/>
          </p:cNvCxnSpPr>
          <p:nvPr/>
        </p:nvCxnSpPr>
        <p:spPr>
          <a:xfrm>
            <a:off x="8030411" y="3753014"/>
            <a:ext cx="200485" cy="839"/>
          </a:xfrm>
          <a:prstGeom prst="line">
            <a:avLst/>
          </a:prstGeom>
          <a:noFill/>
          <a:ln w="9525" cap="flat" cmpd="sng" algn="ctr">
            <a:solidFill>
              <a:srgbClr val="618FF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62" name="Egyenes összekötő 48">
            <a:extLst>
              <a:ext uri="{FF2B5EF4-FFF2-40B4-BE49-F238E27FC236}">
                <a16:creationId xmlns:a16="http://schemas.microsoft.com/office/drawing/2014/main" id="{AB4CE190-8812-420E-BAC2-621AE3AE79C8}"/>
              </a:ext>
            </a:extLst>
          </p:cNvPr>
          <p:cNvCxnSpPr>
            <a:stCxn id="47" idx="3"/>
            <a:endCxn id="41" idx="1"/>
          </p:cNvCxnSpPr>
          <p:nvPr/>
        </p:nvCxnSpPr>
        <p:spPr>
          <a:xfrm flipV="1">
            <a:off x="8030411" y="3753853"/>
            <a:ext cx="200485" cy="909550"/>
          </a:xfrm>
          <a:prstGeom prst="line">
            <a:avLst/>
          </a:prstGeom>
          <a:noFill/>
          <a:ln w="9525" cap="flat" cmpd="sng" algn="ctr">
            <a:solidFill>
              <a:srgbClr val="618FF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63" name="Egyenes összekötő 50">
            <a:extLst>
              <a:ext uri="{FF2B5EF4-FFF2-40B4-BE49-F238E27FC236}">
                <a16:creationId xmlns:a16="http://schemas.microsoft.com/office/drawing/2014/main" id="{20158C2F-B998-4B3F-84E4-6B01484CFD43}"/>
              </a:ext>
            </a:extLst>
          </p:cNvPr>
          <p:cNvCxnSpPr>
            <a:stCxn id="41" idx="3"/>
            <a:endCxn id="42" idx="1"/>
          </p:cNvCxnSpPr>
          <p:nvPr/>
        </p:nvCxnSpPr>
        <p:spPr>
          <a:xfrm>
            <a:off x="9819106" y="3753853"/>
            <a:ext cx="200485" cy="0"/>
          </a:xfrm>
          <a:prstGeom prst="line">
            <a:avLst/>
          </a:prstGeom>
          <a:noFill/>
          <a:ln w="9525" cap="flat" cmpd="sng" algn="ctr">
            <a:solidFill>
              <a:srgbClr val="618FFD">
                <a:shade val="95000"/>
                <a:satMod val="105000"/>
              </a:srgb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1870493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41" grpId="0" animBg="1"/>
      <p:bldP spid="4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06512-2036-4D33-9165-4328D3B4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2800" dirty="0"/>
              <a:t>Documenting Requirements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CE0D5-5370-4EAD-95C6-C9C38FAF7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377"/>
            <a:fld id="{3A707DD9-E92B-45E8-BE0A-E6B2EDF345EB}" type="slidenum">
              <a:rPr lang="en-US">
                <a:latin typeface="Calibri Light"/>
              </a:rPr>
              <a:pPr defTabSz="914377"/>
              <a:t>27</a:t>
            </a:fld>
            <a:endParaRPr lang="en-US">
              <a:latin typeface="Calibri Light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4BD0D7D-A459-4098-BAE1-8A110DD933DD}"/>
              </a:ext>
            </a:extLst>
          </p:cNvPr>
          <p:cNvSpPr txBox="1">
            <a:spLocks/>
          </p:cNvSpPr>
          <p:nvPr/>
        </p:nvSpPr>
        <p:spPr>
          <a:xfrm>
            <a:off x="476250" y="1073235"/>
            <a:ext cx="11239500" cy="4572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1600"/>
              </a:lnSpc>
              <a:spcBef>
                <a:spcPts val="288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i="0" kern="1200" cap="all" spc="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/>
            <a:r>
              <a:rPr lang="en-US" sz="2400" dirty="0"/>
              <a:t>Quality Criteria for Requirements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566065-950B-4EF0-AA98-F45A5175A3CE}"/>
              </a:ext>
            </a:extLst>
          </p:cNvPr>
          <p:cNvSpPr txBox="1"/>
          <p:nvPr/>
        </p:nvSpPr>
        <p:spPr>
          <a:xfrm>
            <a:off x="1235593" y="6498904"/>
            <a:ext cx="3229583" cy="266676"/>
          </a:xfrm>
          <a:prstGeom prst="rect">
            <a:avLst/>
          </a:prstGeom>
          <a:solidFill>
            <a:srgbClr val="133C41"/>
          </a:solidFill>
        </p:spPr>
        <p:txBody>
          <a:bodyPr wrap="square" lIns="121920" tIns="60960" rIns="121920" bIns="60960" rtlCol="0" anchor="t">
            <a:spAutoFit/>
          </a:bodyPr>
          <a:lstStyle/>
          <a:p>
            <a:pPr defTabSz="914377">
              <a:defRPr/>
            </a:pPr>
            <a:r>
              <a:rPr lang="en-US" sz="933" dirty="0">
                <a:solidFill>
                  <a:srgbClr val="FFFFFF"/>
                </a:solidFill>
                <a:latin typeface="Calibri Light"/>
              </a:rPr>
              <a:t>CONFIDENTIAL  |  © 20</a:t>
            </a:r>
            <a:r>
              <a:rPr lang="hu-HU" sz="933" dirty="0" smtClean="0">
                <a:solidFill>
                  <a:srgbClr val="FFFFFF"/>
                </a:solidFill>
                <a:latin typeface="Calibri Light"/>
              </a:rPr>
              <a:t>25</a:t>
            </a:r>
            <a:r>
              <a:rPr lang="en-US" sz="933" dirty="0" smtClean="0">
                <a:solidFill>
                  <a:srgbClr val="FFFFFF"/>
                </a:solidFill>
                <a:latin typeface="Calibri Light"/>
              </a:rPr>
              <a:t> </a:t>
            </a:r>
            <a:r>
              <a:rPr lang="en-US" sz="933" dirty="0">
                <a:solidFill>
                  <a:srgbClr val="FFFFFF"/>
                </a:solidFill>
                <a:latin typeface="Calibri Light"/>
              </a:rPr>
              <a:t>EPAM Systems, Inc.</a:t>
            </a:r>
          </a:p>
        </p:txBody>
      </p:sp>
      <p:sp>
        <p:nvSpPr>
          <p:cNvPr id="34" name="Content Placeholder 5">
            <a:extLst>
              <a:ext uri="{FF2B5EF4-FFF2-40B4-BE49-F238E27FC236}">
                <a16:creationId xmlns:a16="http://schemas.microsoft.com/office/drawing/2014/main" id="{96E2460F-395C-4FBB-864E-73DAD579691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6250" y="1652694"/>
            <a:ext cx="11381452" cy="3539532"/>
          </a:xfrm>
        </p:spPr>
        <p:txBody>
          <a:bodyPr/>
          <a:lstStyle/>
          <a:p>
            <a:r>
              <a:rPr lang="en-US" sz="1800" dirty="0"/>
              <a:t>Agreed</a:t>
            </a:r>
          </a:p>
          <a:p>
            <a:r>
              <a:rPr lang="en-US" sz="1800" dirty="0"/>
              <a:t>Unambiguous</a:t>
            </a:r>
          </a:p>
          <a:p>
            <a:r>
              <a:rPr lang="en-US" sz="1800" dirty="0"/>
              <a:t>Necessary</a:t>
            </a:r>
          </a:p>
          <a:p>
            <a:r>
              <a:rPr lang="en-US" sz="1800" dirty="0"/>
              <a:t>Consistent</a:t>
            </a:r>
          </a:p>
          <a:p>
            <a:r>
              <a:rPr lang="en-US" sz="1800" dirty="0"/>
              <a:t>Verifiable</a:t>
            </a:r>
          </a:p>
          <a:p>
            <a:r>
              <a:rPr lang="en-US" sz="1800" dirty="0"/>
              <a:t>Feasible</a:t>
            </a:r>
          </a:p>
          <a:p>
            <a:r>
              <a:rPr lang="en-US" sz="1800" dirty="0"/>
              <a:t>Traceable</a:t>
            </a:r>
          </a:p>
          <a:p>
            <a:r>
              <a:rPr lang="en-US" sz="1800" dirty="0"/>
              <a:t>Complete</a:t>
            </a:r>
          </a:p>
          <a:p>
            <a:r>
              <a:rPr lang="en-US" sz="1800" dirty="0"/>
              <a:t>Understandable</a:t>
            </a:r>
          </a:p>
        </p:txBody>
      </p:sp>
    </p:spTree>
    <p:extLst>
      <p:ext uri="{BB962C8B-B14F-4D97-AF65-F5344CB8AC3E}">
        <p14:creationId xmlns:p14="http://schemas.microsoft.com/office/powerpoint/2010/main" val="1079099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hu-HU" sz="2400" dirty="0" smtClean="0"/>
              <a:t>Thank you for the attention!</a:t>
            </a:r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3241294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vers">
  <a:themeElements>
    <a:clrScheme name="Custom 6">
      <a:dk1>
        <a:srgbClr val="222222"/>
      </a:dk1>
      <a:lt1>
        <a:srgbClr val="FFFFFF"/>
      </a:lt1>
      <a:dk2>
        <a:srgbClr val="464547"/>
      </a:dk2>
      <a:lt2>
        <a:srgbClr val="CCCCCC"/>
      </a:lt2>
      <a:accent1>
        <a:srgbClr val="464547"/>
      </a:accent1>
      <a:accent2>
        <a:srgbClr val="76CDD8"/>
      </a:accent2>
      <a:accent3>
        <a:srgbClr val="008ACF"/>
      </a:accent3>
      <a:accent4>
        <a:srgbClr val="CEDB56"/>
      </a:accent4>
      <a:accent5>
        <a:srgbClr val="39C2D7"/>
      </a:accent5>
      <a:accent6>
        <a:srgbClr val="D35D47"/>
      </a:accent6>
      <a:hlink>
        <a:srgbClr val="76CDD8"/>
      </a:hlink>
      <a:folHlink>
        <a:srgbClr val="76CDD8"/>
      </a:folHlink>
    </a:clrScheme>
    <a:fontScheme name="EPAM September 2017 - PP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PAM PPTX Template" id="{07F0FB55-CFFA-47CA-99A0-A77E3213ACA6}" vid="{740A320D-646C-4C12-89B1-0B127236B0F7}"/>
    </a:ext>
  </a:extLst>
</a:theme>
</file>

<file path=ppt/theme/theme2.xml><?xml version="1.0" encoding="utf-8"?>
<a:theme xmlns:a="http://schemas.openxmlformats.org/drawingml/2006/main" name="1_Covers">
  <a:themeElements>
    <a:clrScheme name="Custom 6">
      <a:dk1>
        <a:srgbClr val="222222"/>
      </a:dk1>
      <a:lt1>
        <a:srgbClr val="FFFFFF"/>
      </a:lt1>
      <a:dk2>
        <a:srgbClr val="464547"/>
      </a:dk2>
      <a:lt2>
        <a:srgbClr val="CCCCCC"/>
      </a:lt2>
      <a:accent1>
        <a:srgbClr val="464547"/>
      </a:accent1>
      <a:accent2>
        <a:srgbClr val="76CDD8"/>
      </a:accent2>
      <a:accent3>
        <a:srgbClr val="008ACF"/>
      </a:accent3>
      <a:accent4>
        <a:srgbClr val="CEDB56"/>
      </a:accent4>
      <a:accent5>
        <a:srgbClr val="39C2D7"/>
      </a:accent5>
      <a:accent6>
        <a:srgbClr val="D35D47"/>
      </a:accent6>
      <a:hlink>
        <a:srgbClr val="76CDD8"/>
      </a:hlink>
      <a:folHlink>
        <a:srgbClr val="76CDD8"/>
      </a:folHlink>
    </a:clrScheme>
    <a:fontScheme name="EPAM September 2017 - PP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PAM PPTX Template" id="{07F0FB55-CFFA-47CA-99A0-A77E3213ACA6}" vid="{740A320D-646C-4C12-89B1-0B127236B0F7}"/>
    </a:ext>
  </a:extLst>
</a:theme>
</file>

<file path=ppt/theme/theme3.xml><?xml version="1.0" encoding="utf-8"?>
<a:theme xmlns:a="http://schemas.openxmlformats.org/drawingml/2006/main" name="2_Covers">
  <a:themeElements>
    <a:clrScheme name="Custom 6">
      <a:dk1>
        <a:srgbClr val="222222"/>
      </a:dk1>
      <a:lt1>
        <a:srgbClr val="FFFFFF"/>
      </a:lt1>
      <a:dk2>
        <a:srgbClr val="464547"/>
      </a:dk2>
      <a:lt2>
        <a:srgbClr val="CCCCCC"/>
      </a:lt2>
      <a:accent1>
        <a:srgbClr val="464547"/>
      </a:accent1>
      <a:accent2>
        <a:srgbClr val="76CDD8"/>
      </a:accent2>
      <a:accent3>
        <a:srgbClr val="008ACF"/>
      </a:accent3>
      <a:accent4>
        <a:srgbClr val="CEDB56"/>
      </a:accent4>
      <a:accent5>
        <a:srgbClr val="39C2D7"/>
      </a:accent5>
      <a:accent6>
        <a:srgbClr val="D35D47"/>
      </a:accent6>
      <a:hlink>
        <a:srgbClr val="76CDD8"/>
      </a:hlink>
      <a:folHlink>
        <a:srgbClr val="76CDD8"/>
      </a:folHlink>
    </a:clrScheme>
    <a:fontScheme name="EPAM September 2017 - PP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PAM PPTX Template" id="{07F0FB55-CFFA-47CA-99A0-A77E3213ACA6}" vid="{740A320D-646C-4C12-89B1-0B127236B0F7}"/>
    </a:ext>
  </a:extLst>
</a:theme>
</file>

<file path=ppt/theme/theme4.xml><?xml version="1.0" encoding="utf-8"?>
<a:theme xmlns:a="http://schemas.openxmlformats.org/drawingml/2006/main" name="General">
  <a:themeElements>
    <a:clrScheme name="Custom 7">
      <a:dk1>
        <a:srgbClr val="222222"/>
      </a:dk1>
      <a:lt1>
        <a:srgbClr val="FFFFFF"/>
      </a:lt1>
      <a:dk2>
        <a:srgbClr val="464547"/>
      </a:dk2>
      <a:lt2>
        <a:srgbClr val="CCCCCC"/>
      </a:lt2>
      <a:accent1>
        <a:srgbClr val="222222"/>
      </a:accent1>
      <a:accent2>
        <a:srgbClr val="76CDD8"/>
      </a:accent2>
      <a:accent3>
        <a:srgbClr val="008ACF"/>
      </a:accent3>
      <a:accent4>
        <a:srgbClr val="CEDB56"/>
      </a:accent4>
      <a:accent5>
        <a:srgbClr val="39C2D7"/>
      </a:accent5>
      <a:accent6>
        <a:srgbClr val="D35D47"/>
      </a:accent6>
      <a:hlink>
        <a:srgbClr val="76CDD8"/>
      </a:hlink>
      <a:folHlink>
        <a:srgbClr val="76CDD8"/>
      </a:folHlink>
    </a:clrScheme>
    <a:fontScheme name="EPAM September 2017 - PP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PAM PPTX Template" id="{07F0FB55-CFFA-47CA-99A0-A77E3213ACA6}" vid="{5C4EAAF8-284D-4A65-B20F-C47DE8AC2658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CA334FE686704CAC98A9E3E69BAA5C" ma:contentTypeVersion="10" ma:contentTypeDescription="Create a new document." ma:contentTypeScope="" ma:versionID="1f41fe012a3fe536623fcb0662c281bf">
  <xsd:schema xmlns:xsd="http://www.w3.org/2001/XMLSchema" xmlns:xs="http://www.w3.org/2001/XMLSchema" xmlns:p="http://schemas.microsoft.com/office/2006/metadata/properties" xmlns:ns2="a0dd759c-32c4-4035-bc4d-98911fa752ec" xmlns:ns3="81ee9c2e-6268-45a0-bd0a-c80bd3a55b67" targetNamespace="http://schemas.microsoft.com/office/2006/metadata/properties" ma:root="true" ma:fieldsID="84d5171e3779a8514ed5631b7d68e5a8" ns2:_="" ns3:_="">
    <xsd:import namespace="a0dd759c-32c4-4035-bc4d-98911fa752ec"/>
    <xsd:import namespace="81ee9c2e-6268-45a0-bd0a-c80bd3a55b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dd759c-32c4-4035-bc4d-98911fa752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5e7e27f-e892-4f83-94e1-90b55e231c0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ee9c2e-6268-45a0-bd0a-c80bd3a55b6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fa8c420-a9fc-42be-9aed-b6ca13ba4a74}" ma:internalName="TaxCatchAll" ma:showField="CatchAllData" ma:web="81ee9c2e-6268-45a0-bd0a-c80bd3a55b6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0dd759c-32c4-4035-bc4d-98911fa752ec">
      <Terms xmlns="http://schemas.microsoft.com/office/infopath/2007/PartnerControls"/>
    </lcf76f155ced4ddcb4097134ff3c332f>
    <TaxCatchAll xmlns="81ee9c2e-6268-45a0-bd0a-c80bd3a55b67" xsi:nil="true"/>
  </documentManagement>
</p:properties>
</file>

<file path=customXml/itemProps1.xml><?xml version="1.0" encoding="utf-8"?>
<ds:datastoreItem xmlns:ds="http://schemas.openxmlformats.org/officeDocument/2006/customXml" ds:itemID="{8A6BB984-C7A0-471C-9C0B-7FA31B8F4AC0}"/>
</file>

<file path=customXml/itemProps2.xml><?xml version="1.0" encoding="utf-8"?>
<ds:datastoreItem xmlns:ds="http://schemas.openxmlformats.org/officeDocument/2006/customXml" ds:itemID="{67D4A0F8-D402-4228-9DD1-7EF0EA959E07}"/>
</file>

<file path=customXml/itemProps3.xml><?xml version="1.0" encoding="utf-8"?>
<ds:datastoreItem xmlns:ds="http://schemas.openxmlformats.org/officeDocument/2006/customXml" ds:itemID="{6E2776FB-DEAB-49FA-A3B1-24C3CB973028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1233</TotalTime>
  <Words>1385</Words>
  <Application>Microsoft Office PowerPoint</Application>
  <PresentationFormat>Widescreen</PresentationFormat>
  <Paragraphs>265</Paragraphs>
  <Slides>28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Calibri</vt:lpstr>
      <vt:lpstr>Calibri Light</vt:lpstr>
      <vt:lpstr>Oswald DemiBold</vt:lpstr>
      <vt:lpstr>Covers</vt:lpstr>
      <vt:lpstr>1_Covers</vt:lpstr>
      <vt:lpstr>2_Covers</vt:lpstr>
      <vt:lpstr>General</vt:lpstr>
      <vt:lpstr>Requirement engineering</vt:lpstr>
      <vt:lpstr>Requirements</vt:lpstr>
      <vt:lpstr>Requirements</vt:lpstr>
      <vt:lpstr>Requirements</vt:lpstr>
      <vt:lpstr>Requirements</vt:lpstr>
      <vt:lpstr>Requirements</vt:lpstr>
      <vt:lpstr>Fundamentals of Requirements Engineering</vt:lpstr>
      <vt:lpstr>Requirements Engineering</vt:lpstr>
      <vt:lpstr>Requirements Engineering</vt:lpstr>
      <vt:lpstr>Requirements Engineering</vt:lpstr>
      <vt:lpstr>Requirements Engineering</vt:lpstr>
      <vt:lpstr>Requirements Engineering</vt:lpstr>
      <vt:lpstr>Eliciting Requirements</vt:lpstr>
      <vt:lpstr>Eliciting Requirements</vt:lpstr>
      <vt:lpstr>Requirements Engineering</vt:lpstr>
      <vt:lpstr>Requirements Engineering</vt:lpstr>
      <vt:lpstr>Requirements Engineering</vt:lpstr>
      <vt:lpstr>Requirements Engineering</vt:lpstr>
      <vt:lpstr>Requirements Engineering</vt:lpstr>
      <vt:lpstr>Requirements Engineering</vt:lpstr>
      <vt:lpstr>Documenting Requirements</vt:lpstr>
      <vt:lpstr>Documenting Requirements</vt:lpstr>
      <vt:lpstr>Documenting Requirements</vt:lpstr>
      <vt:lpstr>Documenting Requirements</vt:lpstr>
      <vt:lpstr>Documenting Requirements</vt:lpstr>
      <vt:lpstr>Documenting Requirements</vt:lpstr>
      <vt:lpstr>Documenting Requirements</vt:lpstr>
      <vt:lpstr>Thank you for the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tools</dc:title>
  <dc:creator>Radócz Balázs</dc:creator>
  <cp:lastModifiedBy>Radócz Balázs</cp:lastModifiedBy>
  <cp:revision>17</cp:revision>
  <dcterms:created xsi:type="dcterms:W3CDTF">2025-09-28T15:25:31Z</dcterms:created>
  <dcterms:modified xsi:type="dcterms:W3CDTF">2025-09-29T11:58:50Z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0x0101002FCA334FE686704CAC98A9E3E69BAA5C</vt:lpwstr>
  </property>
</Properties>
</file>