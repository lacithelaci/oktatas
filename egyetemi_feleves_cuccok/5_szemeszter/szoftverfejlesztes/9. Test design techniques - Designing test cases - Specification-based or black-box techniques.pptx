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Lst>
  <p:notesMasterIdLst>
    <p:notesMasterId r:id="rId26"/>
  </p:notesMasterIdLst>
  <p:sldIdLst>
    <p:sldId id="256" r:id="rId5"/>
    <p:sldId id="267" r:id="rId6"/>
    <p:sldId id="294" r:id="rId7"/>
    <p:sldId id="304" r:id="rId8"/>
    <p:sldId id="300" r:id="rId9"/>
    <p:sldId id="295" r:id="rId10"/>
    <p:sldId id="301" r:id="rId11"/>
    <p:sldId id="302" r:id="rId12"/>
    <p:sldId id="303" r:id="rId13"/>
    <p:sldId id="312" r:id="rId14"/>
    <p:sldId id="313" r:id="rId15"/>
    <p:sldId id="305" r:id="rId16"/>
    <p:sldId id="306" r:id="rId17"/>
    <p:sldId id="315" r:id="rId18"/>
    <p:sldId id="307" r:id="rId19"/>
    <p:sldId id="308" r:id="rId20"/>
    <p:sldId id="309" r:id="rId21"/>
    <p:sldId id="310" r:id="rId22"/>
    <p:sldId id="311" r:id="rId23"/>
    <p:sldId id="293" r:id="rId24"/>
    <p:sldId id="28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zhalika Levandouskaya" initials="AL" lastIdx="43" clrIdx="0">
    <p:extLst>
      <p:ext uri="{19B8F6BF-5375-455C-9EA6-DF929625EA0E}">
        <p15:presenceInfo xmlns:p15="http://schemas.microsoft.com/office/powerpoint/2012/main" userId="S::Anzhalika_Levandouskaya@epam.com::92adfee3-e19f-494c-b48e-2a057e813db8" providerId="AD"/>
      </p:ext>
    </p:extLst>
  </p:cmAuthor>
  <p:cmAuthor id="2" name="Norbert Gulacsi" initials="NG" lastIdx="1" clrIdx="1">
    <p:extLst>
      <p:ext uri="{19B8F6BF-5375-455C-9EA6-DF929625EA0E}">
        <p15:presenceInfo xmlns:p15="http://schemas.microsoft.com/office/powerpoint/2012/main" userId="S::Norbert_Gulacsi@epam.com::65ca6837-c6ac-432a-bff5-34b4cd783c9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5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44"/>
    <p:restoredTop sz="94694"/>
  </p:normalViewPr>
  <p:slideViewPr>
    <p:cSldViewPr snapToGrid="0">
      <p:cViewPr varScale="1">
        <p:scale>
          <a:sx n="120" d="100"/>
          <a:sy n="120" d="100"/>
        </p:scale>
        <p:origin x="17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3:55.6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0,'0'994,"0"-958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4:05.8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0,'0'957,"0"-922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4:17.6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0,'0'1018,"0"-1005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4:23.2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0,'0'988,"0"-942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4:35.0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0,'0'998,"0"-974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4:41.8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0,'0'996,"0"-995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4:49.5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0,'0'1032,"0"-1012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4:56.0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0,'0'964,"0"-946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5:01.9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0,'0'835,"0"-799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5:06.8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0,'0'970,"0"-935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4:05:11.8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0,'0'889,"0"-855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6DA449-81D0-4C65-80FA-E84926361CC3}" type="datetimeFigureOut">
              <a:rPr lang="en-US" smtClean="0"/>
              <a:t>11/6/2024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A5C3A5-A464-4897-B884-BB9B35180A5B}" type="slidenum">
              <a:rPr lang="en-US" smtClean="0"/>
              <a:t>‹#›</a:t>
            </a:fld>
            <a:endParaRPr lang="en-US"/>
          </a:p>
        </p:txBody>
      </p:sp>
    </p:spTree>
    <p:extLst>
      <p:ext uri="{BB962C8B-B14F-4D97-AF65-F5344CB8AC3E}">
        <p14:creationId xmlns:p14="http://schemas.microsoft.com/office/powerpoint/2010/main" val="1117570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BA5C3A5-A464-4897-B884-BB9B35180A5B}" type="slidenum">
              <a:rPr lang="en-US" smtClean="0"/>
              <a:t>2</a:t>
            </a:fld>
            <a:endParaRPr lang="en-US"/>
          </a:p>
        </p:txBody>
      </p:sp>
    </p:spTree>
    <p:extLst>
      <p:ext uri="{BB962C8B-B14F-4D97-AF65-F5344CB8AC3E}">
        <p14:creationId xmlns:p14="http://schemas.microsoft.com/office/powerpoint/2010/main" val="914100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en-GB" dirty="0"/>
          </a:p>
        </p:txBody>
      </p:sp>
      <p:sp>
        <p:nvSpPr>
          <p:cNvPr id="4" name="Dia számának helye 3"/>
          <p:cNvSpPr>
            <a:spLocks noGrp="1"/>
          </p:cNvSpPr>
          <p:nvPr>
            <p:ph type="sldNum" sz="quarter" idx="5"/>
          </p:nvPr>
        </p:nvSpPr>
        <p:spPr/>
        <p:txBody>
          <a:bodyPr/>
          <a:lstStyle/>
          <a:p>
            <a:fld id="{4BA5C3A5-A464-4897-B884-BB9B35180A5B}" type="slidenum">
              <a:rPr lang="en-US" smtClean="0"/>
              <a:t>12</a:t>
            </a:fld>
            <a:endParaRPr lang="en-US"/>
          </a:p>
        </p:txBody>
      </p:sp>
    </p:spTree>
    <p:extLst>
      <p:ext uri="{BB962C8B-B14F-4D97-AF65-F5344CB8AC3E}">
        <p14:creationId xmlns:p14="http://schemas.microsoft.com/office/powerpoint/2010/main" val="22499693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4.svg"/><Relationship Id="rId4"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 Id="rId4" Type="http://schemas.openxmlformats.org/officeDocument/2006/relationships/hyperlink" Target="https://epa.ms/stories" TargetMode="Externa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468775" y="4663440"/>
            <a:ext cx="6489700" cy="369332"/>
          </a:xfrm>
          <a:prstGeom prst="rect">
            <a:avLst/>
          </a:prstGeom>
        </p:spPr>
        <p:txBody>
          <a:bodyPr>
            <a:spAutoFit/>
          </a:bodyPr>
          <a:lstStyle>
            <a:lvl1pPr>
              <a:lnSpc>
                <a:spcPct val="100000"/>
              </a:lnSpc>
              <a:spcBef>
                <a:spcPts val="0"/>
              </a:spcBef>
              <a:defRPr sz="24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468775" y="5245390"/>
            <a:ext cx="6489700" cy="215444"/>
          </a:xfrm>
          <a:prstGeom prst="rect">
            <a:avLst/>
          </a:prstGeom>
        </p:spPr>
        <p:txBody>
          <a:bodyPr>
            <a:spAutoFit/>
          </a:bodyPr>
          <a:lstStyle>
            <a:lvl1pPr>
              <a:lnSpc>
                <a:spcPct val="100000"/>
              </a:lnSpc>
              <a:spcBef>
                <a:spcPts val="0"/>
              </a:spcBef>
              <a:defRPr sz="1400" spc="300">
                <a:solidFill>
                  <a:schemeClr val="bg2"/>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8776" y="610099"/>
            <a:ext cx="1070464" cy="377256"/>
          </a:xfrm>
          <a:prstGeom prst="rect">
            <a:avLst/>
          </a:prstGeom>
        </p:spPr>
      </p:pic>
      <p:sp>
        <p:nvSpPr>
          <p:cNvPr id="3" name="Title 2">
            <a:extLst>
              <a:ext uri="{FF2B5EF4-FFF2-40B4-BE49-F238E27FC236}">
                <a16:creationId xmlns:a16="http://schemas.microsoft.com/office/drawing/2014/main" id="{81FA7817-3B6C-3F4A-B7B9-1C24248B02A6}"/>
              </a:ext>
            </a:extLst>
          </p:cNvPr>
          <p:cNvSpPr>
            <a:spLocks noGrp="1"/>
          </p:cNvSpPr>
          <p:nvPr>
            <p:ph type="title"/>
          </p:nvPr>
        </p:nvSpPr>
        <p:spPr>
          <a:xfrm>
            <a:off x="466165" y="1965960"/>
            <a:ext cx="5764213" cy="1846659"/>
          </a:xfrm>
        </p:spPr>
        <p:txBody>
          <a:bodyPr vert="horz" wrap="square" lIns="0" tIns="0" rIns="0" bIns="0" rtlCol="0">
            <a:spAutoFit/>
          </a:bodyPr>
          <a:lstStyle>
            <a:lvl1pPr>
              <a:defRPr lang="en-US" sz="6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34931154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468775" y="4663440"/>
            <a:ext cx="5519275" cy="276999"/>
          </a:xfrm>
          <a:prstGeom prst="rect">
            <a:avLst/>
          </a:prstGeom>
        </p:spPr>
        <p:txBody>
          <a:bodyPr wrap="square">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468775" y="5245390"/>
            <a:ext cx="5519275" cy="215444"/>
          </a:xfrm>
          <a:prstGeom prst="rect">
            <a:avLst/>
          </a:prstGeom>
        </p:spPr>
        <p:txBody>
          <a:bodyPr vert="horz" lIns="0" tIns="0" rIns="0" bIns="0" rtlCol="0">
            <a:spAutoFit/>
          </a:bodyPr>
          <a:lstStyle>
            <a:lvl1pPr>
              <a:lnSpc>
                <a:spcPct val="100000"/>
              </a:lnSpc>
              <a:spcBef>
                <a:spcPts val="0"/>
              </a:spcBef>
              <a:defRPr lang="en-US" sz="1400" spc="300" dirty="0">
                <a:solidFill>
                  <a:schemeClr val="bg2"/>
                </a:solidFill>
                <a:effectLst/>
              </a:defRPr>
            </a:lvl1pPr>
            <a:lvl2pPr>
              <a:buNone/>
              <a:defRPr/>
            </a:lvl2pPr>
          </a:lstStyle>
          <a:p>
            <a:pPr lvl="0">
              <a:lnSpc>
                <a:spcPct val="100000"/>
              </a:lnSpc>
              <a:spcBef>
                <a:spcPts val="0"/>
              </a:spcBef>
            </a:pPr>
            <a:r>
              <a:rPr lang="en-US">
                <a:effectLst/>
              </a:rPr>
              <a:t>23 OCTOBER 2020</a:t>
            </a:r>
            <a:endParaRPr lang="en-US"/>
          </a:p>
        </p:txBody>
      </p:sp>
      <p:sp>
        <p:nvSpPr>
          <p:cNvPr id="7" name="Picture Placeholder 2">
            <a:extLst>
              <a:ext uri="{FF2B5EF4-FFF2-40B4-BE49-F238E27FC236}">
                <a16:creationId xmlns:a16="http://schemas.microsoft.com/office/drawing/2014/main" id="{11A216CA-E680-42EB-BC45-95A09D62759B}"/>
              </a:ext>
            </a:extLst>
          </p:cNvPr>
          <p:cNvSpPr>
            <a:spLocks noGrp="1"/>
          </p:cNvSpPr>
          <p:nvPr>
            <p:ph type="pic" sz="quarter" idx="13"/>
          </p:nvPr>
        </p:nvSpPr>
        <p:spPr>
          <a:xfrm>
            <a:off x="6095998" y="0"/>
            <a:ext cx="6096001" cy="6858000"/>
          </a:xfrm>
          <a:prstGeom prst="rect">
            <a:avLst/>
          </a:prstGeom>
          <a:solidFill>
            <a:schemeClr val="bg2"/>
          </a:solidFill>
        </p:spPr>
        <p:txBody>
          <a:bodyPr/>
          <a:lstStyle>
            <a:lvl1pPr>
              <a:defRPr/>
            </a:lvl1pPr>
          </a:lstStyle>
          <a:p>
            <a:endParaRPr lang="en-US"/>
          </a:p>
        </p:txBody>
      </p:sp>
      <p:pic>
        <p:nvPicPr>
          <p:cNvPr id="2" name="Graphic 1">
            <a:extLst>
              <a:ext uri="{FF2B5EF4-FFF2-40B4-BE49-F238E27FC236}">
                <a16:creationId xmlns:a16="http://schemas.microsoft.com/office/drawing/2014/main" id="{81AA8C38-4FF3-4F33-8B0F-196D0BC7915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8776" y="610099"/>
            <a:ext cx="1070464" cy="377256"/>
          </a:xfrm>
          <a:prstGeom prst="rect">
            <a:avLst/>
          </a:prstGeom>
        </p:spPr>
      </p:pic>
      <p:sp>
        <p:nvSpPr>
          <p:cNvPr id="8" name="Title 2">
            <a:extLst>
              <a:ext uri="{FF2B5EF4-FFF2-40B4-BE49-F238E27FC236}">
                <a16:creationId xmlns:a16="http://schemas.microsoft.com/office/drawing/2014/main" id="{FB842CEE-8A53-0D42-A72B-7D63B1ED35C4}"/>
              </a:ext>
            </a:extLst>
          </p:cNvPr>
          <p:cNvSpPr>
            <a:spLocks noGrp="1"/>
          </p:cNvSpPr>
          <p:nvPr>
            <p:ph type="title"/>
          </p:nvPr>
        </p:nvSpPr>
        <p:spPr>
          <a:xfrm>
            <a:off x="466165" y="1965960"/>
            <a:ext cx="5764213" cy="1846659"/>
          </a:xfrm>
        </p:spPr>
        <p:txBody>
          <a:bodyPr vert="horz" wrap="square" lIns="0" tIns="0" rIns="0" bIns="0" rtlCol="0">
            <a:spAutoFit/>
          </a:bodyPr>
          <a:lstStyle>
            <a:lvl1pPr>
              <a:defRPr lang="en-US" sz="6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381201003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468775" y="4663440"/>
            <a:ext cx="6489700" cy="369332"/>
          </a:xfrm>
          <a:prstGeom prst="rect">
            <a:avLst/>
          </a:prstGeom>
        </p:spPr>
        <p:txBody>
          <a:bodyPr>
            <a:spAutoFit/>
          </a:bodyPr>
          <a:lstStyle>
            <a:lvl1pPr>
              <a:lnSpc>
                <a:spcPct val="100000"/>
              </a:lnSpc>
              <a:spcBef>
                <a:spcPts val="0"/>
              </a:spcBef>
              <a:defRPr sz="24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468775" y="5245390"/>
            <a:ext cx="6489700" cy="215444"/>
          </a:xfrm>
          <a:prstGeom prst="rect">
            <a:avLst/>
          </a:prstGeom>
        </p:spPr>
        <p:txBody>
          <a:bodyPr>
            <a:spAutoFit/>
          </a:bodyPr>
          <a:lstStyle>
            <a:lvl1pPr>
              <a:lnSpc>
                <a:spcPct val="100000"/>
              </a:lnSpc>
              <a:spcBef>
                <a:spcPts val="0"/>
              </a:spcBef>
              <a:defRPr sz="1400" spc="300">
                <a:solidFill>
                  <a:schemeClr val="bg1">
                    <a:lumMod val="95000"/>
                  </a:schemeClr>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CE8C851A-E2E7-4523-9F42-0BB009E5644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8776" y="610099"/>
            <a:ext cx="1070464" cy="377256"/>
          </a:xfrm>
          <a:prstGeom prst="rect">
            <a:avLst/>
          </a:prstGeom>
        </p:spPr>
      </p:pic>
      <p:sp>
        <p:nvSpPr>
          <p:cNvPr id="7" name="Title 2">
            <a:extLst>
              <a:ext uri="{FF2B5EF4-FFF2-40B4-BE49-F238E27FC236}">
                <a16:creationId xmlns:a16="http://schemas.microsoft.com/office/drawing/2014/main" id="{D6769452-030B-5548-B575-999D639F6D22}"/>
              </a:ext>
            </a:extLst>
          </p:cNvPr>
          <p:cNvSpPr>
            <a:spLocks noGrp="1"/>
          </p:cNvSpPr>
          <p:nvPr>
            <p:ph type="title"/>
          </p:nvPr>
        </p:nvSpPr>
        <p:spPr>
          <a:xfrm>
            <a:off x="466165" y="1965960"/>
            <a:ext cx="5755248" cy="1846659"/>
          </a:xfrm>
        </p:spPr>
        <p:txBody>
          <a:bodyPr vert="horz" wrap="square" lIns="0" tIns="0" rIns="0" bIns="0" rtlCol="0">
            <a:spAutoFit/>
          </a:bodyPr>
          <a:lstStyle>
            <a:lvl1pPr>
              <a:defRPr lang="en-US" sz="6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dirty="0"/>
              <a:t>Click to edit Master title style</a:t>
            </a:r>
          </a:p>
        </p:txBody>
      </p:sp>
    </p:spTree>
    <p:extLst>
      <p:ext uri="{BB962C8B-B14F-4D97-AF65-F5344CB8AC3E}">
        <p14:creationId xmlns:p14="http://schemas.microsoft.com/office/powerpoint/2010/main" val="20656130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Title 2">
            <a:extLst>
              <a:ext uri="{FF2B5EF4-FFF2-40B4-BE49-F238E27FC236}">
                <a16:creationId xmlns:a16="http://schemas.microsoft.com/office/drawing/2014/main" id="{7D36EB9C-BBDB-7447-884B-AC6C7C7D1DA2}"/>
              </a:ext>
            </a:extLst>
          </p:cNvPr>
          <p:cNvSpPr>
            <a:spLocks noGrp="1"/>
          </p:cNvSpPr>
          <p:nvPr>
            <p:ph type="title" hasCustomPrompt="1"/>
          </p:nvPr>
        </p:nvSpPr>
        <p:spPr>
          <a:xfrm>
            <a:off x="467140" y="1191039"/>
            <a:ext cx="3024846" cy="923330"/>
          </a:xfrm>
        </p:spPr>
        <p:txBody>
          <a:bodyPr wrap="square">
            <a:spAutoFit/>
          </a:bodyPr>
          <a:lstStyle>
            <a:lvl1pPr>
              <a:defRPr sz="6000" b="0">
                <a:solidFill>
                  <a:schemeClr val="tx1"/>
                </a:solidFill>
                <a:latin typeface="Calibri Light" panose="020F0302020204030204" pitchFamily="34" charset="0"/>
                <a:cs typeface="Calibri Light" panose="020F0302020204030204" pitchFamily="34" charset="0"/>
              </a:defRPr>
            </a:lvl1pPr>
          </a:lstStyle>
          <a:p>
            <a:r>
              <a:rPr lang="en-US"/>
              <a:t>Contents</a:t>
            </a:r>
          </a:p>
        </p:txBody>
      </p:sp>
      <p:sp>
        <p:nvSpPr>
          <p:cNvPr id="24" name="Text Placeholder 4">
            <a:extLst>
              <a:ext uri="{FF2B5EF4-FFF2-40B4-BE49-F238E27FC236}">
                <a16:creationId xmlns:a16="http://schemas.microsoft.com/office/drawing/2014/main" id="{ECE784D3-D287-664F-80A6-CBA29DD12FE1}"/>
              </a:ext>
            </a:extLst>
          </p:cNvPr>
          <p:cNvSpPr>
            <a:spLocks noGrp="1"/>
          </p:cNvSpPr>
          <p:nvPr>
            <p:ph type="body" sz="quarter" idx="10" hasCustomPrompt="1"/>
          </p:nvPr>
        </p:nvSpPr>
        <p:spPr>
          <a:xfrm>
            <a:off x="4086639" y="1191039"/>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01</a:t>
            </a:r>
          </a:p>
        </p:txBody>
      </p:sp>
      <p:sp>
        <p:nvSpPr>
          <p:cNvPr id="25" name="Text Placeholder 4">
            <a:extLst>
              <a:ext uri="{FF2B5EF4-FFF2-40B4-BE49-F238E27FC236}">
                <a16:creationId xmlns:a16="http://schemas.microsoft.com/office/drawing/2014/main" id="{29A1CE94-599A-5146-9EFB-9AEECE436784}"/>
              </a:ext>
            </a:extLst>
          </p:cNvPr>
          <p:cNvSpPr>
            <a:spLocks noGrp="1"/>
          </p:cNvSpPr>
          <p:nvPr>
            <p:ph type="body" sz="quarter" idx="11" hasCustomPrompt="1"/>
          </p:nvPr>
        </p:nvSpPr>
        <p:spPr>
          <a:xfrm>
            <a:off x="4086639" y="1884106"/>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02</a:t>
            </a:r>
          </a:p>
        </p:txBody>
      </p:sp>
      <p:sp>
        <p:nvSpPr>
          <p:cNvPr id="26" name="Text Placeholder 4">
            <a:extLst>
              <a:ext uri="{FF2B5EF4-FFF2-40B4-BE49-F238E27FC236}">
                <a16:creationId xmlns:a16="http://schemas.microsoft.com/office/drawing/2014/main" id="{B0E828E5-70FD-D449-B964-390D8366EA4E}"/>
              </a:ext>
            </a:extLst>
          </p:cNvPr>
          <p:cNvSpPr>
            <a:spLocks noGrp="1"/>
          </p:cNvSpPr>
          <p:nvPr>
            <p:ph type="body" sz="quarter" idx="12" hasCustomPrompt="1"/>
          </p:nvPr>
        </p:nvSpPr>
        <p:spPr>
          <a:xfrm>
            <a:off x="4086639" y="2567012"/>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03</a:t>
            </a:r>
          </a:p>
        </p:txBody>
      </p:sp>
      <p:sp>
        <p:nvSpPr>
          <p:cNvPr id="27" name="Text Placeholder 4">
            <a:extLst>
              <a:ext uri="{FF2B5EF4-FFF2-40B4-BE49-F238E27FC236}">
                <a16:creationId xmlns:a16="http://schemas.microsoft.com/office/drawing/2014/main" id="{23D1ADF7-7F17-9F4A-A000-26CFD756A34B}"/>
              </a:ext>
            </a:extLst>
          </p:cNvPr>
          <p:cNvSpPr>
            <a:spLocks noGrp="1"/>
          </p:cNvSpPr>
          <p:nvPr>
            <p:ph type="body" sz="quarter" idx="13" hasCustomPrompt="1"/>
          </p:nvPr>
        </p:nvSpPr>
        <p:spPr>
          <a:xfrm>
            <a:off x="4086639" y="3260079"/>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04</a:t>
            </a:r>
          </a:p>
        </p:txBody>
      </p:sp>
      <p:sp>
        <p:nvSpPr>
          <p:cNvPr id="28" name="Text Placeholder 4">
            <a:extLst>
              <a:ext uri="{FF2B5EF4-FFF2-40B4-BE49-F238E27FC236}">
                <a16:creationId xmlns:a16="http://schemas.microsoft.com/office/drawing/2014/main" id="{C8974FB4-0DC4-9A48-849B-3445C17323D8}"/>
              </a:ext>
            </a:extLst>
          </p:cNvPr>
          <p:cNvSpPr>
            <a:spLocks noGrp="1"/>
          </p:cNvSpPr>
          <p:nvPr>
            <p:ph type="body" sz="quarter" idx="14" hasCustomPrompt="1"/>
          </p:nvPr>
        </p:nvSpPr>
        <p:spPr>
          <a:xfrm>
            <a:off x="4086639" y="3942985"/>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05</a:t>
            </a:r>
          </a:p>
        </p:txBody>
      </p:sp>
      <p:sp>
        <p:nvSpPr>
          <p:cNvPr id="29" name="Text Placeholder 4">
            <a:extLst>
              <a:ext uri="{FF2B5EF4-FFF2-40B4-BE49-F238E27FC236}">
                <a16:creationId xmlns:a16="http://schemas.microsoft.com/office/drawing/2014/main" id="{3B70AEBB-A750-864B-B6BD-21B4D0EFE2A7}"/>
              </a:ext>
            </a:extLst>
          </p:cNvPr>
          <p:cNvSpPr>
            <a:spLocks noGrp="1"/>
          </p:cNvSpPr>
          <p:nvPr>
            <p:ph type="body" sz="quarter" idx="15" hasCustomPrompt="1"/>
          </p:nvPr>
        </p:nvSpPr>
        <p:spPr>
          <a:xfrm>
            <a:off x="4086639" y="4625892"/>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06</a:t>
            </a:r>
          </a:p>
        </p:txBody>
      </p:sp>
      <p:sp>
        <p:nvSpPr>
          <p:cNvPr id="30" name="Text Placeholder 4">
            <a:extLst>
              <a:ext uri="{FF2B5EF4-FFF2-40B4-BE49-F238E27FC236}">
                <a16:creationId xmlns:a16="http://schemas.microsoft.com/office/drawing/2014/main" id="{B6A80AC0-F1D6-7541-A91C-C279FD194827}"/>
              </a:ext>
            </a:extLst>
          </p:cNvPr>
          <p:cNvSpPr>
            <a:spLocks noGrp="1"/>
          </p:cNvSpPr>
          <p:nvPr>
            <p:ph type="body" sz="quarter" idx="16" hasCustomPrompt="1"/>
          </p:nvPr>
        </p:nvSpPr>
        <p:spPr>
          <a:xfrm>
            <a:off x="4818930" y="1191039"/>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1" name="Text Placeholder 4">
            <a:extLst>
              <a:ext uri="{FF2B5EF4-FFF2-40B4-BE49-F238E27FC236}">
                <a16:creationId xmlns:a16="http://schemas.microsoft.com/office/drawing/2014/main" id="{48BEB51A-F18F-5749-809D-EC078A513A09}"/>
              </a:ext>
            </a:extLst>
          </p:cNvPr>
          <p:cNvSpPr>
            <a:spLocks noGrp="1"/>
          </p:cNvSpPr>
          <p:nvPr>
            <p:ph type="body" sz="quarter" idx="17" hasCustomPrompt="1"/>
          </p:nvPr>
        </p:nvSpPr>
        <p:spPr>
          <a:xfrm>
            <a:off x="4818930" y="1884106"/>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2" name="Text Placeholder 4">
            <a:extLst>
              <a:ext uri="{FF2B5EF4-FFF2-40B4-BE49-F238E27FC236}">
                <a16:creationId xmlns:a16="http://schemas.microsoft.com/office/drawing/2014/main" id="{C6735154-D863-074C-BEF0-25E8F0836038}"/>
              </a:ext>
            </a:extLst>
          </p:cNvPr>
          <p:cNvSpPr>
            <a:spLocks noGrp="1"/>
          </p:cNvSpPr>
          <p:nvPr>
            <p:ph type="body" sz="quarter" idx="18" hasCustomPrompt="1"/>
          </p:nvPr>
        </p:nvSpPr>
        <p:spPr>
          <a:xfrm>
            <a:off x="4818930" y="2567012"/>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3" name="Text Placeholder 4">
            <a:extLst>
              <a:ext uri="{FF2B5EF4-FFF2-40B4-BE49-F238E27FC236}">
                <a16:creationId xmlns:a16="http://schemas.microsoft.com/office/drawing/2014/main" id="{C373B72A-00B1-9E4F-BC7F-202B2AC57FCC}"/>
              </a:ext>
            </a:extLst>
          </p:cNvPr>
          <p:cNvSpPr>
            <a:spLocks noGrp="1"/>
          </p:cNvSpPr>
          <p:nvPr>
            <p:ph type="body" sz="quarter" idx="19" hasCustomPrompt="1"/>
          </p:nvPr>
        </p:nvSpPr>
        <p:spPr>
          <a:xfrm>
            <a:off x="4818930" y="3260079"/>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4" name="Text Placeholder 4">
            <a:extLst>
              <a:ext uri="{FF2B5EF4-FFF2-40B4-BE49-F238E27FC236}">
                <a16:creationId xmlns:a16="http://schemas.microsoft.com/office/drawing/2014/main" id="{A584DDAC-74C3-8649-AA09-BE37E59266EB}"/>
              </a:ext>
            </a:extLst>
          </p:cNvPr>
          <p:cNvSpPr>
            <a:spLocks noGrp="1"/>
          </p:cNvSpPr>
          <p:nvPr>
            <p:ph type="body" sz="quarter" idx="20" hasCustomPrompt="1"/>
          </p:nvPr>
        </p:nvSpPr>
        <p:spPr>
          <a:xfrm>
            <a:off x="4818930" y="394298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5" name="Text Placeholder 4">
            <a:extLst>
              <a:ext uri="{FF2B5EF4-FFF2-40B4-BE49-F238E27FC236}">
                <a16:creationId xmlns:a16="http://schemas.microsoft.com/office/drawing/2014/main" id="{4BE98457-B105-874C-9706-66BA69C1AFC7}"/>
              </a:ext>
            </a:extLst>
          </p:cNvPr>
          <p:cNvSpPr>
            <a:spLocks noGrp="1"/>
          </p:cNvSpPr>
          <p:nvPr>
            <p:ph type="body" sz="quarter" idx="21" hasCustomPrompt="1"/>
          </p:nvPr>
        </p:nvSpPr>
        <p:spPr>
          <a:xfrm>
            <a:off x="4818930" y="4625892"/>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cxnSp>
        <p:nvCxnSpPr>
          <p:cNvPr id="36" name="Straight Connector 35">
            <a:extLst>
              <a:ext uri="{FF2B5EF4-FFF2-40B4-BE49-F238E27FC236}">
                <a16:creationId xmlns:a16="http://schemas.microsoft.com/office/drawing/2014/main" id="{D6C8558E-5624-D848-B1A3-4B79F93D0AC1}"/>
              </a:ext>
            </a:extLst>
          </p:cNvPr>
          <p:cNvCxnSpPr>
            <a:cxnSpLocks/>
          </p:cNvCxnSpPr>
          <p:nvPr userDrawn="1"/>
        </p:nvCxnSpPr>
        <p:spPr>
          <a:xfrm>
            <a:off x="3725348" y="914400"/>
            <a:ext cx="0" cy="525780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9542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Bla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wrap="square">
            <a:spAutoFit/>
          </a:bodyPr>
          <a:lstStyle>
            <a:lvl1pPr>
              <a:defRPr sz="60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5" name="Text Placeholder 4">
            <a:extLst>
              <a:ext uri="{FF2B5EF4-FFF2-40B4-BE49-F238E27FC236}">
                <a16:creationId xmlns:a16="http://schemas.microsoft.com/office/drawing/2014/main" id="{0B94A4A7-1D42-43C4-8DAE-D39D6017417F}"/>
              </a:ext>
            </a:extLst>
          </p:cNvPr>
          <p:cNvSpPr>
            <a:spLocks noGrp="1"/>
          </p:cNvSpPr>
          <p:nvPr>
            <p:ph type="body" sz="quarter" idx="10" hasCustomPrompt="1"/>
          </p:nvPr>
        </p:nvSpPr>
        <p:spPr>
          <a:xfrm>
            <a:off x="4086639" y="1191039"/>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01</a:t>
            </a:r>
          </a:p>
        </p:txBody>
      </p:sp>
      <p:sp>
        <p:nvSpPr>
          <p:cNvPr id="9" name="Text Placeholder 4">
            <a:extLst>
              <a:ext uri="{FF2B5EF4-FFF2-40B4-BE49-F238E27FC236}">
                <a16:creationId xmlns:a16="http://schemas.microsoft.com/office/drawing/2014/main" id="{914B7CA8-C6E3-4D9A-BDD1-5A660A9FF442}"/>
              </a:ext>
            </a:extLst>
          </p:cNvPr>
          <p:cNvSpPr>
            <a:spLocks noGrp="1"/>
          </p:cNvSpPr>
          <p:nvPr>
            <p:ph type="body" sz="quarter" idx="11" hasCustomPrompt="1"/>
          </p:nvPr>
        </p:nvSpPr>
        <p:spPr>
          <a:xfrm>
            <a:off x="4086639" y="1884106"/>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02</a:t>
            </a:r>
          </a:p>
        </p:txBody>
      </p:sp>
      <p:sp>
        <p:nvSpPr>
          <p:cNvPr id="13" name="Text Placeholder 4">
            <a:extLst>
              <a:ext uri="{FF2B5EF4-FFF2-40B4-BE49-F238E27FC236}">
                <a16:creationId xmlns:a16="http://schemas.microsoft.com/office/drawing/2014/main" id="{29CF7C84-314E-4FB2-901C-E4AD0E759351}"/>
              </a:ext>
            </a:extLst>
          </p:cNvPr>
          <p:cNvSpPr>
            <a:spLocks noGrp="1"/>
          </p:cNvSpPr>
          <p:nvPr>
            <p:ph type="body" sz="quarter" idx="12" hasCustomPrompt="1"/>
          </p:nvPr>
        </p:nvSpPr>
        <p:spPr>
          <a:xfrm>
            <a:off x="4086639" y="2567012"/>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03</a:t>
            </a:r>
          </a:p>
        </p:txBody>
      </p:sp>
      <p:sp>
        <p:nvSpPr>
          <p:cNvPr id="14" name="Text Placeholder 4">
            <a:extLst>
              <a:ext uri="{FF2B5EF4-FFF2-40B4-BE49-F238E27FC236}">
                <a16:creationId xmlns:a16="http://schemas.microsoft.com/office/drawing/2014/main" id="{F4E24727-48EE-48AA-9B6F-F26524FCED2B}"/>
              </a:ext>
            </a:extLst>
          </p:cNvPr>
          <p:cNvSpPr>
            <a:spLocks noGrp="1"/>
          </p:cNvSpPr>
          <p:nvPr>
            <p:ph type="body" sz="quarter" idx="13" hasCustomPrompt="1"/>
          </p:nvPr>
        </p:nvSpPr>
        <p:spPr>
          <a:xfrm>
            <a:off x="4086639" y="3260079"/>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04</a:t>
            </a:r>
          </a:p>
        </p:txBody>
      </p:sp>
      <p:sp>
        <p:nvSpPr>
          <p:cNvPr id="15" name="Text Placeholder 4">
            <a:extLst>
              <a:ext uri="{FF2B5EF4-FFF2-40B4-BE49-F238E27FC236}">
                <a16:creationId xmlns:a16="http://schemas.microsoft.com/office/drawing/2014/main" id="{18BC4A81-2FF3-4AC4-8F40-4F95105F594C}"/>
              </a:ext>
            </a:extLst>
          </p:cNvPr>
          <p:cNvSpPr>
            <a:spLocks noGrp="1"/>
          </p:cNvSpPr>
          <p:nvPr>
            <p:ph type="body" sz="quarter" idx="14" hasCustomPrompt="1"/>
          </p:nvPr>
        </p:nvSpPr>
        <p:spPr>
          <a:xfrm>
            <a:off x="4086639" y="3942985"/>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05</a:t>
            </a:r>
          </a:p>
        </p:txBody>
      </p:sp>
      <p:sp>
        <p:nvSpPr>
          <p:cNvPr id="16" name="Text Placeholder 4">
            <a:extLst>
              <a:ext uri="{FF2B5EF4-FFF2-40B4-BE49-F238E27FC236}">
                <a16:creationId xmlns:a16="http://schemas.microsoft.com/office/drawing/2014/main" id="{A53DF3A1-A093-468B-B30D-D2DB4C1595BF}"/>
              </a:ext>
            </a:extLst>
          </p:cNvPr>
          <p:cNvSpPr>
            <a:spLocks noGrp="1"/>
          </p:cNvSpPr>
          <p:nvPr>
            <p:ph type="body" sz="quarter" idx="15" hasCustomPrompt="1"/>
          </p:nvPr>
        </p:nvSpPr>
        <p:spPr>
          <a:xfrm>
            <a:off x="4086639" y="4625892"/>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06</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4818930" y="119103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4818930" y="1884106"/>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4818930" y="256701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4818930" y="326007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4818930" y="39429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4818930" y="462589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pic>
        <p:nvPicPr>
          <p:cNvPr id="10" name="Graphic 9">
            <a:extLst>
              <a:ext uri="{FF2B5EF4-FFF2-40B4-BE49-F238E27FC236}">
                <a16:creationId xmlns:a16="http://schemas.microsoft.com/office/drawing/2014/main" id="{7F2C7208-C4AB-4962-96F0-F897DFFC37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23" name="TextBox 22">
            <a:extLst>
              <a:ext uri="{FF2B5EF4-FFF2-40B4-BE49-F238E27FC236}">
                <a16:creationId xmlns:a16="http://schemas.microsoft.com/office/drawing/2014/main" id="{05DCFC83-97AB-BE40-9059-9CE8B2021737}"/>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cxnSp>
        <p:nvCxnSpPr>
          <p:cNvPr id="25" name="Straight Connector 24">
            <a:extLst>
              <a:ext uri="{FF2B5EF4-FFF2-40B4-BE49-F238E27FC236}">
                <a16:creationId xmlns:a16="http://schemas.microsoft.com/office/drawing/2014/main" id="{A040CC96-6026-B04A-A42D-A7A8F52BBA69}"/>
              </a:ext>
            </a:extLst>
          </p:cNvPr>
          <p:cNvCxnSpPr>
            <a:cxnSpLocks/>
          </p:cNvCxnSpPr>
          <p:nvPr userDrawn="1"/>
        </p:nvCxnSpPr>
        <p:spPr>
          <a:xfrm>
            <a:off x="3725348" y="914400"/>
            <a:ext cx="0" cy="525780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AE04C751-FBC9-3B46-AAD4-46BD8DFA5D3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0004386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Picture">
    <p:spTree>
      <p:nvGrpSpPr>
        <p:cNvPr id="1" name=""/>
        <p:cNvGrpSpPr/>
        <p:nvPr/>
      </p:nvGrpSpPr>
      <p:grpSpPr>
        <a:xfrm>
          <a:off x="0" y="0"/>
          <a:ext cx="0" cy="0"/>
          <a:chOff x="0" y="0"/>
          <a:chExt cx="0" cy="0"/>
        </a:xfrm>
      </p:grpSpPr>
      <p:sp>
        <p:nvSpPr>
          <p:cNvPr id="23" name="Picture Placeholder 2">
            <a:extLst>
              <a:ext uri="{FF2B5EF4-FFF2-40B4-BE49-F238E27FC236}">
                <a16:creationId xmlns:a16="http://schemas.microsoft.com/office/drawing/2014/main" id="{DE24B927-3EC2-4323-B375-35AD1C731ADA}"/>
              </a:ext>
            </a:extLst>
          </p:cNvPr>
          <p:cNvSpPr>
            <a:spLocks noGrp="1"/>
          </p:cNvSpPr>
          <p:nvPr>
            <p:ph type="pic" sz="quarter" idx="22"/>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pic>
        <p:nvPicPr>
          <p:cNvPr id="8" name="Graphic 7">
            <a:extLst>
              <a:ext uri="{FF2B5EF4-FFF2-40B4-BE49-F238E27FC236}">
                <a16:creationId xmlns:a16="http://schemas.microsoft.com/office/drawing/2014/main" id="{EC2503D5-C016-4D7F-83A5-0A293996B8F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24" name="TextBox 23">
            <a:extLst>
              <a:ext uri="{FF2B5EF4-FFF2-40B4-BE49-F238E27FC236}">
                <a16:creationId xmlns:a16="http://schemas.microsoft.com/office/drawing/2014/main" id="{074065B5-82CF-0942-A54C-2DA21F896678}"/>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32" name="Title 2">
            <a:extLst>
              <a:ext uri="{FF2B5EF4-FFF2-40B4-BE49-F238E27FC236}">
                <a16:creationId xmlns:a16="http://schemas.microsoft.com/office/drawing/2014/main" id="{481E60FF-59F4-A045-B79D-392594C3A2A2}"/>
              </a:ext>
            </a:extLst>
          </p:cNvPr>
          <p:cNvSpPr>
            <a:spLocks noGrp="1"/>
          </p:cNvSpPr>
          <p:nvPr>
            <p:ph type="title" hasCustomPrompt="1"/>
          </p:nvPr>
        </p:nvSpPr>
        <p:spPr>
          <a:xfrm>
            <a:off x="467140" y="1191039"/>
            <a:ext cx="3024846" cy="923330"/>
          </a:xfrm>
        </p:spPr>
        <p:txBody>
          <a:bodyPr wrap="square">
            <a:spAutoFit/>
          </a:bodyPr>
          <a:lstStyle>
            <a:lvl1pPr>
              <a:defRPr sz="60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33" name="Text Placeholder 4">
            <a:extLst>
              <a:ext uri="{FF2B5EF4-FFF2-40B4-BE49-F238E27FC236}">
                <a16:creationId xmlns:a16="http://schemas.microsoft.com/office/drawing/2014/main" id="{E107DFBB-2291-EC41-BE16-FC9C5276EAAA}"/>
              </a:ext>
            </a:extLst>
          </p:cNvPr>
          <p:cNvSpPr>
            <a:spLocks noGrp="1"/>
          </p:cNvSpPr>
          <p:nvPr>
            <p:ph type="body" sz="quarter" idx="10" hasCustomPrompt="1"/>
          </p:nvPr>
        </p:nvSpPr>
        <p:spPr>
          <a:xfrm>
            <a:off x="4086639" y="1191039"/>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01</a:t>
            </a:r>
          </a:p>
        </p:txBody>
      </p:sp>
      <p:sp>
        <p:nvSpPr>
          <p:cNvPr id="34" name="Text Placeholder 4">
            <a:extLst>
              <a:ext uri="{FF2B5EF4-FFF2-40B4-BE49-F238E27FC236}">
                <a16:creationId xmlns:a16="http://schemas.microsoft.com/office/drawing/2014/main" id="{D13EC089-F387-EA41-87D3-D7758396AEA8}"/>
              </a:ext>
            </a:extLst>
          </p:cNvPr>
          <p:cNvSpPr>
            <a:spLocks noGrp="1"/>
          </p:cNvSpPr>
          <p:nvPr>
            <p:ph type="body" sz="quarter" idx="11" hasCustomPrompt="1"/>
          </p:nvPr>
        </p:nvSpPr>
        <p:spPr>
          <a:xfrm>
            <a:off x="4086639" y="1884106"/>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02</a:t>
            </a:r>
          </a:p>
        </p:txBody>
      </p:sp>
      <p:sp>
        <p:nvSpPr>
          <p:cNvPr id="35" name="Text Placeholder 4">
            <a:extLst>
              <a:ext uri="{FF2B5EF4-FFF2-40B4-BE49-F238E27FC236}">
                <a16:creationId xmlns:a16="http://schemas.microsoft.com/office/drawing/2014/main" id="{2C0E4EA0-AEC6-2040-9DC8-9823144C8DCB}"/>
              </a:ext>
            </a:extLst>
          </p:cNvPr>
          <p:cNvSpPr>
            <a:spLocks noGrp="1"/>
          </p:cNvSpPr>
          <p:nvPr>
            <p:ph type="body" sz="quarter" idx="12" hasCustomPrompt="1"/>
          </p:nvPr>
        </p:nvSpPr>
        <p:spPr>
          <a:xfrm>
            <a:off x="4086639" y="2567012"/>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03</a:t>
            </a:r>
          </a:p>
        </p:txBody>
      </p:sp>
      <p:sp>
        <p:nvSpPr>
          <p:cNvPr id="36" name="Text Placeholder 4">
            <a:extLst>
              <a:ext uri="{FF2B5EF4-FFF2-40B4-BE49-F238E27FC236}">
                <a16:creationId xmlns:a16="http://schemas.microsoft.com/office/drawing/2014/main" id="{019E3807-3E52-E344-BE1D-80D26E0087DB}"/>
              </a:ext>
            </a:extLst>
          </p:cNvPr>
          <p:cNvSpPr>
            <a:spLocks noGrp="1"/>
          </p:cNvSpPr>
          <p:nvPr>
            <p:ph type="body" sz="quarter" idx="13" hasCustomPrompt="1"/>
          </p:nvPr>
        </p:nvSpPr>
        <p:spPr>
          <a:xfrm>
            <a:off x="4086639" y="3260079"/>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04</a:t>
            </a:r>
          </a:p>
        </p:txBody>
      </p:sp>
      <p:sp>
        <p:nvSpPr>
          <p:cNvPr id="37" name="Text Placeholder 4">
            <a:extLst>
              <a:ext uri="{FF2B5EF4-FFF2-40B4-BE49-F238E27FC236}">
                <a16:creationId xmlns:a16="http://schemas.microsoft.com/office/drawing/2014/main" id="{CB1D9E5D-6DB8-F543-AD52-933C5C991DBB}"/>
              </a:ext>
            </a:extLst>
          </p:cNvPr>
          <p:cNvSpPr>
            <a:spLocks noGrp="1"/>
          </p:cNvSpPr>
          <p:nvPr>
            <p:ph type="body" sz="quarter" idx="14" hasCustomPrompt="1"/>
          </p:nvPr>
        </p:nvSpPr>
        <p:spPr>
          <a:xfrm>
            <a:off x="4086639" y="3942985"/>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05</a:t>
            </a:r>
          </a:p>
        </p:txBody>
      </p:sp>
      <p:sp>
        <p:nvSpPr>
          <p:cNvPr id="38" name="Text Placeholder 4">
            <a:extLst>
              <a:ext uri="{FF2B5EF4-FFF2-40B4-BE49-F238E27FC236}">
                <a16:creationId xmlns:a16="http://schemas.microsoft.com/office/drawing/2014/main" id="{DCAEE080-41A6-D445-8E6D-2AF68332C85C}"/>
              </a:ext>
            </a:extLst>
          </p:cNvPr>
          <p:cNvSpPr>
            <a:spLocks noGrp="1"/>
          </p:cNvSpPr>
          <p:nvPr>
            <p:ph type="body" sz="quarter" idx="15" hasCustomPrompt="1"/>
          </p:nvPr>
        </p:nvSpPr>
        <p:spPr>
          <a:xfrm>
            <a:off x="4086639" y="4625892"/>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06</a:t>
            </a:r>
          </a:p>
        </p:txBody>
      </p:sp>
      <p:sp>
        <p:nvSpPr>
          <p:cNvPr id="39" name="Text Placeholder 4">
            <a:extLst>
              <a:ext uri="{FF2B5EF4-FFF2-40B4-BE49-F238E27FC236}">
                <a16:creationId xmlns:a16="http://schemas.microsoft.com/office/drawing/2014/main" id="{D24A6FF9-0ADC-3D4D-B95A-23ED94770AE1}"/>
              </a:ext>
            </a:extLst>
          </p:cNvPr>
          <p:cNvSpPr>
            <a:spLocks noGrp="1"/>
          </p:cNvSpPr>
          <p:nvPr>
            <p:ph type="body" sz="quarter" idx="16" hasCustomPrompt="1"/>
          </p:nvPr>
        </p:nvSpPr>
        <p:spPr>
          <a:xfrm>
            <a:off x="4818930" y="119103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0" name="Text Placeholder 4">
            <a:extLst>
              <a:ext uri="{FF2B5EF4-FFF2-40B4-BE49-F238E27FC236}">
                <a16:creationId xmlns:a16="http://schemas.microsoft.com/office/drawing/2014/main" id="{17202BF7-08E8-0642-B5BB-1D4E28A491E9}"/>
              </a:ext>
            </a:extLst>
          </p:cNvPr>
          <p:cNvSpPr>
            <a:spLocks noGrp="1"/>
          </p:cNvSpPr>
          <p:nvPr>
            <p:ph type="body" sz="quarter" idx="17" hasCustomPrompt="1"/>
          </p:nvPr>
        </p:nvSpPr>
        <p:spPr>
          <a:xfrm>
            <a:off x="4818930" y="1884106"/>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1" name="Text Placeholder 4">
            <a:extLst>
              <a:ext uri="{FF2B5EF4-FFF2-40B4-BE49-F238E27FC236}">
                <a16:creationId xmlns:a16="http://schemas.microsoft.com/office/drawing/2014/main" id="{E1DF2E15-278E-BB41-AB8F-A0A51FACFD79}"/>
              </a:ext>
            </a:extLst>
          </p:cNvPr>
          <p:cNvSpPr>
            <a:spLocks noGrp="1"/>
          </p:cNvSpPr>
          <p:nvPr>
            <p:ph type="body" sz="quarter" idx="18" hasCustomPrompt="1"/>
          </p:nvPr>
        </p:nvSpPr>
        <p:spPr>
          <a:xfrm>
            <a:off x="4818930" y="256701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2" name="Text Placeholder 4">
            <a:extLst>
              <a:ext uri="{FF2B5EF4-FFF2-40B4-BE49-F238E27FC236}">
                <a16:creationId xmlns:a16="http://schemas.microsoft.com/office/drawing/2014/main" id="{770D617C-6EF1-9847-9E19-F322FAC38A28}"/>
              </a:ext>
            </a:extLst>
          </p:cNvPr>
          <p:cNvSpPr>
            <a:spLocks noGrp="1"/>
          </p:cNvSpPr>
          <p:nvPr>
            <p:ph type="body" sz="quarter" idx="19" hasCustomPrompt="1"/>
          </p:nvPr>
        </p:nvSpPr>
        <p:spPr>
          <a:xfrm>
            <a:off x="4818930" y="326007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3" name="Text Placeholder 4">
            <a:extLst>
              <a:ext uri="{FF2B5EF4-FFF2-40B4-BE49-F238E27FC236}">
                <a16:creationId xmlns:a16="http://schemas.microsoft.com/office/drawing/2014/main" id="{C49568AB-E132-0347-B868-577B88807D7B}"/>
              </a:ext>
            </a:extLst>
          </p:cNvPr>
          <p:cNvSpPr>
            <a:spLocks noGrp="1"/>
          </p:cNvSpPr>
          <p:nvPr>
            <p:ph type="body" sz="quarter" idx="20" hasCustomPrompt="1"/>
          </p:nvPr>
        </p:nvSpPr>
        <p:spPr>
          <a:xfrm>
            <a:off x="4818930" y="39429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4" name="Text Placeholder 4">
            <a:extLst>
              <a:ext uri="{FF2B5EF4-FFF2-40B4-BE49-F238E27FC236}">
                <a16:creationId xmlns:a16="http://schemas.microsoft.com/office/drawing/2014/main" id="{BA277EC2-1880-A64A-8CD9-EAFCECD5EA2D}"/>
              </a:ext>
            </a:extLst>
          </p:cNvPr>
          <p:cNvSpPr>
            <a:spLocks noGrp="1"/>
          </p:cNvSpPr>
          <p:nvPr>
            <p:ph type="body" sz="quarter" idx="21" hasCustomPrompt="1"/>
          </p:nvPr>
        </p:nvSpPr>
        <p:spPr>
          <a:xfrm>
            <a:off x="4818930" y="462589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cxnSp>
        <p:nvCxnSpPr>
          <p:cNvPr id="45" name="Straight Connector 44">
            <a:extLst>
              <a:ext uri="{FF2B5EF4-FFF2-40B4-BE49-F238E27FC236}">
                <a16:creationId xmlns:a16="http://schemas.microsoft.com/office/drawing/2014/main" id="{3D8C977B-490A-7A40-83B1-341231F1E4DA}"/>
              </a:ext>
            </a:extLst>
          </p:cNvPr>
          <p:cNvCxnSpPr>
            <a:cxnSpLocks/>
          </p:cNvCxnSpPr>
          <p:nvPr userDrawn="1"/>
        </p:nvCxnSpPr>
        <p:spPr>
          <a:xfrm>
            <a:off x="3725348" y="914400"/>
            <a:ext cx="0" cy="525780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6" name="Text Placeholder 3">
            <a:extLst>
              <a:ext uri="{FF2B5EF4-FFF2-40B4-BE49-F238E27FC236}">
                <a16:creationId xmlns:a16="http://schemas.microsoft.com/office/drawing/2014/main" id="{F46579F0-C0D7-394C-ABF4-CA5A1613E04C}"/>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57365957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2292310"/>
            <a:ext cx="7450138" cy="923330"/>
          </a:xfrm>
        </p:spPr>
        <p:txBody>
          <a:bodyPr wrap="square">
            <a:spAutoFit/>
          </a:bodyPr>
          <a:lstStyle>
            <a:lvl1pPr>
              <a:defRPr sz="6000">
                <a:latin typeface="Calibri Light" panose="020F0302020204030204" pitchFamily="34" charset="0"/>
                <a:cs typeface="Calibri Light" panose="020F0302020204030204" pitchFamily="34" charset="0"/>
              </a:defRPr>
            </a:lvl1pPr>
          </a:lstStyle>
          <a:p>
            <a:r>
              <a:rPr lang="en-US"/>
              <a:t>Section Header</a:t>
            </a:r>
          </a:p>
        </p:txBody>
      </p:sp>
      <p:sp>
        <p:nvSpPr>
          <p:cNvPr id="4" name="Text Placeholder 3">
            <a:extLst>
              <a:ext uri="{FF2B5EF4-FFF2-40B4-BE49-F238E27FC236}">
                <a16:creationId xmlns:a16="http://schemas.microsoft.com/office/drawing/2014/main" id="{1F897BD5-071C-4070-AB48-99AEFB09E739}"/>
              </a:ext>
            </a:extLst>
          </p:cNvPr>
          <p:cNvSpPr>
            <a:spLocks noGrp="1"/>
          </p:cNvSpPr>
          <p:nvPr>
            <p:ph type="body" sz="quarter" idx="10"/>
          </p:nvPr>
        </p:nvSpPr>
        <p:spPr>
          <a:xfrm>
            <a:off x="457200" y="3429000"/>
            <a:ext cx="8632825" cy="2057400"/>
          </a:xfrm>
          <a:prstGeom prst="rect">
            <a:avLst/>
          </a:prstGeom>
        </p:spPr>
        <p:txBody>
          <a:bodyPr/>
          <a:lstStyle>
            <a:lvl1pPr>
              <a:defRPr sz="1800"/>
            </a:lvl1pPr>
            <a:lvl2pPr>
              <a:buNone/>
              <a:defRPr/>
            </a:lvl2pPr>
          </a:lstStyle>
          <a:p>
            <a:pPr lvl="0"/>
            <a:r>
              <a:rPr lang="en-US"/>
              <a:t>Click to edit Master text styles</a:t>
            </a:r>
          </a:p>
        </p:txBody>
      </p:sp>
    </p:spTree>
    <p:extLst>
      <p:ext uri="{BB962C8B-B14F-4D97-AF65-F5344CB8AC3E}">
        <p14:creationId xmlns:p14="http://schemas.microsoft.com/office/powerpoint/2010/main" val="235715678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B0330134-8A98-4980-8768-0A6F6740898D}"/>
              </a:ext>
            </a:extLst>
          </p:cNvPr>
          <p:cNvSpPr>
            <a:spLocks noGrp="1"/>
          </p:cNvSpPr>
          <p:nvPr>
            <p:ph type="title" hasCustomPrompt="1"/>
          </p:nvPr>
        </p:nvSpPr>
        <p:spPr>
          <a:xfrm>
            <a:off x="457201" y="2292310"/>
            <a:ext cx="7450138" cy="923330"/>
          </a:xfrm>
        </p:spPr>
        <p:txBody>
          <a:bodyPr wrap="square">
            <a:spAutoFit/>
          </a:bodyPr>
          <a:lstStyle>
            <a:lvl1pPr>
              <a:defRPr sz="600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3">
            <a:extLst>
              <a:ext uri="{FF2B5EF4-FFF2-40B4-BE49-F238E27FC236}">
                <a16:creationId xmlns:a16="http://schemas.microsoft.com/office/drawing/2014/main" id="{45AAE230-03E7-412A-8ABA-3FCF0021065E}"/>
              </a:ext>
            </a:extLst>
          </p:cNvPr>
          <p:cNvSpPr>
            <a:spLocks noGrp="1"/>
          </p:cNvSpPr>
          <p:nvPr>
            <p:ph type="body" sz="quarter" idx="10"/>
          </p:nvPr>
        </p:nvSpPr>
        <p:spPr>
          <a:xfrm>
            <a:off x="457200" y="3429000"/>
            <a:ext cx="8632825" cy="2057400"/>
          </a:xfrm>
          <a:prstGeom prst="rect">
            <a:avLst/>
          </a:prstGeom>
        </p:spPr>
        <p:txBody>
          <a:bodyPr/>
          <a:lstStyle>
            <a:lvl1pPr>
              <a:defRPr sz="1800">
                <a:solidFill>
                  <a:schemeClr val="bg1"/>
                </a:solidFill>
              </a:defRPr>
            </a:lvl1pPr>
            <a:lvl2pPr>
              <a:buNone/>
              <a:defRPr/>
            </a:lvl2pPr>
          </a:lstStyle>
          <a:p>
            <a:pPr lvl="0"/>
            <a:r>
              <a:rPr lang="en-US"/>
              <a:t>Click to edit Master text styles</a:t>
            </a:r>
          </a:p>
        </p:txBody>
      </p:sp>
      <p:pic>
        <p:nvPicPr>
          <p:cNvPr id="3" name="Graphic 2">
            <a:extLst>
              <a:ext uri="{FF2B5EF4-FFF2-40B4-BE49-F238E27FC236}">
                <a16:creationId xmlns:a16="http://schemas.microsoft.com/office/drawing/2014/main" id="{ED39377C-A4AF-4B79-9CA5-600FF7C9AA2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9" name="TextBox 8">
            <a:extLst>
              <a:ext uri="{FF2B5EF4-FFF2-40B4-BE49-F238E27FC236}">
                <a16:creationId xmlns:a16="http://schemas.microsoft.com/office/drawing/2014/main" id="{581E7284-C854-184C-A06D-CACC02F73E92}"/>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2" name="Text Placeholder 3">
            <a:extLst>
              <a:ext uri="{FF2B5EF4-FFF2-40B4-BE49-F238E27FC236}">
                <a16:creationId xmlns:a16="http://schemas.microsoft.com/office/drawing/2014/main" id="{18A1A574-71CC-6640-9BC0-9339C3ABCCC1}"/>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5788913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Picture">
    <p:spTree>
      <p:nvGrpSpPr>
        <p:cNvPr id="1" name=""/>
        <p:cNvGrpSpPr/>
        <p:nvPr/>
      </p:nvGrpSpPr>
      <p:grpSpPr>
        <a:xfrm>
          <a:off x="0" y="0"/>
          <a:ext cx="0" cy="0"/>
          <a:chOff x="0" y="0"/>
          <a:chExt cx="0" cy="0"/>
        </a:xfrm>
      </p:grpSpPr>
      <p:sp>
        <p:nvSpPr>
          <p:cNvPr id="12" name="Picture Placeholder 2">
            <a:extLst>
              <a:ext uri="{FF2B5EF4-FFF2-40B4-BE49-F238E27FC236}">
                <a16:creationId xmlns:a16="http://schemas.microsoft.com/office/drawing/2014/main" id="{AC1C81F5-54D7-4540-9257-18BFF40092EA}"/>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sp>
        <p:nvSpPr>
          <p:cNvPr id="9" name="Title 2">
            <a:extLst>
              <a:ext uri="{FF2B5EF4-FFF2-40B4-BE49-F238E27FC236}">
                <a16:creationId xmlns:a16="http://schemas.microsoft.com/office/drawing/2014/main" id="{2C8D4D26-39BC-439E-9736-9CE3385DD9DC}"/>
              </a:ext>
            </a:extLst>
          </p:cNvPr>
          <p:cNvSpPr>
            <a:spLocks noGrp="1"/>
          </p:cNvSpPr>
          <p:nvPr>
            <p:ph type="title" hasCustomPrompt="1"/>
          </p:nvPr>
        </p:nvSpPr>
        <p:spPr>
          <a:xfrm>
            <a:off x="457201" y="2292310"/>
            <a:ext cx="7450138" cy="923330"/>
          </a:xfrm>
        </p:spPr>
        <p:txBody>
          <a:bodyPr wrap="square">
            <a:spAutoFit/>
          </a:bodyPr>
          <a:lstStyle>
            <a:lvl1pPr>
              <a:defRPr sz="600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3">
            <a:extLst>
              <a:ext uri="{FF2B5EF4-FFF2-40B4-BE49-F238E27FC236}">
                <a16:creationId xmlns:a16="http://schemas.microsoft.com/office/drawing/2014/main" id="{E33501BA-291D-41ED-BCBD-8B23A9C86C4B}"/>
              </a:ext>
            </a:extLst>
          </p:cNvPr>
          <p:cNvSpPr>
            <a:spLocks noGrp="1"/>
          </p:cNvSpPr>
          <p:nvPr>
            <p:ph type="body" sz="quarter" idx="11"/>
          </p:nvPr>
        </p:nvSpPr>
        <p:spPr>
          <a:xfrm>
            <a:off x="457200" y="3429000"/>
            <a:ext cx="8632825" cy="2057400"/>
          </a:xfrm>
          <a:prstGeom prst="rect">
            <a:avLst/>
          </a:prstGeom>
        </p:spPr>
        <p:txBody>
          <a:bodyPr/>
          <a:lstStyle>
            <a:lvl1pPr>
              <a:defRPr sz="1800">
                <a:solidFill>
                  <a:schemeClr val="bg1"/>
                </a:solidFill>
              </a:defRPr>
            </a:lvl1pPr>
            <a:lvl2pPr>
              <a:buNone/>
              <a:defRPr/>
            </a:lvl2pPr>
          </a:lstStyle>
          <a:p>
            <a:pPr lvl="0"/>
            <a:r>
              <a:rPr lang="en-US"/>
              <a:t>Click to edit Master text styles</a:t>
            </a:r>
          </a:p>
        </p:txBody>
      </p:sp>
      <p:sp>
        <p:nvSpPr>
          <p:cNvPr id="8" name="TextBox 7">
            <a:extLst>
              <a:ext uri="{FF2B5EF4-FFF2-40B4-BE49-F238E27FC236}">
                <a16:creationId xmlns:a16="http://schemas.microsoft.com/office/drawing/2014/main" id="{F10D9AC8-F415-4F41-81BB-33EEA9AD7083}"/>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4" name="Text Placeholder 3">
            <a:extLst>
              <a:ext uri="{FF2B5EF4-FFF2-40B4-BE49-F238E27FC236}">
                <a16:creationId xmlns:a16="http://schemas.microsoft.com/office/drawing/2014/main" id="{6CAD51B5-4F0B-1246-8F71-7B2D95B954E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pic>
        <p:nvPicPr>
          <p:cNvPr id="11" name="Graphic 10">
            <a:extLst>
              <a:ext uri="{FF2B5EF4-FFF2-40B4-BE49-F238E27FC236}">
                <a16:creationId xmlns:a16="http://schemas.microsoft.com/office/drawing/2014/main" id="{41B932DC-E0AB-5041-A632-07A26B0EB21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65138284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226359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428179901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p:nvPr>
        </p:nvSpPr>
        <p:spPr>
          <a:xfrm>
            <a:off x="457200" y="912147"/>
            <a:ext cx="11274552" cy="276999"/>
          </a:xfrm>
          <a:prstGeom prst="rect">
            <a:avLst/>
          </a:prstGeom>
        </p:spPr>
        <p:txBody>
          <a:bodyPr wrap="square" lIns="0" tIns="0" rIns="0" bIns="0" anchor="t" anchorCtr="0">
            <a:spAutoFit/>
          </a:bodyPr>
          <a:lstStyle>
            <a:lvl1pPr marL="0" indent="0">
              <a:lnSpc>
                <a:spcPct val="100000"/>
              </a:lnSpc>
              <a:spcBef>
                <a:spcPts val="0"/>
              </a:spcBef>
              <a:buNone/>
              <a:defRPr sz="1800" b="0" i="0">
                <a:solidFill>
                  <a:schemeClr val="accent2"/>
                </a:solidFill>
              </a:defRPr>
            </a:lvl1pPr>
          </a:lstStyle>
          <a:p>
            <a:pPr lvl="0"/>
            <a:r>
              <a:rPr lang="en-US"/>
              <a:t>Edit Master text styles</a:t>
            </a:r>
          </a:p>
        </p:txBody>
      </p:sp>
    </p:spTree>
    <p:extLst>
      <p:ext uri="{BB962C8B-B14F-4D97-AF65-F5344CB8AC3E}">
        <p14:creationId xmlns:p14="http://schemas.microsoft.com/office/powerpoint/2010/main" val="267191623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6992131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Blac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218CE59C-541D-F946-A8DA-A4B9F8BF479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0" name="TextBox 9">
            <a:extLst>
              <a:ext uri="{FF2B5EF4-FFF2-40B4-BE49-F238E27FC236}">
                <a16:creationId xmlns:a16="http://schemas.microsoft.com/office/drawing/2014/main" id="{3F83E1B4-D017-3E4B-8268-79DFC41DB4DB}"/>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8" name="Title 1">
            <a:extLst>
              <a:ext uri="{FF2B5EF4-FFF2-40B4-BE49-F238E27FC236}">
                <a16:creationId xmlns:a16="http://schemas.microsoft.com/office/drawing/2014/main" id="{267E2E61-17F9-0842-9210-A1111E25B866}"/>
              </a:ext>
            </a:extLst>
          </p:cNvPr>
          <p:cNvSpPr>
            <a:spLocks noGrp="1"/>
          </p:cNvSpPr>
          <p:nvPr>
            <p:ph type="title"/>
          </p:nvPr>
        </p:nvSpPr>
        <p:spPr>
          <a:xfrm>
            <a:off x="457200" y="457200"/>
            <a:ext cx="11274552" cy="457200"/>
          </a:xfrm>
        </p:spPr>
        <p:txBody>
          <a:bodyPr/>
          <a:lstStyle>
            <a:lvl1pPr>
              <a:defRPr b="1">
                <a:solidFill>
                  <a:schemeClr val="bg1"/>
                </a:solidFill>
                <a:latin typeface="+mn-lt"/>
              </a:defRPr>
            </a:lvl1pPr>
          </a:lstStyle>
          <a:p>
            <a:r>
              <a:rPr lang="en-US"/>
              <a:t>Click to edit Master title style</a:t>
            </a:r>
          </a:p>
        </p:txBody>
      </p:sp>
      <p:sp>
        <p:nvSpPr>
          <p:cNvPr id="9" name="Text Placeholder 10">
            <a:extLst>
              <a:ext uri="{FF2B5EF4-FFF2-40B4-BE49-F238E27FC236}">
                <a16:creationId xmlns:a16="http://schemas.microsoft.com/office/drawing/2014/main" id="{0548B8AD-0CC3-5248-932C-F8A325C1B475}"/>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12" name="Text Placeholder 3">
            <a:extLst>
              <a:ext uri="{FF2B5EF4-FFF2-40B4-BE49-F238E27FC236}">
                <a16:creationId xmlns:a16="http://schemas.microsoft.com/office/drawing/2014/main" id="{E4D782FD-394E-974B-830A-5392AB47CB04}"/>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7814885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6022081" cy="6858000"/>
          </a:xfrm>
          <a:prstGeom prst="rect">
            <a:avLst/>
          </a:prstGeom>
          <a:solidFill>
            <a:schemeClr val="accent5">
              <a:lumMod val="50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457200"/>
            <a:ext cx="3619500" cy="338554"/>
          </a:xfrm>
        </p:spPr>
        <p:txBody>
          <a:bodyPr>
            <a:spAutoFit/>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240792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9" name="Text Placeholder 2">
            <a:extLst>
              <a:ext uri="{FF2B5EF4-FFF2-40B4-BE49-F238E27FC236}">
                <a16:creationId xmlns:a16="http://schemas.microsoft.com/office/drawing/2014/main" id="{EC0BE653-C375-415A-859B-2A7348B8E418}"/>
              </a:ext>
            </a:extLst>
          </p:cNvPr>
          <p:cNvSpPr>
            <a:spLocks noGrp="1"/>
          </p:cNvSpPr>
          <p:nvPr>
            <p:ph type="body" sz="quarter" idx="17" hasCustomPrompt="1"/>
          </p:nvPr>
        </p:nvSpPr>
        <p:spPr>
          <a:xfrm>
            <a:off x="476250" y="1600200"/>
            <a:ext cx="4991100" cy="1882310"/>
          </a:xfrm>
          <a:prstGeom prst="rect">
            <a:avLst/>
          </a:prstGeom>
        </p:spPr>
        <p:txBody>
          <a:bodyPr wrap="square">
            <a:spAutoFit/>
          </a:bodyPr>
          <a:lstStyle>
            <a:lvl1pPr>
              <a:defRPr sz="1600">
                <a:solidFill>
                  <a:schemeClr val="bg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162756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Column">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199" y="1143000"/>
            <a:ext cx="4797425"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a:t>
            </a:r>
            <a:endParaRPr lang="en-US"/>
          </a:p>
        </p:txBody>
      </p:sp>
      <p:sp>
        <p:nvSpPr>
          <p:cNvPr id="5" name="Text Placeholder 2">
            <a:extLst>
              <a:ext uri="{FF2B5EF4-FFF2-40B4-BE49-F238E27FC236}">
                <a16:creationId xmlns:a16="http://schemas.microsoft.com/office/drawing/2014/main" id="{9F520AD5-0FFD-4C8E-9342-58316930E002}"/>
              </a:ext>
            </a:extLst>
          </p:cNvPr>
          <p:cNvSpPr>
            <a:spLocks noGrp="1"/>
          </p:cNvSpPr>
          <p:nvPr>
            <p:ph type="body" sz="quarter" idx="17" hasCustomPrompt="1"/>
          </p:nvPr>
        </p:nvSpPr>
        <p:spPr>
          <a:xfrm>
            <a:off x="6221412" y="1143000"/>
            <a:ext cx="4797425"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a:t>
            </a:r>
            <a:endParaRPr lang="en-US"/>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199" y="2077282"/>
            <a:ext cx="4797425" cy="2831994"/>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r>
              <a:rPr lang="en-US"/>
              <a:t>, at id non </a:t>
            </a:r>
            <a:r>
              <a:rPr lang="en-US" err="1"/>
              <a:t>enim</a:t>
            </a:r>
            <a:r>
              <a:rPr lang="en-US"/>
              <a:t>, </a:t>
            </a:r>
            <a:r>
              <a:rPr lang="en-US" err="1"/>
              <a:t>hac</a:t>
            </a:r>
            <a:r>
              <a:rPr lang="en-US"/>
              <a:t> </a:t>
            </a:r>
            <a:r>
              <a:rPr lang="en-US" err="1"/>
              <a:t>imperdiet</a:t>
            </a:r>
            <a:r>
              <a:rPr lang="en-US"/>
              <a:t> </a:t>
            </a:r>
            <a:r>
              <a:rPr lang="en-US" err="1"/>
              <a:t>cras</a:t>
            </a:r>
            <a:r>
              <a:rPr lang="en-US"/>
              <a:t> vitae </a:t>
            </a:r>
            <a:r>
              <a:rPr lang="en-US" err="1"/>
              <a:t>amet</a:t>
            </a:r>
            <a:r>
              <a:rPr lang="en-US"/>
              <a:t>. </a:t>
            </a:r>
            <a:r>
              <a:rPr lang="en-US" err="1"/>
              <a:t>Adipiscing</a:t>
            </a:r>
            <a:r>
              <a:rPr lang="en-US"/>
              <a:t> vestibulum, </a:t>
            </a:r>
            <a:r>
              <a:rPr lang="en-US" err="1"/>
              <a:t>natoque</a:t>
            </a:r>
            <a:r>
              <a:rPr lang="en-US"/>
              <a:t> </a:t>
            </a:r>
            <a:r>
              <a:rPr lang="en-US" err="1"/>
              <a:t>proin</a:t>
            </a:r>
            <a:r>
              <a:rPr lang="en-US"/>
              <a:t> id </a:t>
            </a:r>
            <a:r>
              <a:rPr lang="en-US" err="1"/>
              <a:t>congue</a:t>
            </a:r>
            <a:r>
              <a:rPr lang="en-US"/>
              <a:t> </a:t>
            </a:r>
            <a:r>
              <a:rPr lang="en-US" err="1"/>
              <a:t>mauris</a:t>
            </a:r>
            <a:r>
              <a:rPr lang="en-US"/>
              <a:t>. </a:t>
            </a:r>
            <a:r>
              <a:rPr lang="en-US" err="1"/>
              <a:t>Elementum</a:t>
            </a:r>
            <a:r>
              <a:rPr lang="en-US"/>
              <a:t> vel </a:t>
            </a:r>
            <a:r>
              <a:rPr lang="en-US" err="1"/>
              <a:t>augue</a:t>
            </a:r>
            <a:r>
              <a:rPr lang="en-US"/>
              <a:t> </a:t>
            </a:r>
            <a:r>
              <a:rPr lang="en-US" err="1"/>
              <a:t>amet</a:t>
            </a:r>
            <a:r>
              <a:rPr lang="en-US"/>
              <a:t> </a:t>
            </a:r>
          </a:p>
        </p:txBody>
      </p:sp>
      <p:sp>
        <p:nvSpPr>
          <p:cNvPr id="8" name="Text Placeholder 2">
            <a:extLst>
              <a:ext uri="{FF2B5EF4-FFF2-40B4-BE49-F238E27FC236}">
                <a16:creationId xmlns:a16="http://schemas.microsoft.com/office/drawing/2014/main" id="{1D1A126B-ECBC-446E-8C9B-41282A70F05E}"/>
              </a:ext>
            </a:extLst>
          </p:cNvPr>
          <p:cNvSpPr>
            <a:spLocks noGrp="1"/>
          </p:cNvSpPr>
          <p:nvPr>
            <p:ph type="body" sz="quarter" idx="19" hasCustomPrompt="1"/>
          </p:nvPr>
        </p:nvSpPr>
        <p:spPr>
          <a:xfrm>
            <a:off x="6221412" y="2077282"/>
            <a:ext cx="4797425" cy="2831994"/>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r>
              <a:rPr lang="en-US"/>
              <a:t>, at id non </a:t>
            </a:r>
            <a:r>
              <a:rPr lang="en-US" err="1"/>
              <a:t>enim</a:t>
            </a:r>
            <a:r>
              <a:rPr lang="en-US"/>
              <a:t>, </a:t>
            </a:r>
            <a:r>
              <a:rPr lang="en-US" err="1"/>
              <a:t>hac</a:t>
            </a:r>
            <a:r>
              <a:rPr lang="en-US"/>
              <a:t> </a:t>
            </a:r>
            <a:r>
              <a:rPr lang="en-US" err="1"/>
              <a:t>imperdiet</a:t>
            </a:r>
            <a:r>
              <a:rPr lang="en-US"/>
              <a:t> </a:t>
            </a:r>
            <a:r>
              <a:rPr lang="en-US" err="1"/>
              <a:t>cras</a:t>
            </a:r>
            <a:r>
              <a:rPr lang="en-US"/>
              <a:t> vitae </a:t>
            </a:r>
            <a:r>
              <a:rPr lang="en-US" err="1"/>
              <a:t>amet</a:t>
            </a:r>
            <a:r>
              <a:rPr lang="en-US"/>
              <a:t>. </a:t>
            </a:r>
            <a:r>
              <a:rPr lang="en-US" err="1"/>
              <a:t>Adipiscing</a:t>
            </a:r>
            <a:r>
              <a:rPr lang="en-US"/>
              <a:t> vestibulum, </a:t>
            </a:r>
            <a:r>
              <a:rPr lang="en-US" err="1"/>
              <a:t>natoque</a:t>
            </a:r>
            <a:r>
              <a:rPr lang="en-US"/>
              <a:t> </a:t>
            </a:r>
            <a:r>
              <a:rPr lang="en-US" err="1"/>
              <a:t>proin</a:t>
            </a:r>
            <a:r>
              <a:rPr lang="en-US"/>
              <a:t> id </a:t>
            </a:r>
            <a:r>
              <a:rPr lang="en-US" err="1"/>
              <a:t>congue</a:t>
            </a:r>
            <a:r>
              <a:rPr lang="en-US"/>
              <a:t> </a:t>
            </a:r>
            <a:r>
              <a:rPr lang="en-US" err="1"/>
              <a:t>mauris</a:t>
            </a:r>
            <a:r>
              <a:rPr lang="en-US"/>
              <a:t>. </a:t>
            </a:r>
            <a:r>
              <a:rPr lang="en-US" err="1"/>
              <a:t>Elementum</a:t>
            </a:r>
            <a:r>
              <a:rPr lang="en-US"/>
              <a:t> vel </a:t>
            </a:r>
            <a:r>
              <a:rPr lang="en-US" err="1"/>
              <a:t>augue</a:t>
            </a:r>
            <a:r>
              <a:rPr lang="en-US"/>
              <a:t> </a:t>
            </a:r>
            <a:r>
              <a:rPr lang="en-US" err="1"/>
              <a:t>amet</a:t>
            </a:r>
            <a:r>
              <a:rPr lang="en-US"/>
              <a:t> </a:t>
            </a:r>
          </a:p>
        </p:txBody>
      </p:sp>
    </p:spTree>
    <p:extLst>
      <p:ext uri="{BB962C8B-B14F-4D97-AF65-F5344CB8AC3E}">
        <p14:creationId xmlns:p14="http://schemas.microsoft.com/office/powerpoint/2010/main" val="267737016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1143000"/>
            <a:ext cx="3312160"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200" y="2067560"/>
            <a:ext cx="3312160" cy="3542958"/>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4439920" y="1143000"/>
            <a:ext cx="3312160"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4439920" y="2067560"/>
            <a:ext cx="3312160" cy="3542958"/>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8422640" y="1143000"/>
            <a:ext cx="3312160"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8422640" y="2067560"/>
            <a:ext cx="3312160" cy="3542958"/>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Tree>
    <p:extLst>
      <p:ext uri="{BB962C8B-B14F-4D97-AF65-F5344CB8AC3E}">
        <p14:creationId xmlns:p14="http://schemas.microsoft.com/office/powerpoint/2010/main" val="409901471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rge Statement">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896D646D-415F-4D4E-B837-24C4E1CE0934}"/>
              </a:ext>
            </a:extLst>
          </p:cNvPr>
          <p:cNvSpPr>
            <a:spLocks noGrp="1"/>
          </p:cNvSpPr>
          <p:nvPr>
            <p:ph type="body" sz="quarter" idx="16" hasCustomPrompt="1"/>
          </p:nvPr>
        </p:nvSpPr>
        <p:spPr>
          <a:xfrm>
            <a:off x="457200" y="1371600"/>
            <a:ext cx="5764213" cy="3886200"/>
          </a:xfrm>
          <a:prstGeom prst="rect">
            <a:avLst/>
          </a:prstGeom>
        </p:spPr>
        <p:txBody>
          <a:bodyPr/>
          <a:lstStyle>
            <a:lvl1pPr>
              <a:defRPr sz="6000">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Large statement combined with supporting </a:t>
            </a:r>
            <a:br>
              <a:rPr lang="en-US"/>
            </a:br>
            <a:r>
              <a:rPr lang="en-US"/>
              <a:t>text here</a:t>
            </a:r>
          </a:p>
        </p:txBody>
      </p:sp>
      <p:sp>
        <p:nvSpPr>
          <p:cNvPr id="6" name="Text Placeholder 2">
            <a:extLst>
              <a:ext uri="{FF2B5EF4-FFF2-40B4-BE49-F238E27FC236}">
                <a16:creationId xmlns:a16="http://schemas.microsoft.com/office/drawing/2014/main" id="{D330B547-343B-414C-8E1F-67C7C72B2F72}"/>
              </a:ext>
            </a:extLst>
          </p:cNvPr>
          <p:cNvSpPr>
            <a:spLocks noGrp="1"/>
          </p:cNvSpPr>
          <p:nvPr>
            <p:ph type="body" sz="quarter" idx="17" hasCustomPrompt="1"/>
          </p:nvPr>
        </p:nvSpPr>
        <p:spPr>
          <a:xfrm>
            <a:off x="6946901" y="1600200"/>
            <a:ext cx="4784852" cy="3657600"/>
          </a:xfrm>
          <a:prstGeom prst="rect">
            <a:avLst/>
          </a:prstGeom>
        </p:spPr>
        <p:txBody>
          <a:bodyPr/>
          <a:lstStyle>
            <a:lvl1pPr>
              <a:defRPr sz="1600">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spTree>
    <p:extLst>
      <p:ext uri="{BB962C8B-B14F-4D97-AF65-F5344CB8AC3E}">
        <p14:creationId xmlns:p14="http://schemas.microsoft.com/office/powerpoint/2010/main" val="306384956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CDF557E5-085D-F44F-B30C-91E51AE491D3}"/>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10" name="Text Placeholder 3">
            <a:extLst>
              <a:ext uri="{FF2B5EF4-FFF2-40B4-BE49-F238E27FC236}">
                <a16:creationId xmlns:a16="http://schemas.microsoft.com/office/drawing/2014/main" id="{FE178E08-6B21-2843-9385-4D9886760A91}"/>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11" name="Text Placeholder 10">
            <a:extLst>
              <a:ext uri="{FF2B5EF4-FFF2-40B4-BE49-F238E27FC236}">
                <a16:creationId xmlns:a16="http://schemas.microsoft.com/office/drawing/2014/main" id="{2E8C029E-1B45-494C-B838-1704772FF782}"/>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9" name="Title 1">
            <a:extLst>
              <a:ext uri="{FF2B5EF4-FFF2-40B4-BE49-F238E27FC236}">
                <a16:creationId xmlns:a16="http://schemas.microsoft.com/office/drawing/2014/main" id="{46C1CA1B-2E41-DA49-A688-13BC117567D0}"/>
              </a:ext>
            </a:extLst>
          </p:cNvPr>
          <p:cNvSpPr>
            <a:spLocks noGrp="1"/>
          </p:cNvSpPr>
          <p:nvPr>
            <p:ph type="title"/>
          </p:nvPr>
        </p:nvSpPr>
        <p:spPr>
          <a:xfrm>
            <a:off x="457200" y="457200"/>
            <a:ext cx="6546028"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292310571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Title 1">
            <a:extLst>
              <a:ext uri="{FF2B5EF4-FFF2-40B4-BE49-F238E27FC236}">
                <a16:creationId xmlns:a16="http://schemas.microsoft.com/office/drawing/2014/main" id="{E4955F73-BCD8-4858-BDA2-D30A6DDD9E2F}"/>
              </a:ext>
            </a:extLst>
          </p:cNvPr>
          <p:cNvSpPr>
            <a:spLocks noGrp="1"/>
          </p:cNvSpPr>
          <p:nvPr>
            <p:ph type="title"/>
          </p:nvPr>
        </p:nvSpPr>
        <p:spPr>
          <a:xfrm>
            <a:off x="457200" y="925689"/>
            <a:ext cx="4797425" cy="338554"/>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6DB3700-A2AA-CC46-AB06-739575CE1198}"/>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8" name="Text Placeholder 3">
            <a:extLst>
              <a:ext uri="{FF2B5EF4-FFF2-40B4-BE49-F238E27FC236}">
                <a16:creationId xmlns:a16="http://schemas.microsoft.com/office/drawing/2014/main" id="{78F2DB0F-A762-9841-A4D7-8B6F3D5251E5}"/>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964562"/>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dirty="0"/>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dirty="0"/>
              <a:t>Edit Master Text Styles</a:t>
            </a:r>
          </a:p>
        </p:txBody>
      </p:sp>
      <p:sp>
        <p:nvSpPr>
          <p:cNvPr id="11" name="Text Placeholder 10">
            <a:extLst>
              <a:ext uri="{FF2B5EF4-FFF2-40B4-BE49-F238E27FC236}">
                <a16:creationId xmlns:a16="http://schemas.microsoft.com/office/drawing/2014/main" id="{E59EA3FB-C095-0948-83CD-4F812F3CA45C}"/>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366108293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457200"/>
            <a:ext cx="4797425" cy="457200"/>
          </a:xfrm>
        </p:spPr>
        <p:txBody>
          <a:bodyPr/>
          <a:lstStyle>
            <a:lvl1pPr>
              <a:defRPr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7" name="TextBox 6">
            <a:extLst>
              <a:ext uri="{FF2B5EF4-FFF2-40B4-BE49-F238E27FC236}">
                <a16:creationId xmlns:a16="http://schemas.microsoft.com/office/drawing/2014/main" id="{AFC233F4-4BA6-EC46-8DB3-143A95D5459A}"/>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9" name="Text Placeholder 3">
            <a:extLst>
              <a:ext uri="{FF2B5EF4-FFF2-40B4-BE49-F238E27FC236}">
                <a16:creationId xmlns:a16="http://schemas.microsoft.com/office/drawing/2014/main" id="{B8E027D5-10AF-5247-B60F-C8B2D62BC775}"/>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369229478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ase Study-1/2 Picture Logo">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914400"/>
            <a:ext cx="4797425" cy="457200"/>
          </a:xfrm>
        </p:spPr>
        <p:txBody>
          <a:bodyPr/>
          <a:lstStyle>
            <a:lvl1pPr>
              <a:defRPr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7" name="TextBox 6">
            <a:extLst>
              <a:ext uri="{FF2B5EF4-FFF2-40B4-BE49-F238E27FC236}">
                <a16:creationId xmlns:a16="http://schemas.microsoft.com/office/drawing/2014/main" id="{AFC233F4-4BA6-EC46-8DB3-143A95D5459A}"/>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9" name="Text Placeholder 3">
            <a:extLst>
              <a:ext uri="{FF2B5EF4-FFF2-40B4-BE49-F238E27FC236}">
                <a16:creationId xmlns:a16="http://schemas.microsoft.com/office/drawing/2014/main" id="{B8E027D5-10AF-5247-B60F-C8B2D62BC775}"/>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352393669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1" y="469900"/>
            <a:ext cx="3606927" cy="338554"/>
          </a:xfrm>
        </p:spPr>
        <p:txBody>
          <a:bodyPr wrap="square">
            <a:spAutoFit/>
          </a:bodyPr>
          <a:lstStyle>
            <a:lvl1pPr>
              <a:defRPr b="1">
                <a:solidFill>
                  <a:schemeClr val="tx1"/>
                </a:solidFill>
                <a:latin typeface="+mn-lt"/>
              </a:defRPr>
            </a:lvl1pPr>
          </a:lstStyle>
          <a:p>
            <a:r>
              <a:rPr lang="en-US"/>
              <a:t>Click to edit Master title style</a:t>
            </a:r>
          </a:p>
        </p:txBody>
      </p:sp>
      <p:sp>
        <p:nvSpPr>
          <p:cNvPr id="12" name="TextBox 11">
            <a:extLst>
              <a:ext uri="{FF2B5EF4-FFF2-40B4-BE49-F238E27FC236}">
                <a16:creationId xmlns:a16="http://schemas.microsoft.com/office/drawing/2014/main" id="{9D211704-E6A2-554A-83D7-019EF0F003D0}"/>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13" name="Text Placeholder 3">
            <a:extLst>
              <a:ext uri="{FF2B5EF4-FFF2-40B4-BE49-F238E27FC236}">
                <a16:creationId xmlns:a16="http://schemas.microsoft.com/office/drawing/2014/main" id="{C4E06C20-AA8E-8342-A500-79B18C390223}"/>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p:spPr>
        <p:txBody>
          <a:bodyPr/>
          <a:lstStyle/>
          <a:p>
            <a:endParaRPr lang="en-US"/>
          </a:p>
        </p:txBody>
      </p:sp>
      <p:sp>
        <p:nvSpPr>
          <p:cNvPr id="10" name="Text Placeholder 10">
            <a:extLst>
              <a:ext uri="{FF2B5EF4-FFF2-40B4-BE49-F238E27FC236}">
                <a16:creationId xmlns:a16="http://schemas.microsoft.com/office/drawing/2014/main" id="{703B5AFB-E799-0442-BA28-6AF5A02967FE}"/>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854095972"/>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2/3 Picture Logo">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1" y="924339"/>
            <a:ext cx="3606927" cy="338554"/>
          </a:xfrm>
        </p:spPr>
        <p:txBody>
          <a:bodyPr wrap="square">
            <a:spAutoFit/>
          </a:bodyPr>
          <a:lstStyle>
            <a:lvl1pPr>
              <a:defRPr b="1">
                <a:solidFill>
                  <a:schemeClr val="tx1"/>
                </a:solidFill>
                <a:latin typeface="+mn-lt"/>
              </a:defRPr>
            </a:lvl1pPr>
          </a:lstStyle>
          <a:p>
            <a:r>
              <a:rPr lang="en-US"/>
              <a:t>Click to edit Master title style</a:t>
            </a:r>
          </a:p>
        </p:txBody>
      </p:sp>
      <p:sp>
        <p:nvSpPr>
          <p:cNvPr id="12" name="TextBox 11">
            <a:extLst>
              <a:ext uri="{FF2B5EF4-FFF2-40B4-BE49-F238E27FC236}">
                <a16:creationId xmlns:a16="http://schemas.microsoft.com/office/drawing/2014/main" id="{9D211704-E6A2-554A-83D7-019EF0F003D0}"/>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13" name="Text Placeholder 3">
            <a:extLst>
              <a:ext uri="{FF2B5EF4-FFF2-40B4-BE49-F238E27FC236}">
                <a16:creationId xmlns:a16="http://schemas.microsoft.com/office/drawing/2014/main" id="{C4E06C20-AA8E-8342-A500-79B18C390223}"/>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p:spPr>
        <p:txBody>
          <a:bodyPr/>
          <a:lstStyle/>
          <a:p>
            <a:endParaRPr lang="en-US"/>
          </a:p>
        </p:txBody>
      </p:sp>
    </p:spTree>
    <p:extLst>
      <p:ext uri="{BB962C8B-B14F-4D97-AF65-F5344CB8AC3E}">
        <p14:creationId xmlns:p14="http://schemas.microsoft.com/office/powerpoint/2010/main" val="96996155"/>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se Study-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15EB0785-A8B2-B844-97DC-362F6DEDBA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4024236537"/>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9144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16002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8" name="Graphic 7">
            <a:extLst>
              <a:ext uri="{FF2B5EF4-FFF2-40B4-BE49-F238E27FC236}">
                <a16:creationId xmlns:a16="http://schemas.microsoft.com/office/drawing/2014/main" id="{ECD48285-8885-4D22-8AE4-172AF611419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 Placeholder 10">
            <a:extLst>
              <a:ext uri="{FF2B5EF4-FFF2-40B4-BE49-F238E27FC236}">
                <a16:creationId xmlns:a16="http://schemas.microsoft.com/office/drawing/2014/main" id="{D02C5AA0-D8CE-634A-97A8-97B2BC715078}"/>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307507983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se Study-Mock Up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E5D96D1E-C1BD-6F40-A978-D03F53CD4A4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219714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457200"/>
            <a:ext cx="2407920" cy="677108"/>
          </a:xfrm>
        </p:spPr>
        <p:txBody>
          <a:bodyPr>
            <a:spAutoFit/>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240792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endParaRPr lang="en-US"/>
          </a:p>
        </p:txBody>
      </p:sp>
    </p:spTree>
    <p:extLst>
      <p:ext uri="{BB962C8B-B14F-4D97-AF65-F5344CB8AC3E}">
        <p14:creationId xmlns:p14="http://schemas.microsoft.com/office/powerpoint/2010/main" val="1641687614"/>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7A9547FE-7857-4A70-ACDF-06ACC0CC38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9" name="Title 1">
            <a:extLst>
              <a:ext uri="{FF2B5EF4-FFF2-40B4-BE49-F238E27FC236}">
                <a16:creationId xmlns:a16="http://schemas.microsoft.com/office/drawing/2014/main" id="{11BCE546-F0EF-2742-9891-475F8219D406}"/>
              </a:ext>
            </a:extLst>
          </p:cNvPr>
          <p:cNvSpPr>
            <a:spLocks noGrp="1"/>
          </p:cNvSpPr>
          <p:nvPr>
            <p:ph type="title"/>
          </p:nvPr>
        </p:nvSpPr>
        <p:spPr>
          <a:xfrm>
            <a:off x="457201" y="499646"/>
            <a:ext cx="3606927" cy="338554"/>
          </a:xfrm>
        </p:spPr>
        <p:txBody>
          <a:bodyPr wrap="square">
            <a:spAutoFit/>
          </a:bodyPr>
          <a:lstStyle>
            <a:lvl1pPr>
              <a:defRPr b="1">
                <a:solidFill>
                  <a:schemeClr val="bg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B2196D5E-2DE5-E948-A22F-E057A6B99915}"/>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607523831"/>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Mock Up Lef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927353"/>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1613153"/>
            <a:ext cx="4784852" cy="2965748"/>
          </a:xfrm>
          <a:prstGeom prst="rect">
            <a:avLst/>
          </a:prstGeom>
        </p:spPr>
        <p:txBody>
          <a:bodyPr>
            <a:spAutoFit/>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4" name="Graphic 3">
            <a:extLst>
              <a:ext uri="{FF2B5EF4-FFF2-40B4-BE49-F238E27FC236}">
                <a16:creationId xmlns:a16="http://schemas.microsoft.com/office/drawing/2014/main" id="{FF61EEF5-D25E-43F9-9DE7-B0D48CE58D1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 Placeholder 10">
            <a:extLst>
              <a:ext uri="{FF2B5EF4-FFF2-40B4-BE49-F238E27FC236}">
                <a16:creationId xmlns:a16="http://schemas.microsoft.com/office/drawing/2014/main" id="{2E184C37-FA49-E94C-B478-B1492E6E7F7A}"/>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2700087433"/>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Narrow-Black">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2407920" cy="677108"/>
          </a:xfrm>
        </p:spPr>
        <p:txBody>
          <a:bodyPr>
            <a:spAutoFit/>
          </a:bodyPr>
          <a:lstStyle>
            <a:lvl1pPr>
              <a:defRPr b="1">
                <a:solidFill>
                  <a:schemeClr val="tx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240792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2" name="Rectangle 1">
            <a:extLst>
              <a:ext uri="{FF2B5EF4-FFF2-40B4-BE49-F238E27FC236}">
                <a16:creationId xmlns:a16="http://schemas.microsoft.com/office/drawing/2014/main" id="{2CB0227B-1090-48E9-B33D-CB9CA73DF05F}"/>
              </a:ext>
            </a:extLst>
          </p:cNvPr>
          <p:cNvSpPr/>
          <p:nvPr userDrawn="1"/>
        </p:nvSpPr>
        <p:spPr bwMode="auto">
          <a:xfrm flipH="1">
            <a:off x="3108325" y="0"/>
            <a:ext cx="90836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TextBox 7">
            <a:extLst>
              <a:ext uri="{FF2B5EF4-FFF2-40B4-BE49-F238E27FC236}">
                <a16:creationId xmlns:a16="http://schemas.microsoft.com/office/drawing/2014/main" id="{42CC76E4-4D68-894E-AF17-C8188D17CE71}"/>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3" name="Text Placeholder 3">
            <a:extLst>
              <a:ext uri="{FF2B5EF4-FFF2-40B4-BE49-F238E27FC236}">
                <a16:creationId xmlns:a16="http://schemas.microsoft.com/office/drawing/2014/main" id="{B4E5246D-43F4-5946-BF12-EAA7EF1F6B9B}"/>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9854672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D5E70CA8-AE5E-9144-B51A-3DB9B2B912F8}"/>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1" name="Text Placeholder 10">
            <a:extLst>
              <a:ext uri="{FF2B5EF4-FFF2-40B4-BE49-F238E27FC236}">
                <a16:creationId xmlns:a16="http://schemas.microsoft.com/office/drawing/2014/main" id="{2A2E37B5-D917-F347-A92A-FFF42F041ED5}"/>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12" name="Title 1">
            <a:extLst>
              <a:ext uri="{FF2B5EF4-FFF2-40B4-BE49-F238E27FC236}">
                <a16:creationId xmlns:a16="http://schemas.microsoft.com/office/drawing/2014/main" id="{C8B879C7-3885-2143-A73F-46BF268524BA}"/>
              </a:ext>
            </a:extLst>
          </p:cNvPr>
          <p:cNvSpPr>
            <a:spLocks noGrp="1"/>
          </p:cNvSpPr>
          <p:nvPr>
            <p:ph type="title"/>
          </p:nvPr>
        </p:nvSpPr>
        <p:spPr>
          <a:xfrm>
            <a:off x="457200" y="457200"/>
            <a:ext cx="4797425" cy="457200"/>
          </a:xfrm>
        </p:spPr>
        <p:txBody>
          <a:bodyPr/>
          <a:lstStyle>
            <a:lvl1pPr>
              <a:defRPr b="1">
                <a:latin typeface="+mn-lt"/>
              </a:defRPr>
            </a:lvl1pPr>
          </a:lstStyle>
          <a:p>
            <a:r>
              <a:rPr lang="en-US"/>
              <a:t>Click to edit Master title style</a:t>
            </a:r>
          </a:p>
        </p:txBody>
      </p:sp>
      <p:sp>
        <p:nvSpPr>
          <p:cNvPr id="13" name="Text Placeholder 3">
            <a:extLst>
              <a:ext uri="{FF2B5EF4-FFF2-40B4-BE49-F238E27FC236}">
                <a16:creationId xmlns:a16="http://schemas.microsoft.com/office/drawing/2014/main" id="{EC884B43-5420-8A44-BD3B-D88B17EDD055}"/>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82149455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se Study-1/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8" name="Title 1">
            <a:extLst>
              <a:ext uri="{FF2B5EF4-FFF2-40B4-BE49-F238E27FC236}">
                <a16:creationId xmlns:a16="http://schemas.microsoft.com/office/drawing/2014/main" id="{38C65148-4BCC-48BC-8E7B-05AA01088658}"/>
              </a:ext>
            </a:extLst>
          </p:cNvPr>
          <p:cNvSpPr>
            <a:spLocks noGrp="1"/>
          </p:cNvSpPr>
          <p:nvPr>
            <p:ph type="title"/>
          </p:nvPr>
        </p:nvSpPr>
        <p:spPr>
          <a:xfrm>
            <a:off x="457200" y="467139"/>
            <a:ext cx="4797425" cy="338554"/>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9B55E40-4D84-A94C-A4CB-F465F24AE156}"/>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8" name="Text Placeholder 3">
            <a:extLst>
              <a:ext uri="{FF2B5EF4-FFF2-40B4-BE49-F238E27FC236}">
                <a16:creationId xmlns:a16="http://schemas.microsoft.com/office/drawing/2014/main" id="{80D87F5D-4F0F-994A-BFA6-46BC2DD6C51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9" name="Text Placeholder 10">
            <a:extLst>
              <a:ext uri="{FF2B5EF4-FFF2-40B4-BE49-F238E27FC236}">
                <a16:creationId xmlns:a16="http://schemas.microsoft.com/office/drawing/2014/main" id="{D6A52748-F772-0748-94C9-3767AF238C35}"/>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3576920143"/>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ase Study-1/2 Picture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D4D51ED0-4D08-4641-87AC-8F2B5E2A3B9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9" name="TextBox 8">
            <a:extLst>
              <a:ext uri="{FF2B5EF4-FFF2-40B4-BE49-F238E27FC236}">
                <a16:creationId xmlns:a16="http://schemas.microsoft.com/office/drawing/2014/main" id="{6A703936-AD1E-BD44-91CB-919F81D7BFEC}"/>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2" name="Text Placeholder 3">
            <a:extLst>
              <a:ext uri="{FF2B5EF4-FFF2-40B4-BE49-F238E27FC236}">
                <a16:creationId xmlns:a16="http://schemas.microsoft.com/office/drawing/2014/main" id="{BD1BED4F-175D-FF44-A003-4A5C8D212304}"/>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13" name="Picture Placeholder 2">
            <a:extLst>
              <a:ext uri="{FF2B5EF4-FFF2-40B4-BE49-F238E27FC236}">
                <a16:creationId xmlns:a16="http://schemas.microsoft.com/office/drawing/2014/main" id="{091CD3F7-14AE-A849-9B73-75D2354D4845}"/>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14" name="Title 1">
            <a:extLst>
              <a:ext uri="{FF2B5EF4-FFF2-40B4-BE49-F238E27FC236}">
                <a16:creationId xmlns:a16="http://schemas.microsoft.com/office/drawing/2014/main" id="{1090E848-D90D-3040-B1C3-7D33F1A7AC6F}"/>
              </a:ext>
            </a:extLst>
          </p:cNvPr>
          <p:cNvSpPr>
            <a:spLocks noGrp="1"/>
          </p:cNvSpPr>
          <p:nvPr>
            <p:ph type="title"/>
          </p:nvPr>
        </p:nvSpPr>
        <p:spPr>
          <a:xfrm>
            <a:off x="457200" y="927353"/>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5" name="Text Placeholder 2">
            <a:extLst>
              <a:ext uri="{FF2B5EF4-FFF2-40B4-BE49-F238E27FC236}">
                <a16:creationId xmlns:a16="http://schemas.microsoft.com/office/drawing/2014/main" id="{30EAA2BB-1929-1344-BB72-B8696E5C93FB}"/>
              </a:ext>
            </a:extLst>
          </p:cNvPr>
          <p:cNvSpPr>
            <a:spLocks noGrp="1"/>
          </p:cNvSpPr>
          <p:nvPr>
            <p:ph type="body" sz="quarter" idx="17" hasCustomPrompt="1"/>
          </p:nvPr>
        </p:nvSpPr>
        <p:spPr>
          <a:xfrm>
            <a:off x="469773" y="1613153"/>
            <a:ext cx="4784852" cy="2965748"/>
          </a:xfrm>
          <a:prstGeom prst="rect">
            <a:avLst/>
          </a:prstGeom>
        </p:spPr>
        <p:txBody>
          <a:bodyPr>
            <a:spAutoFit/>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sp>
        <p:nvSpPr>
          <p:cNvPr id="10" name="Text Placeholder 10">
            <a:extLst>
              <a:ext uri="{FF2B5EF4-FFF2-40B4-BE49-F238E27FC236}">
                <a16:creationId xmlns:a16="http://schemas.microsoft.com/office/drawing/2014/main" id="{B6C52A15-EBCB-2E4D-B9B0-C28E4B5B7D51}"/>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202495231"/>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Statemen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7" name="Graphic 6">
            <a:extLst>
              <a:ext uri="{FF2B5EF4-FFF2-40B4-BE49-F238E27FC236}">
                <a16:creationId xmlns:a16="http://schemas.microsoft.com/office/drawing/2014/main" id="{6E44CDB4-CF54-423C-9681-C9AAACA56BA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8" name="TextBox 7">
            <a:extLst>
              <a:ext uri="{FF2B5EF4-FFF2-40B4-BE49-F238E27FC236}">
                <a16:creationId xmlns:a16="http://schemas.microsoft.com/office/drawing/2014/main" id="{D74CC298-22F4-2C44-B143-5C071C1464AE}"/>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9" name="Text Placeholder 3">
            <a:extLst>
              <a:ext uri="{FF2B5EF4-FFF2-40B4-BE49-F238E27FC236}">
                <a16:creationId xmlns:a16="http://schemas.microsoft.com/office/drawing/2014/main" id="{564434E4-9DFC-C54A-8FA5-A3977779F6DB}"/>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1247453"/>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Column Pictures ">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2753526"/>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200" y="3434928"/>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3413760" y="2753526"/>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3413760" y="3434928"/>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6370320" y="2753526"/>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6370320" y="3434928"/>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9" name="Text Placeholder 2">
            <a:extLst>
              <a:ext uri="{FF2B5EF4-FFF2-40B4-BE49-F238E27FC236}">
                <a16:creationId xmlns:a16="http://schemas.microsoft.com/office/drawing/2014/main" id="{0D35C967-D122-42CE-BDAF-F34B55F00EA2}"/>
              </a:ext>
            </a:extLst>
          </p:cNvPr>
          <p:cNvSpPr>
            <a:spLocks noGrp="1"/>
          </p:cNvSpPr>
          <p:nvPr>
            <p:ph type="body" sz="quarter" idx="23" hasCustomPrompt="1"/>
          </p:nvPr>
        </p:nvSpPr>
        <p:spPr>
          <a:xfrm>
            <a:off x="9326880" y="2753526"/>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20" name="Text Placeholder 2">
            <a:extLst>
              <a:ext uri="{FF2B5EF4-FFF2-40B4-BE49-F238E27FC236}">
                <a16:creationId xmlns:a16="http://schemas.microsoft.com/office/drawing/2014/main" id="{54FDC613-45BE-47C3-82C5-FC027C2DE43E}"/>
              </a:ext>
            </a:extLst>
          </p:cNvPr>
          <p:cNvSpPr>
            <a:spLocks noGrp="1"/>
          </p:cNvSpPr>
          <p:nvPr>
            <p:ph type="body" sz="quarter" idx="24" hasCustomPrompt="1"/>
          </p:nvPr>
        </p:nvSpPr>
        <p:spPr>
          <a:xfrm>
            <a:off x="9326880" y="3434928"/>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31" y="1143000"/>
            <a:ext cx="2408238" cy="1371600"/>
          </a:xfrm>
          <a:prstGeom prst="rect">
            <a:avLst/>
          </a:prstGeom>
          <a:solidFill>
            <a:schemeClr val="bg1">
              <a:lumMod val="95000"/>
            </a:schemeClr>
          </a:solidFill>
        </p:spPr>
        <p:txBody>
          <a:bodyPr/>
          <a:lstStyle/>
          <a:p>
            <a:endParaRPr lang="en-US"/>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3413442" y="1143000"/>
            <a:ext cx="2408238" cy="1371600"/>
          </a:xfrm>
          <a:prstGeom prst="rect">
            <a:avLst/>
          </a:prstGeom>
          <a:solidFill>
            <a:schemeClr val="bg1">
              <a:lumMod val="95000"/>
            </a:schemeClr>
          </a:solidFill>
        </p:spPr>
        <p:txBody>
          <a:bodyPr/>
          <a:lstStyle/>
          <a:p>
            <a:endParaRPr lang="en-US"/>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6363153" y="1143000"/>
            <a:ext cx="2408238" cy="1371600"/>
          </a:xfrm>
          <a:prstGeom prst="rect">
            <a:avLst/>
          </a:prstGeom>
          <a:solidFill>
            <a:schemeClr val="bg1">
              <a:lumMod val="95000"/>
            </a:schemeClr>
          </a:solidFill>
        </p:spPr>
        <p:txBody>
          <a:bodyPr/>
          <a:lstStyle/>
          <a:p>
            <a:endParaRPr lang="en-US"/>
          </a:p>
        </p:txBody>
      </p:sp>
      <p:sp>
        <p:nvSpPr>
          <p:cNvPr id="27" name="Picture Placeholder 23">
            <a:extLst>
              <a:ext uri="{FF2B5EF4-FFF2-40B4-BE49-F238E27FC236}">
                <a16:creationId xmlns:a16="http://schemas.microsoft.com/office/drawing/2014/main" id="{5145A383-DF32-4D59-98B6-07591E0CE3E3}"/>
              </a:ext>
            </a:extLst>
          </p:cNvPr>
          <p:cNvSpPr>
            <a:spLocks noGrp="1"/>
          </p:cNvSpPr>
          <p:nvPr>
            <p:ph type="pic" sz="quarter" idx="30"/>
          </p:nvPr>
        </p:nvSpPr>
        <p:spPr>
          <a:xfrm>
            <a:off x="9312864" y="1143000"/>
            <a:ext cx="2408238" cy="1371600"/>
          </a:xfrm>
          <a:prstGeom prst="rect">
            <a:avLst/>
          </a:prstGeom>
          <a:solidFill>
            <a:schemeClr val="bg1">
              <a:lumMod val="95000"/>
            </a:schemeClr>
          </a:solidFill>
        </p:spPr>
        <p:txBody>
          <a:bodyPr/>
          <a:lstStyle/>
          <a:p>
            <a:endParaRPr lang="en-US"/>
          </a:p>
        </p:txBody>
      </p:sp>
    </p:spTree>
    <p:extLst>
      <p:ext uri="{BB962C8B-B14F-4D97-AF65-F5344CB8AC3E}">
        <p14:creationId xmlns:p14="http://schemas.microsoft.com/office/powerpoint/2010/main" val="80216096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se Study-3 Pictures">
    <p:spTree>
      <p:nvGrpSpPr>
        <p:cNvPr id="1" name=""/>
        <p:cNvGrpSpPr/>
        <p:nvPr/>
      </p:nvGrpSpPr>
      <p:grpSpPr>
        <a:xfrm>
          <a:off x="0" y="0"/>
          <a:ext cx="0" cy="0"/>
          <a:chOff x="0" y="0"/>
          <a:chExt cx="0" cy="0"/>
        </a:xfrm>
      </p:grpSpPr>
      <p:sp>
        <p:nvSpPr>
          <p:cNvPr id="11" name="Title 1"/>
          <p:cNvSpPr>
            <a:spLocks noGrp="1"/>
          </p:cNvSpPr>
          <p:nvPr>
            <p:ph type="title"/>
          </p:nvPr>
        </p:nvSpPr>
        <p:spPr>
          <a:xfrm>
            <a:off x="457201" y="4124960"/>
            <a:ext cx="3312160" cy="246221"/>
          </a:xfrm>
        </p:spPr>
        <p:txBody>
          <a:bodyPr>
            <a:spAutoFit/>
          </a:bodyPr>
          <a:lstStyle>
            <a:lvl1pPr>
              <a:defRPr sz="16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4076700" cy="3429000"/>
          </a:xfrm>
          <a:prstGeom prst="rect">
            <a:avLst/>
          </a:prstGeom>
          <a:solidFill>
            <a:schemeClr val="bg2"/>
          </a:solidFill>
        </p:spPr>
        <p:txBody>
          <a:bodyPr/>
          <a:lstStyle/>
          <a:p>
            <a:endParaRPr lang="en-US"/>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4076700" y="0"/>
            <a:ext cx="4064000" cy="3429000"/>
          </a:xfrm>
          <a:prstGeom prst="rect">
            <a:avLst/>
          </a:prstGeom>
          <a:solidFill>
            <a:schemeClr val="bg2"/>
          </a:solidFill>
        </p:spPr>
        <p:txBody>
          <a:bodyPr/>
          <a:lstStyle/>
          <a:p>
            <a:endParaRPr lang="en-US"/>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8140700" y="0"/>
            <a:ext cx="4064000" cy="3429000"/>
          </a:xfrm>
          <a:prstGeom prst="rect">
            <a:avLst/>
          </a:prstGeom>
          <a:solidFill>
            <a:schemeClr val="bg2"/>
          </a:solidFill>
        </p:spPr>
        <p:txBody>
          <a:bodyPr/>
          <a:lstStyle/>
          <a:p>
            <a:endParaRPr lang="en-US"/>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4314697"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8406449"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4302125" y="4124325"/>
            <a:ext cx="3311525"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8406449" y="4114800"/>
            <a:ext cx="3312160"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108834068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se Study-4 Pictures">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615E796-86B4-4C38-A923-10DBDCC4B9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3" y="6469379"/>
            <a:ext cx="1382049" cy="91440"/>
          </a:xfrm>
          <a:prstGeom prst="rect">
            <a:avLst/>
          </a:prstGeom>
        </p:spPr>
      </p:pic>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45667" cy="6858000"/>
          </a:xfrm>
          <a:prstGeom prst="rect">
            <a:avLst/>
          </a:prstGeom>
          <a:solidFill>
            <a:schemeClr val="bg2"/>
          </a:solidFill>
        </p:spPr>
        <p:txBody>
          <a:bodyPr/>
          <a:lstStyle/>
          <a:p>
            <a:endParaRPr lang="en-US"/>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3048777" y="0"/>
            <a:ext cx="3045667" cy="6858000"/>
          </a:xfrm>
          <a:prstGeom prst="rect">
            <a:avLst/>
          </a:prstGeom>
          <a:solidFill>
            <a:schemeClr val="bg2"/>
          </a:solidFill>
        </p:spPr>
        <p:txBody>
          <a:bodyPr/>
          <a:lstStyle/>
          <a:p>
            <a:endParaRPr lang="en-US"/>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6097555" y="0"/>
            <a:ext cx="3045667" cy="6858000"/>
          </a:xfrm>
          <a:prstGeom prst="rect">
            <a:avLst/>
          </a:prstGeom>
          <a:solidFill>
            <a:schemeClr val="bg2"/>
          </a:solidFill>
        </p:spPr>
        <p:txBody>
          <a:bodyPr/>
          <a:lstStyle/>
          <a:p>
            <a:endParaRPr lang="en-US"/>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9146333" y="0"/>
            <a:ext cx="3045667" cy="6858000"/>
          </a:xfrm>
          <a:prstGeom prst="rect">
            <a:avLst/>
          </a:prstGeom>
          <a:solidFill>
            <a:schemeClr val="bg2"/>
          </a:solidFill>
        </p:spPr>
        <p:txBody>
          <a:bodyPr/>
          <a:lstStyle/>
          <a:p>
            <a:endParaRPr lang="en-US"/>
          </a:p>
        </p:txBody>
      </p:sp>
      <p:pic>
        <p:nvPicPr>
          <p:cNvPr id="7" name="Graphic 6">
            <a:extLst>
              <a:ext uri="{FF2B5EF4-FFF2-40B4-BE49-F238E27FC236}">
                <a16:creationId xmlns:a16="http://schemas.microsoft.com/office/drawing/2014/main" id="{9C432762-A502-4EDF-9936-2F1B5B291CC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1" y="6438901"/>
            <a:ext cx="540540" cy="190499"/>
          </a:xfrm>
          <a:prstGeom prst="rect">
            <a:avLst/>
          </a:prstGeom>
        </p:spPr>
      </p:pic>
      <p:sp>
        <p:nvSpPr>
          <p:cNvPr id="10" name="TextBox 9">
            <a:extLst>
              <a:ext uri="{FF2B5EF4-FFF2-40B4-BE49-F238E27FC236}">
                <a16:creationId xmlns:a16="http://schemas.microsoft.com/office/drawing/2014/main" id="{043F49D1-094C-794E-ADD9-2E27004213E7}"/>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11" name="Text Placeholder 3">
            <a:extLst>
              <a:ext uri="{FF2B5EF4-FFF2-40B4-BE49-F238E27FC236}">
                <a16:creationId xmlns:a16="http://schemas.microsoft.com/office/drawing/2014/main" id="{DB996F9F-D55F-FD42-A589-2783B304344D}"/>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mtClean="0">
                <a:solidFill>
                  <a:schemeClr val="tx1"/>
                </a:solidFill>
              </a:rPr>
              <a:pPr lvl="0"/>
              <a:t>‹#›</a:t>
            </a:fld>
            <a:endParaRPr lang="en-US">
              <a:solidFill>
                <a:schemeClr val="tx1"/>
              </a:solidFill>
            </a:endParaRPr>
          </a:p>
        </p:txBody>
      </p:sp>
    </p:spTree>
    <p:extLst>
      <p:ext uri="{BB962C8B-B14F-4D97-AF65-F5344CB8AC3E}">
        <p14:creationId xmlns:p14="http://schemas.microsoft.com/office/powerpoint/2010/main" val="2713037627"/>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V">
    <p:bg>
      <p:bgPr>
        <a:solidFill>
          <a:srgbClr val="ABDBD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39711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ject Approach – 5 Phas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111A-AF8E-9E4F-95BB-2233C5B80585}"/>
              </a:ext>
            </a:extLst>
          </p:cNvPr>
          <p:cNvSpPr>
            <a:spLocks noGrp="1"/>
          </p:cNvSpPr>
          <p:nvPr>
            <p:ph type="title" hasCustomPrompt="1"/>
          </p:nvPr>
        </p:nvSpPr>
        <p:spPr/>
        <p:txBody>
          <a:bodyPr/>
          <a:lstStyle/>
          <a:p>
            <a:r>
              <a:rPr lang="en-US"/>
              <a:t>Project Approach – 5 Phases</a:t>
            </a:r>
          </a:p>
        </p:txBody>
      </p:sp>
      <p:sp>
        <p:nvSpPr>
          <p:cNvPr id="5" name="Text Placeholder 10">
            <a:extLst>
              <a:ext uri="{FF2B5EF4-FFF2-40B4-BE49-F238E27FC236}">
                <a16:creationId xmlns:a16="http://schemas.microsoft.com/office/drawing/2014/main" id="{44A3D2F7-12A7-D345-89E9-C2804ED949E6}"/>
              </a:ext>
            </a:extLst>
          </p:cNvPr>
          <p:cNvSpPr>
            <a:spLocks noGrp="1"/>
          </p:cNvSpPr>
          <p:nvPr>
            <p:ph type="body" sz="quarter" idx="15" hasCustomPrompt="1"/>
          </p:nvPr>
        </p:nvSpPr>
        <p:spPr>
          <a:xfrm>
            <a:off x="457200" y="231494"/>
            <a:ext cx="3611880" cy="225706"/>
          </a:xfrm>
        </p:spPr>
        <p:txBody>
          <a:bodyPr/>
          <a:lstStyle>
            <a:lvl1pPr>
              <a:defRPr sz="1000" b="1" cap="all" baseline="0">
                <a:solidFill>
                  <a:schemeClr val="tx2"/>
                </a:solidFill>
                <a:latin typeface="+mn-lt"/>
              </a:defRPr>
            </a:lvl1pPr>
          </a:lstStyle>
          <a:p>
            <a:pPr lvl="0"/>
            <a:r>
              <a:rPr lang="en-US"/>
              <a:t>Click to add section title</a:t>
            </a:r>
          </a:p>
        </p:txBody>
      </p:sp>
      <p:sp>
        <p:nvSpPr>
          <p:cNvPr id="6" name="Text Placeholder 8">
            <a:extLst>
              <a:ext uri="{FF2B5EF4-FFF2-40B4-BE49-F238E27FC236}">
                <a16:creationId xmlns:a16="http://schemas.microsoft.com/office/drawing/2014/main" id="{C996434D-95C5-3A4A-822B-F2AAFD93E9AD}"/>
              </a:ext>
            </a:extLst>
          </p:cNvPr>
          <p:cNvSpPr>
            <a:spLocks noGrp="1"/>
          </p:cNvSpPr>
          <p:nvPr>
            <p:ph type="body" sz="quarter" idx="16"/>
          </p:nvPr>
        </p:nvSpPr>
        <p:spPr>
          <a:xfrm>
            <a:off x="457200" y="912147"/>
            <a:ext cx="11274552" cy="276999"/>
          </a:xfrm>
          <a:prstGeom prst="rect">
            <a:avLst/>
          </a:prstGeom>
        </p:spPr>
        <p:txBody>
          <a:bodyPr wrap="square" lIns="0" tIns="0" rIns="0" bIns="0" anchor="t" anchorCtr="0">
            <a:spAutoFit/>
          </a:bodyPr>
          <a:lstStyle>
            <a:lvl1pPr marL="0" indent="0">
              <a:lnSpc>
                <a:spcPct val="100000"/>
              </a:lnSpc>
              <a:spcBef>
                <a:spcPts val="0"/>
              </a:spcBef>
              <a:buNone/>
              <a:defRPr sz="1800" b="0" i="0">
                <a:solidFill>
                  <a:schemeClr val="accent2"/>
                </a:solidFill>
              </a:defRPr>
            </a:lvl1pPr>
          </a:lstStyle>
          <a:p>
            <a:pPr lvl="0"/>
            <a:r>
              <a:rPr lang="en-US"/>
              <a:t>Edit Master text styles</a:t>
            </a:r>
          </a:p>
        </p:txBody>
      </p:sp>
      <p:pic>
        <p:nvPicPr>
          <p:cNvPr id="7" name="Graphic 6">
            <a:extLst>
              <a:ext uri="{FF2B5EF4-FFF2-40B4-BE49-F238E27FC236}">
                <a16:creationId xmlns:a16="http://schemas.microsoft.com/office/drawing/2014/main" id="{48327781-DE23-6541-B6B8-9BF68AA55D2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 y="2022447"/>
            <a:ext cx="827601" cy="765219"/>
          </a:xfrm>
          <a:prstGeom prst="rect">
            <a:avLst/>
          </a:prstGeom>
        </p:spPr>
      </p:pic>
      <p:pic>
        <p:nvPicPr>
          <p:cNvPr id="8" name="Graphic 7">
            <a:extLst>
              <a:ext uri="{FF2B5EF4-FFF2-40B4-BE49-F238E27FC236}">
                <a16:creationId xmlns:a16="http://schemas.microsoft.com/office/drawing/2014/main" id="{FB503DEC-3D44-E54B-B871-07557CF14CF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66060" y="2058408"/>
            <a:ext cx="751597" cy="694944"/>
          </a:xfrm>
          <a:prstGeom prst="rect">
            <a:avLst/>
          </a:prstGeom>
        </p:spPr>
      </p:pic>
      <p:pic>
        <p:nvPicPr>
          <p:cNvPr id="9" name="Graphic 8">
            <a:extLst>
              <a:ext uri="{FF2B5EF4-FFF2-40B4-BE49-F238E27FC236}">
                <a16:creationId xmlns:a16="http://schemas.microsoft.com/office/drawing/2014/main" id="{60B66494-D5B7-8E42-BBE7-3D572363BF3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74920" y="2058408"/>
            <a:ext cx="745490" cy="689297"/>
          </a:xfrm>
          <a:prstGeom prst="rect">
            <a:avLst/>
          </a:prstGeom>
        </p:spPr>
      </p:pic>
      <p:pic>
        <p:nvPicPr>
          <p:cNvPr id="10" name="Graphic 9">
            <a:extLst>
              <a:ext uri="{FF2B5EF4-FFF2-40B4-BE49-F238E27FC236}">
                <a16:creationId xmlns:a16="http://schemas.microsoft.com/office/drawing/2014/main" id="{066EE11C-096A-6A41-B3C9-F626EDB65AE4}"/>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383780" y="2058408"/>
            <a:ext cx="708863" cy="655431"/>
          </a:xfrm>
          <a:prstGeom prst="rect">
            <a:avLst/>
          </a:prstGeom>
        </p:spPr>
      </p:pic>
      <p:pic>
        <p:nvPicPr>
          <p:cNvPr id="11" name="Graphic 10">
            <a:extLst>
              <a:ext uri="{FF2B5EF4-FFF2-40B4-BE49-F238E27FC236}">
                <a16:creationId xmlns:a16="http://schemas.microsoft.com/office/drawing/2014/main" id="{629EEA0C-3899-7B4A-8FEC-BEA88021468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692640" y="2090158"/>
            <a:ext cx="756270" cy="699265"/>
          </a:xfrm>
          <a:prstGeom prst="rect">
            <a:avLst/>
          </a:prstGeom>
        </p:spPr>
      </p:pic>
      <p:cxnSp>
        <p:nvCxnSpPr>
          <p:cNvPr id="12" name="Straight Connector 11">
            <a:extLst>
              <a:ext uri="{FF2B5EF4-FFF2-40B4-BE49-F238E27FC236}">
                <a16:creationId xmlns:a16="http://schemas.microsoft.com/office/drawing/2014/main" id="{CF5C6192-C8B0-8C41-A29B-1A465AC14A6D}"/>
              </a:ext>
            </a:extLst>
          </p:cNvPr>
          <p:cNvCxnSpPr>
            <a:cxnSpLocks/>
          </p:cNvCxnSpPr>
          <p:nvPr userDrawn="1"/>
        </p:nvCxnSpPr>
        <p:spPr>
          <a:xfrm>
            <a:off x="45720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8C566F-9E20-7D42-980A-36B784E4DA39}"/>
              </a:ext>
            </a:extLst>
          </p:cNvPr>
          <p:cNvCxnSpPr>
            <a:cxnSpLocks/>
          </p:cNvCxnSpPr>
          <p:nvPr userDrawn="1"/>
        </p:nvCxnSpPr>
        <p:spPr>
          <a:xfrm>
            <a:off x="276606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D43441-2EDD-0640-8625-3CF46A13CD31}"/>
              </a:ext>
            </a:extLst>
          </p:cNvPr>
          <p:cNvCxnSpPr>
            <a:cxnSpLocks/>
          </p:cNvCxnSpPr>
          <p:nvPr userDrawn="1"/>
        </p:nvCxnSpPr>
        <p:spPr>
          <a:xfrm>
            <a:off x="507492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BCEC5A-64BB-A947-A1DA-BFC2B87C4EFC}"/>
              </a:ext>
            </a:extLst>
          </p:cNvPr>
          <p:cNvCxnSpPr>
            <a:cxnSpLocks/>
          </p:cNvCxnSpPr>
          <p:nvPr userDrawn="1"/>
        </p:nvCxnSpPr>
        <p:spPr>
          <a:xfrm>
            <a:off x="738378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3CE4EF-F9F4-1248-BCBA-48394100326B}"/>
              </a:ext>
            </a:extLst>
          </p:cNvPr>
          <p:cNvCxnSpPr>
            <a:cxnSpLocks/>
          </p:cNvCxnSpPr>
          <p:nvPr userDrawn="1"/>
        </p:nvCxnSpPr>
        <p:spPr>
          <a:xfrm>
            <a:off x="969264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80F24ACA-C57A-6542-A9DC-906E12AE0631}"/>
              </a:ext>
            </a:extLst>
          </p:cNvPr>
          <p:cNvSpPr>
            <a:spLocks noGrp="1"/>
          </p:cNvSpPr>
          <p:nvPr>
            <p:ph type="body" sz="quarter" idx="17" hasCustomPrompt="1"/>
          </p:nvPr>
        </p:nvSpPr>
        <p:spPr>
          <a:xfrm>
            <a:off x="469774"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19" name="Text Placeholder 2">
            <a:extLst>
              <a:ext uri="{FF2B5EF4-FFF2-40B4-BE49-F238E27FC236}">
                <a16:creationId xmlns:a16="http://schemas.microsoft.com/office/drawing/2014/main" id="{B80DC253-A653-EE48-9265-87DA583F1C6D}"/>
              </a:ext>
            </a:extLst>
          </p:cNvPr>
          <p:cNvSpPr txBox="1">
            <a:spLocks/>
          </p:cNvSpPr>
          <p:nvPr userDrawn="1"/>
        </p:nvSpPr>
        <p:spPr>
          <a:xfrm>
            <a:off x="45720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01 Alignment</a:t>
            </a:r>
          </a:p>
        </p:txBody>
      </p:sp>
      <p:sp>
        <p:nvSpPr>
          <p:cNvPr id="20" name="Text Placeholder 2">
            <a:extLst>
              <a:ext uri="{FF2B5EF4-FFF2-40B4-BE49-F238E27FC236}">
                <a16:creationId xmlns:a16="http://schemas.microsoft.com/office/drawing/2014/main" id="{0F9D9EA2-A39B-364C-91C2-10DAEA01A7AD}"/>
              </a:ext>
            </a:extLst>
          </p:cNvPr>
          <p:cNvSpPr txBox="1">
            <a:spLocks/>
          </p:cNvSpPr>
          <p:nvPr userDrawn="1"/>
        </p:nvSpPr>
        <p:spPr>
          <a:xfrm>
            <a:off x="276606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02 Learning</a:t>
            </a:r>
          </a:p>
        </p:txBody>
      </p:sp>
      <p:sp>
        <p:nvSpPr>
          <p:cNvPr id="21" name="Text Placeholder 2">
            <a:extLst>
              <a:ext uri="{FF2B5EF4-FFF2-40B4-BE49-F238E27FC236}">
                <a16:creationId xmlns:a16="http://schemas.microsoft.com/office/drawing/2014/main" id="{8EC2D32C-9C04-8D47-B602-B406BAC6ED59}"/>
              </a:ext>
            </a:extLst>
          </p:cNvPr>
          <p:cNvSpPr txBox="1">
            <a:spLocks/>
          </p:cNvSpPr>
          <p:nvPr userDrawn="1"/>
        </p:nvSpPr>
        <p:spPr>
          <a:xfrm>
            <a:off x="507492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03 Analysis</a:t>
            </a:r>
          </a:p>
        </p:txBody>
      </p:sp>
      <p:sp>
        <p:nvSpPr>
          <p:cNvPr id="22" name="Text Placeholder 2">
            <a:extLst>
              <a:ext uri="{FF2B5EF4-FFF2-40B4-BE49-F238E27FC236}">
                <a16:creationId xmlns:a16="http://schemas.microsoft.com/office/drawing/2014/main" id="{B4319C03-4421-CB4C-99FA-4B5C37C68881}"/>
              </a:ext>
            </a:extLst>
          </p:cNvPr>
          <p:cNvSpPr txBox="1">
            <a:spLocks/>
          </p:cNvSpPr>
          <p:nvPr userDrawn="1"/>
        </p:nvSpPr>
        <p:spPr>
          <a:xfrm>
            <a:off x="738378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04 Ideation &amp; Envisioning</a:t>
            </a:r>
          </a:p>
        </p:txBody>
      </p:sp>
      <p:sp>
        <p:nvSpPr>
          <p:cNvPr id="23" name="Text Placeholder 2">
            <a:extLst>
              <a:ext uri="{FF2B5EF4-FFF2-40B4-BE49-F238E27FC236}">
                <a16:creationId xmlns:a16="http://schemas.microsoft.com/office/drawing/2014/main" id="{FE5FB6C8-5EDD-514A-B17D-196988E2B5D1}"/>
              </a:ext>
            </a:extLst>
          </p:cNvPr>
          <p:cNvSpPr txBox="1">
            <a:spLocks/>
          </p:cNvSpPr>
          <p:nvPr userDrawn="1"/>
        </p:nvSpPr>
        <p:spPr>
          <a:xfrm>
            <a:off x="969264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05 Design &amp; Prototyping</a:t>
            </a:r>
          </a:p>
        </p:txBody>
      </p:sp>
      <p:sp>
        <p:nvSpPr>
          <p:cNvPr id="25" name="Text Placeholder 2">
            <a:extLst>
              <a:ext uri="{FF2B5EF4-FFF2-40B4-BE49-F238E27FC236}">
                <a16:creationId xmlns:a16="http://schemas.microsoft.com/office/drawing/2014/main" id="{7D33DAF6-818F-DF42-9048-4EB0744BE9A2}"/>
              </a:ext>
            </a:extLst>
          </p:cNvPr>
          <p:cNvSpPr>
            <a:spLocks noGrp="1"/>
          </p:cNvSpPr>
          <p:nvPr>
            <p:ph type="body" sz="quarter" idx="18" hasCustomPrompt="1"/>
          </p:nvPr>
        </p:nvSpPr>
        <p:spPr>
          <a:xfrm>
            <a:off x="2778633"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27" name="Text Placeholder 2">
            <a:extLst>
              <a:ext uri="{FF2B5EF4-FFF2-40B4-BE49-F238E27FC236}">
                <a16:creationId xmlns:a16="http://schemas.microsoft.com/office/drawing/2014/main" id="{6AD0E83C-AF84-5244-8A46-36376C1C05EE}"/>
              </a:ext>
            </a:extLst>
          </p:cNvPr>
          <p:cNvSpPr>
            <a:spLocks noGrp="1"/>
          </p:cNvSpPr>
          <p:nvPr>
            <p:ph type="body" sz="quarter" idx="19" hasCustomPrompt="1"/>
          </p:nvPr>
        </p:nvSpPr>
        <p:spPr>
          <a:xfrm>
            <a:off x="5087492"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29" name="Text Placeholder 2">
            <a:extLst>
              <a:ext uri="{FF2B5EF4-FFF2-40B4-BE49-F238E27FC236}">
                <a16:creationId xmlns:a16="http://schemas.microsoft.com/office/drawing/2014/main" id="{5CB75760-1CF3-0242-BAA2-E19452F9020A}"/>
              </a:ext>
            </a:extLst>
          </p:cNvPr>
          <p:cNvSpPr>
            <a:spLocks noGrp="1"/>
          </p:cNvSpPr>
          <p:nvPr>
            <p:ph type="body" sz="quarter" idx="20" hasCustomPrompt="1"/>
          </p:nvPr>
        </p:nvSpPr>
        <p:spPr>
          <a:xfrm>
            <a:off x="7396351"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1" name="Text Placeholder 2">
            <a:extLst>
              <a:ext uri="{FF2B5EF4-FFF2-40B4-BE49-F238E27FC236}">
                <a16:creationId xmlns:a16="http://schemas.microsoft.com/office/drawing/2014/main" id="{3A311D8D-8DC1-3B4A-93E4-C6FF7171B027}"/>
              </a:ext>
            </a:extLst>
          </p:cNvPr>
          <p:cNvSpPr>
            <a:spLocks noGrp="1"/>
          </p:cNvSpPr>
          <p:nvPr>
            <p:ph type="body" sz="quarter" idx="21" hasCustomPrompt="1"/>
          </p:nvPr>
        </p:nvSpPr>
        <p:spPr>
          <a:xfrm>
            <a:off x="9705210"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3" name="Text Placeholder 32">
            <a:extLst>
              <a:ext uri="{FF2B5EF4-FFF2-40B4-BE49-F238E27FC236}">
                <a16:creationId xmlns:a16="http://schemas.microsoft.com/office/drawing/2014/main" id="{52E0F47A-7910-834B-B8C0-19ABB23E3FA7}"/>
              </a:ext>
            </a:extLst>
          </p:cNvPr>
          <p:cNvSpPr>
            <a:spLocks noGrp="1"/>
          </p:cNvSpPr>
          <p:nvPr>
            <p:ph type="body" sz="quarter" idx="22"/>
          </p:nvPr>
        </p:nvSpPr>
        <p:spPr>
          <a:xfrm>
            <a:off x="457200" y="3657600"/>
            <a:ext cx="1920875" cy="228600"/>
          </a:xfrm>
        </p:spPr>
        <p:txBody>
          <a:bodyPr/>
          <a:lstStyle/>
          <a:p>
            <a:pPr lvl="0"/>
            <a:r>
              <a:rPr lang="en-US"/>
              <a:t>Click to edit Master text styles</a:t>
            </a:r>
          </a:p>
        </p:txBody>
      </p:sp>
      <p:sp>
        <p:nvSpPr>
          <p:cNvPr id="34" name="Text Placeholder 32">
            <a:extLst>
              <a:ext uri="{FF2B5EF4-FFF2-40B4-BE49-F238E27FC236}">
                <a16:creationId xmlns:a16="http://schemas.microsoft.com/office/drawing/2014/main" id="{A328BB22-AC71-0043-A171-7A417ED8775D}"/>
              </a:ext>
            </a:extLst>
          </p:cNvPr>
          <p:cNvSpPr>
            <a:spLocks noGrp="1"/>
          </p:cNvSpPr>
          <p:nvPr>
            <p:ph type="body" sz="quarter" idx="23"/>
          </p:nvPr>
        </p:nvSpPr>
        <p:spPr>
          <a:xfrm>
            <a:off x="2766060" y="3657600"/>
            <a:ext cx="1920875" cy="228600"/>
          </a:xfrm>
        </p:spPr>
        <p:txBody>
          <a:bodyPr/>
          <a:lstStyle/>
          <a:p>
            <a:pPr lvl="0"/>
            <a:r>
              <a:rPr lang="en-US"/>
              <a:t>Click to edit Master text styles</a:t>
            </a:r>
          </a:p>
        </p:txBody>
      </p:sp>
      <p:sp>
        <p:nvSpPr>
          <p:cNvPr id="35" name="Text Placeholder 32">
            <a:extLst>
              <a:ext uri="{FF2B5EF4-FFF2-40B4-BE49-F238E27FC236}">
                <a16:creationId xmlns:a16="http://schemas.microsoft.com/office/drawing/2014/main" id="{868139CE-C9BB-6B4D-97C1-C45B7754D974}"/>
              </a:ext>
            </a:extLst>
          </p:cNvPr>
          <p:cNvSpPr>
            <a:spLocks noGrp="1"/>
          </p:cNvSpPr>
          <p:nvPr>
            <p:ph type="body" sz="quarter" idx="24"/>
          </p:nvPr>
        </p:nvSpPr>
        <p:spPr>
          <a:xfrm>
            <a:off x="5074919" y="3657600"/>
            <a:ext cx="1920875" cy="228600"/>
          </a:xfrm>
        </p:spPr>
        <p:txBody>
          <a:bodyPr/>
          <a:lstStyle/>
          <a:p>
            <a:pPr lvl="0"/>
            <a:r>
              <a:rPr lang="en-US"/>
              <a:t>Click to edit Master text styles</a:t>
            </a:r>
          </a:p>
        </p:txBody>
      </p:sp>
      <p:sp>
        <p:nvSpPr>
          <p:cNvPr id="36" name="Text Placeholder 32">
            <a:extLst>
              <a:ext uri="{FF2B5EF4-FFF2-40B4-BE49-F238E27FC236}">
                <a16:creationId xmlns:a16="http://schemas.microsoft.com/office/drawing/2014/main" id="{13C1508E-2CCE-E741-8D12-DEC07FFC8537}"/>
              </a:ext>
            </a:extLst>
          </p:cNvPr>
          <p:cNvSpPr>
            <a:spLocks noGrp="1"/>
          </p:cNvSpPr>
          <p:nvPr>
            <p:ph type="body" sz="quarter" idx="25"/>
          </p:nvPr>
        </p:nvSpPr>
        <p:spPr>
          <a:xfrm>
            <a:off x="7396351" y="3657600"/>
            <a:ext cx="1920875" cy="228600"/>
          </a:xfrm>
        </p:spPr>
        <p:txBody>
          <a:bodyPr/>
          <a:lstStyle/>
          <a:p>
            <a:pPr lvl="0"/>
            <a:r>
              <a:rPr lang="en-US"/>
              <a:t>Click to edit Master text styles</a:t>
            </a:r>
          </a:p>
        </p:txBody>
      </p:sp>
      <p:sp>
        <p:nvSpPr>
          <p:cNvPr id="37" name="Text Placeholder 32">
            <a:extLst>
              <a:ext uri="{FF2B5EF4-FFF2-40B4-BE49-F238E27FC236}">
                <a16:creationId xmlns:a16="http://schemas.microsoft.com/office/drawing/2014/main" id="{2CEA34FE-C7A1-9644-A82A-311D9F546725}"/>
              </a:ext>
            </a:extLst>
          </p:cNvPr>
          <p:cNvSpPr>
            <a:spLocks noGrp="1"/>
          </p:cNvSpPr>
          <p:nvPr>
            <p:ph type="body" sz="quarter" idx="26"/>
          </p:nvPr>
        </p:nvSpPr>
        <p:spPr>
          <a:xfrm>
            <a:off x="9698923" y="3657600"/>
            <a:ext cx="1920875" cy="228600"/>
          </a:xfrm>
        </p:spPr>
        <p:txBody>
          <a:bodyPr/>
          <a:lstStyle/>
          <a:p>
            <a:pPr lvl="0"/>
            <a:r>
              <a:rPr lang="en-US"/>
              <a:t>Click to edit Master text styles</a:t>
            </a:r>
          </a:p>
        </p:txBody>
      </p:sp>
    </p:spTree>
    <p:extLst>
      <p:ext uri="{BB962C8B-B14F-4D97-AF65-F5344CB8AC3E}">
        <p14:creationId xmlns:p14="http://schemas.microsoft.com/office/powerpoint/2010/main" val="25585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roject Approach – 6 Phas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111A-AF8E-9E4F-95BB-2233C5B80585}"/>
              </a:ext>
            </a:extLst>
          </p:cNvPr>
          <p:cNvSpPr>
            <a:spLocks noGrp="1"/>
          </p:cNvSpPr>
          <p:nvPr>
            <p:ph type="title" hasCustomPrompt="1"/>
          </p:nvPr>
        </p:nvSpPr>
        <p:spPr/>
        <p:txBody>
          <a:bodyPr/>
          <a:lstStyle/>
          <a:p>
            <a:r>
              <a:rPr lang="en-US"/>
              <a:t>Project Approach – 6 Phases</a:t>
            </a:r>
          </a:p>
        </p:txBody>
      </p:sp>
      <p:sp>
        <p:nvSpPr>
          <p:cNvPr id="5" name="Text Placeholder 10">
            <a:extLst>
              <a:ext uri="{FF2B5EF4-FFF2-40B4-BE49-F238E27FC236}">
                <a16:creationId xmlns:a16="http://schemas.microsoft.com/office/drawing/2014/main" id="{44A3D2F7-12A7-D345-89E9-C2804ED949E6}"/>
              </a:ext>
            </a:extLst>
          </p:cNvPr>
          <p:cNvSpPr>
            <a:spLocks noGrp="1"/>
          </p:cNvSpPr>
          <p:nvPr>
            <p:ph type="body" sz="quarter" idx="15" hasCustomPrompt="1"/>
          </p:nvPr>
        </p:nvSpPr>
        <p:spPr>
          <a:xfrm>
            <a:off x="457200" y="231494"/>
            <a:ext cx="3611880" cy="225706"/>
          </a:xfrm>
        </p:spPr>
        <p:txBody>
          <a:bodyPr/>
          <a:lstStyle>
            <a:lvl1pPr>
              <a:defRPr sz="1000" b="1" cap="all" baseline="0">
                <a:solidFill>
                  <a:schemeClr val="tx2"/>
                </a:solidFill>
                <a:latin typeface="+mn-lt"/>
              </a:defRPr>
            </a:lvl1pPr>
          </a:lstStyle>
          <a:p>
            <a:pPr lvl="0"/>
            <a:r>
              <a:rPr lang="en-US"/>
              <a:t>Click to add section title</a:t>
            </a:r>
          </a:p>
        </p:txBody>
      </p:sp>
      <p:sp>
        <p:nvSpPr>
          <p:cNvPr id="6" name="Text Placeholder 8">
            <a:extLst>
              <a:ext uri="{FF2B5EF4-FFF2-40B4-BE49-F238E27FC236}">
                <a16:creationId xmlns:a16="http://schemas.microsoft.com/office/drawing/2014/main" id="{C996434D-95C5-3A4A-822B-F2AAFD93E9AD}"/>
              </a:ext>
            </a:extLst>
          </p:cNvPr>
          <p:cNvSpPr>
            <a:spLocks noGrp="1"/>
          </p:cNvSpPr>
          <p:nvPr>
            <p:ph type="body" sz="quarter" idx="16"/>
          </p:nvPr>
        </p:nvSpPr>
        <p:spPr>
          <a:xfrm>
            <a:off x="457200" y="912147"/>
            <a:ext cx="11274552" cy="276999"/>
          </a:xfrm>
          <a:prstGeom prst="rect">
            <a:avLst/>
          </a:prstGeom>
        </p:spPr>
        <p:txBody>
          <a:bodyPr wrap="square" lIns="0" tIns="0" rIns="0" bIns="0" anchor="t" anchorCtr="0">
            <a:spAutoFit/>
          </a:bodyPr>
          <a:lstStyle>
            <a:lvl1pPr marL="0" indent="0">
              <a:lnSpc>
                <a:spcPct val="100000"/>
              </a:lnSpc>
              <a:spcBef>
                <a:spcPts val="0"/>
              </a:spcBef>
              <a:buNone/>
              <a:defRPr sz="1800" b="0" i="0">
                <a:solidFill>
                  <a:schemeClr val="accent2"/>
                </a:solidFill>
              </a:defRPr>
            </a:lvl1pPr>
          </a:lstStyle>
          <a:p>
            <a:pPr lvl="0"/>
            <a:r>
              <a:rPr lang="en-US"/>
              <a:t>Edit Master text styles</a:t>
            </a:r>
          </a:p>
        </p:txBody>
      </p:sp>
      <p:pic>
        <p:nvPicPr>
          <p:cNvPr id="7" name="Graphic 6">
            <a:extLst>
              <a:ext uri="{FF2B5EF4-FFF2-40B4-BE49-F238E27FC236}">
                <a16:creationId xmlns:a16="http://schemas.microsoft.com/office/drawing/2014/main" id="{48327781-DE23-6541-B6B8-9BF68AA55D2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 y="2022447"/>
            <a:ext cx="827601" cy="765219"/>
          </a:xfrm>
          <a:prstGeom prst="rect">
            <a:avLst/>
          </a:prstGeom>
        </p:spPr>
      </p:pic>
      <p:pic>
        <p:nvPicPr>
          <p:cNvPr id="8" name="Graphic 7">
            <a:extLst>
              <a:ext uri="{FF2B5EF4-FFF2-40B4-BE49-F238E27FC236}">
                <a16:creationId xmlns:a16="http://schemas.microsoft.com/office/drawing/2014/main" id="{FB503DEC-3D44-E54B-B871-07557CF14CF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23111" y="2058408"/>
            <a:ext cx="751597" cy="694944"/>
          </a:xfrm>
          <a:prstGeom prst="rect">
            <a:avLst/>
          </a:prstGeom>
        </p:spPr>
      </p:pic>
      <p:pic>
        <p:nvPicPr>
          <p:cNvPr id="9" name="Graphic 8">
            <a:extLst>
              <a:ext uri="{FF2B5EF4-FFF2-40B4-BE49-F238E27FC236}">
                <a16:creationId xmlns:a16="http://schemas.microsoft.com/office/drawing/2014/main" id="{60B66494-D5B7-8E42-BBE7-3D572363BF3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89022" y="2058408"/>
            <a:ext cx="745490" cy="689297"/>
          </a:xfrm>
          <a:prstGeom prst="rect">
            <a:avLst/>
          </a:prstGeom>
        </p:spPr>
      </p:pic>
      <p:pic>
        <p:nvPicPr>
          <p:cNvPr id="10" name="Graphic 9">
            <a:extLst>
              <a:ext uri="{FF2B5EF4-FFF2-40B4-BE49-F238E27FC236}">
                <a16:creationId xmlns:a16="http://schemas.microsoft.com/office/drawing/2014/main" id="{066EE11C-096A-6A41-B3C9-F626EDB65AE4}"/>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4933" y="2058408"/>
            <a:ext cx="708863" cy="655431"/>
          </a:xfrm>
          <a:prstGeom prst="rect">
            <a:avLst/>
          </a:prstGeom>
        </p:spPr>
      </p:pic>
      <p:pic>
        <p:nvPicPr>
          <p:cNvPr id="11" name="Graphic 10">
            <a:extLst>
              <a:ext uri="{FF2B5EF4-FFF2-40B4-BE49-F238E27FC236}">
                <a16:creationId xmlns:a16="http://schemas.microsoft.com/office/drawing/2014/main" id="{629EEA0C-3899-7B4A-8FEC-BEA88021468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20844" y="2090158"/>
            <a:ext cx="756270" cy="699265"/>
          </a:xfrm>
          <a:prstGeom prst="rect">
            <a:avLst/>
          </a:prstGeom>
        </p:spPr>
      </p:pic>
      <p:cxnSp>
        <p:nvCxnSpPr>
          <p:cNvPr id="12" name="Straight Connector 11">
            <a:extLst>
              <a:ext uri="{FF2B5EF4-FFF2-40B4-BE49-F238E27FC236}">
                <a16:creationId xmlns:a16="http://schemas.microsoft.com/office/drawing/2014/main" id="{CF5C6192-C8B0-8C41-A29B-1A465AC14A6D}"/>
              </a:ext>
            </a:extLst>
          </p:cNvPr>
          <p:cNvCxnSpPr>
            <a:cxnSpLocks/>
          </p:cNvCxnSpPr>
          <p:nvPr userDrawn="1"/>
        </p:nvCxnSpPr>
        <p:spPr>
          <a:xfrm>
            <a:off x="45720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8C566F-9E20-7D42-980A-36B784E4DA39}"/>
              </a:ext>
            </a:extLst>
          </p:cNvPr>
          <p:cNvCxnSpPr>
            <a:cxnSpLocks/>
          </p:cNvCxnSpPr>
          <p:nvPr userDrawn="1"/>
        </p:nvCxnSpPr>
        <p:spPr>
          <a:xfrm>
            <a:off x="2423111"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D43441-2EDD-0640-8625-3CF46A13CD31}"/>
              </a:ext>
            </a:extLst>
          </p:cNvPr>
          <p:cNvCxnSpPr>
            <a:cxnSpLocks/>
          </p:cNvCxnSpPr>
          <p:nvPr userDrawn="1"/>
        </p:nvCxnSpPr>
        <p:spPr>
          <a:xfrm>
            <a:off x="4389022"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BCEC5A-64BB-A947-A1DA-BFC2B87C4EFC}"/>
              </a:ext>
            </a:extLst>
          </p:cNvPr>
          <p:cNvCxnSpPr>
            <a:cxnSpLocks/>
          </p:cNvCxnSpPr>
          <p:nvPr userDrawn="1"/>
        </p:nvCxnSpPr>
        <p:spPr>
          <a:xfrm>
            <a:off x="6354933"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3CE4EF-F9F4-1248-BCBA-48394100326B}"/>
              </a:ext>
            </a:extLst>
          </p:cNvPr>
          <p:cNvCxnSpPr>
            <a:cxnSpLocks/>
          </p:cNvCxnSpPr>
          <p:nvPr userDrawn="1"/>
        </p:nvCxnSpPr>
        <p:spPr>
          <a:xfrm>
            <a:off x="8320844"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80F24ACA-C57A-6542-A9DC-906E12AE0631}"/>
              </a:ext>
            </a:extLst>
          </p:cNvPr>
          <p:cNvSpPr>
            <a:spLocks noGrp="1"/>
          </p:cNvSpPr>
          <p:nvPr>
            <p:ph type="body" sz="quarter" idx="17" hasCustomPrompt="1"/>
          </p:nvPr>
        </p:nvSpPr>
        <p:spPr>
          <a:xfrm>
            <a:off x="469774"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19" name="Text Placeholder 2">
            <a:extLst>
              <a:ext uri="{FF2B5EF4-FFF2-40B4-BE49-F238E27FC236}">
                <a16:creationId xmlns:a16="http://schemas.microsoft.com/office/drawing/2014/main" id="{B80DC253-A653-EE48-9265-87DA583F1C6D}"/>
              </a:ext>
            </a:extLst>
          </p:cNvPr>
          <p:cNvSpPr txBox="1">
            <a:spLocks/>
          </p:cNvSpPr>
          <p:nvPr userDrawn="1"/>
        </p:nvSpPr>
        <p:spPr>
          <a:xfrm>
            <a:off x="457200" y="3215049"/>
            <a:ext cx="1463040"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01 Alignment</a:t>
            </a:r>
          </a:p>
        </p:txBody>
      </p:sp>
      <p:sp>
        <p:nvSpPr>
          <p:cNvPr id="20" name="Text Placeholder 2">
            <a:extLst>
              <a:ext uri="{FF2B5EF4-FFF2-40B4-BE49-F238E27FC236}">
                <a16:creationId xmlns:a16="http://schemas.microsoft.com/office/drawing/2014/main" id="{0F9D9EA2-A39B-364C-91C2-10DAEA01A7AD}"/>
              </a:ext>
            </a:extLst>
          </p:cNvPr>
          <p:cNvSpPr txBox="1">
            <a:spLocks/>
          </p:cNvSpPr>
          <p:nvPr userDrawn="1"/>
        </p:nvSpPr>
        <p:spPr>
          <a:xfrm>
            <a:off x="2423111" y="3215049"/>
            <a:ext cx="1463040"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02 Learning</a:t>
            </a:r>
          </a:p>
        </p:txBody>
      </p:sp>
      <p:sp>
        <p:nvSpPr>
          <p:cNvPr id="21" name="Text Placeholder 2">
            <a:extLst>
              <a:ext uri="{FF2B5EF4-FFF2-40B4-BE49-F238E27FC236}">
                <a16:creationId xmlns:a16="http://schemas.microsoft.com/office/drawing/2014/main" id="{8EC2D32C-9C04-8D47-B602-B406BAC6ED59}"/>
              </a:ext>
            </a:extLst>
          </p:cNvPr>
          <p:cNvSpPr txBox="1">
            <a:spLocks/>
          </p:cNvSpPr>
          <p:nvPr userDrawn="1"/>
        </p:nvSpPr>
        <p:spPr>
          <a:xfrm>
            <a:off x="4389022" y="3215049"/>
            <a:ext cx="1463040"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03 Analysis</a:t>
            </a:r>
          </a:p>
        </p:txBody>
      </p:sp>
      <p:sp>
        <p:nvSpPr>
          <p:cNvPr id="22" name="Text Placeholder 2">
            <a:extLst>
              <a:ext uri="{FF2B5EF4-FFF2-40B4-BE49-F238E27FC236}">
                <a16:creationId xmlns:a16="http://schemas.microsoft.com/office/drawing/2014/main" id="{B4319C03-4421-CB4C-99FA-4B5C37C68881}"/>
              </a:ext>
            </a:extLst>
          </p:cNvPr>
          <p:cNvSpPr txBox="1">
            <a:spLocks/>
          </p:cNvSpPr>
          <p:nvPr userDrawn="1"/>
        </p:nvSpPr>
        <p:spPr>
          <a:xfrm>
            <a:off x="6354933" y="3215049"/>
            <a:ext cx="1463040" cy="430887"/>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04 Ideation &amp; Envisioning</a:t>
            </a:r>
          </a:p>
        </p:txBody>
      </p:sp>
      <p:sp>
        <p:nvSpPr>
          <p:cNvPr id="23" name="Text Placeholder 2">
            <a:extLst>
              <a:ext uri="{FF2B5EF4-FFF2-40B4-BE49-F238E27FC236}">
                <a16:creationId xmlns:a16="http://schemas.microsoft.com/office/drawing/2014/main" id="{FE5FB6C8-5EDD-514A-B17D-196988E2B5D1}"/>
              </a:ext>
            </a:extLst>
          </p:cNvPr>
          <p:cNvSpPr txBox="1">
            <a:spLocks/>
          </p:cNvSpPr>
          <p:nvPr userDrawn="1"/>
        </p:nvSpPr>
        <p:spPr>
          <a:xfrm>
            <a:off x="8320844" y="3215049"/>
            <a:ext cx="1463040" cy="430887"/>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05 Design &amp; Prototyping</a:t>
            </a:r>
          </a:p>
        </p:txBody>
      </p:sp>
      <p:sp>
        <p:nvSpPr>
          <p:cNvPr id="25" name="Text Placeholder 2">
            <a:extLst>
              <a:ext uri="{FF2B5EF4-FFF2-40B4-BE49-F238E27FC236}">
                <a16:creationId xmlns:a16="http://schemas.microsoft.com/office/drawing/2014/main" id="{7D33DAF6-818F-DF42-9048-4EB0744BE9A2}"/>
              </a:ext>
            </a:extLst>
          </p:cNvPr>
          <p:cNvSpPr>
            <a:spLocks noGrp="1"/>
          </p:cNvSpPr>
          <p:nvPr>
            <p:ph type="body" sz="quarter" idx="18" hasCustomPrompt="1"/>
          </p:nvPr>
        </p:nvSpPr>
        <p:spPr>
          <a:xfrm>
            <a:off x="2423111"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27" name="Text Placeholder 2">
            <a:extLst>
              <a:ext uri="{FF2B5EF4-FFF2-40B4-BE49-F238E27FC236}">
                <a16:creationId xmlns:a16="http://schemas.microsoft.com/office/drawing/2014/main" id="{6AD0E83C-AF84-5244-8A46-36376C1C05EE}"/>
              </a:ext>
            </a:extLst>
          </p:cNvPr>
          <p:cNvSpPr>
            <a:spLocks noGrp="1"/>
          </p:cNvSpPr>
          <p:nvPr>
            <p:ph type="body" sz="quarter" idx="19" hasCustomPrompt="1"/>
          </p:nvPr>
        </p:nvSpPr>
        <p:spPr>
          <a:xfrm>
            <a:off x="4389022"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29" name="Text Placeholder 2">
            <a:extLst>
              <a:ext uri="{FF2B5EF4-FFF2-40B4-BE49-F238E27FC236}">
                <a16:creationId xmlns:a16="http://schemas.microsoft.com/office/drawing/2014/main" id="{5CB75760-1CF3-0242-BAA2-E19452F9020A}"/>
              </a:ext>
            </a:extLst>
          </p:cNvPr>
          <p:cNvSpPr>
            <a:spLocks noGrp="1"/>
          </p:cNvSpPr>
          <p:nvPr>
            <p:ph type="body" sz="quarter" idx="20" hasCustomPrompt="1"/>
          </p:nvPr>
        </p:nvSpPr>
        <p:spPr>
          <a:xfrm>
            <a:off x="6354933"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1" name="Text Placeholder 2">
            <a:extLst>
              <a:ext uri="{FF2B5EF4-FFF2-40B4-BE49-F238E27FC236}">
                <a16:creationId xmlns:a16="http://schemas.microsoft.com/office/drawing/2014/main" id="{3A311D8D-8DC1-3B4A-93E4-C6FF7171B027}"/>
              </a:ext>
            </a:extLst>
          </p:cNvPr>
          <p:cNvSpPr>
            <a:spLocks noGrp="1"/>
          </p:cNvSpPr>
          <p:nvPr>
            <p:ph type="body" sz="quarter" idx="21" hasCustomPrompt="1"/>
          </p:nvPr>
        </p:nvSpPr>
        <p:spPr>
          <a:xfrm>
            <a:off x="8320844"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2" name="Text Placeholder 2">
            <a:extLst>
              <a:ext uri="{FF2B5EF4-FFF2-40B4-BE49-F238E27FC236}">
                <a16:creationId xmlns:a16="http://schemas.microsoft.com/office/drawing/2014/main" id="{51BD861C-C099-2242-98F1-B6E7EEED2BE6}"/>
              </a:ext>
            </a:extLst>
          </p:cNvPr>
          <p:cNvSpPr txBox="1">
            <a:spLocks/>
          </p:cNvSpPr>
          <p:nvPr userDrawn="1"/>
        </p:nvSpPr>
        <p:spPr>
          <a:xfrm>
            <a:off x="10262045" y="3215049"/>
            <a:ext cx="1463040" cy="430887"/>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06 Evaluation &amp; </a:t>
            </a:r>
            <a:br>
              <a:rPr lang="en-US"/>
            </a:br>
            <a:r>
              <a:rPr lang="en-US"/>
              <a:t>Implementation</a:t>
            </a:r>
          </a:p>
        </p:txBody>
      </p:sp>
      <p:pic>
        <p:nvPicPr>
          <p:cNvPr id="33" name="Graphic 32">
            <a:extLst>
              <a:ext uri="{FF2B5EF4-FFF2-40B4-BE49-F238E27FC236}">
                <a16:creationId xmlns:a16="http://schemas.microsoft.com/office/drawing/2014/main" id="{C141246F-69BD-0B41-BF52-D1152FCFAC26}"/>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262045" y="2057323"/>
            <a:ext cx="766345" cy="708580"/>
          </a:xfrm>
          <a:prstGeom prst="rect">
            <a:avLst/>
          </a:prstGeom>
        </p:spPr>
      </p:pic>
      <p:cxnSp>
        <p:nvCxnSpPr>
          <p:cNvPr id="34" name="Straight Connector 33">
            <a:extLst>
              <a:ext uri="{FF2B5EF4-FFF2-40B4-BE49-F238E27FC236}">
                <a16:creationId xmlns:a16="http://schemas.microsoft.com/office/drawing/2014/main" id="{BCFA191E-BA82-1B46-A82D-56261E200A50}"/>
              </a:ext>
            </a:extLst>
          </p:cNvPr>
          <p:cNvCxnSpPr>
            <a:cxnSpLocks/>
          </p:cNvCxnSpPr>
          <p:nvPr userDrawn="1"/>
        </p:nvCxnSpPr>
        <p:spPr>
          <a:xfrm>
            <a:off x="10262045"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Text Placeholder 2">
            <a:extLst>
              <a:ext uri="{FF2B5EF4-FFF2-40B4-BE49-F238E27FC236}">
                <a16:creationId xmlns:a16="http://schemas.microsoft.com/office/drawing/2014/main" id="{D7341B1D-76E9-7D45-9DFE-D59392013395}"/>
              </a:ext>
            </a:extLst>
          </p:cNvPr>
          <p:cNvSpPr>
            <a:spLocks noGrp="1"/>
          </p:cNvSpPr>
          <p:nvPr>
            <p:ph type="body" sz="quarter" idx="22" hasCustomPrompt="1"/>
          </p:nvPr>
        </p:nvSpPr>
        <p:spPr>
          <a:xfrm>
            <a:off x="10262045"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7" name="Text Placeholder 32">
            <a:extLst>
              <a:ext uri="{FF2B5EF4-FFF2-40B4-BE49-F238E27FC236}">
                <a16:creationId xmlns:a16="http://schemas.microsoft.com/office/drawing/2014/main" id="{5F7393A2-F20A-FB48-8098-C4DF269971EB}"/>
              </a:ext>
            </a:extLst>
          </p:cNvPr>
          <p:cNvSpPr>
            <a:spLocks noGrp="1"/>
          </p:cNvSpPr>
          <p:nvPr>
            <p:ph type="body" sz="quarter" idx="23"/>
          </p:nvPr>
        </p:nvSpPr>
        <p:spPr>
          <a:xfrm>
            <a:off x="457201" y="3711950"/>
            <a:ext cx="1463040" cy="396070"/>
          </a:xfrm>
        </p:spPr>
        <p:txBody>
          <a:bodyPr>
            <a:spAutoFit/>
          </a:bodyPr>
          <a:lstStyle/>
          <a:p>
            <a:pPr lvl="0"/>
            <a:r>
              <a:rPr lang="en-US"/>
              <a:t>Click to edit Master text styles</a:t>
            </a:r>
          </a:p>
        </p:txBody>
      </p:sp>
      <p:sp>
        <p:nvSpPr>
          <p:cNvPr id="38" name="Text Placeholder 32">
            <a:extLst>
              <a:ext uri="{FF2B5EF4-FFF2-40B4-BE49-F238E27FC236}">
                <a16:creationId xmlns:a16="http://schemas.microsoft.com/office/drawing/2014/main" id="{B176C60C-51C0-3B4D-AE38-AC9A7DFCED6C}"/>
              </a:ext>
            </a:extLst>
          </p:cNvPr>
          <p:cNvSpPr>
            <a:spLocks noGrp="1"/>
          </p:cNvSpPr>
          <p:nvPr>
            <p:ph type="body" sz="quarter" idx="24"/>
          </p:nvPr>
        </p:nvSpPr>
        <p:spPr>
          <a:xfrm>
            <a:off x="2423111" y="3711950"/>
            <a:ext cx="1463040" cy="396070"/>
          </a:xfrm>
        </p:spPr>
        <p:txBody>
          <a:bodyPr>
            <a:spAutoFit/>
          </a:bodyPr>
          <a:lstStyle/>
          <a:p>
            <a:pPr lvl="0"/>
            <a:r>
              <a:rPr lang="en-US"/>
              <a:t>Click to edit Master text styles</a:t>
            </a:r>
          </a:p>
        </p:txBody>
      </p:sp>
      <p:sp>
        <p:nvSpPr>
          <p:cNvPr id="39" name="Text Placeholder 32">
            <a:extLst>
              <a:ext uri="{FF2B5EF4-FFF2-40B4-BE49-F238E27FC236}">
                <a16:creationId xmlns:a16="http://schemas.microsoft.com/office/drawing/2014/main" id="{83DCF7C1-2E86-DD49-93B8-E0B552441571}"/>
              </a:ext>
            </a:extLst>
          </p:cNvPr>
          <p:cNvSpPr>
            <a:spLocks noGrp="1"/>
          </p:cNvSpPr>
          <p:nvPr>
            <p:ph type="body" sz="quarter" idx="25"/>
          </p:nvPr>
        </p:nvSpPr>
        <p:spPr>
          <a:xfrm>
            <a:off x="4389022" y="3711950"/>
            <a:ext cx="1463040" cy="396070"/>
          </a:xfrm>
        </p:spPr>
        <p:txBody>
          <a:bodyPr>
            <a:spAutoFit/>
          </a:bodyPr>
          <a:lstStyle/>
          <a:p>
            <a:pPr lvl="0"/>
            <a:r>
              <a:rPr lang="en-US"/>
              <a:t>Click to edit Master text styles</a:t>
            </a:r>
          </a:p>
        </p:txBody>
      </p:sp>
      <p:sp>
        <p:nvSpPr>
          <p:cNvPr id="40" name="Text Placeholder 32">
            <a:extLst>
              <a:ext uri="{FF2B5EF4-FFF2-40B4-BE49-F238E27FC236}">
                <a16:creationId xmlns:a16="http://schemas.microsoft.com/office/drawing/2014/main" id="{749D904C-AEC8-804C-B52A-C4D391166BE1}"/>
              </a:ext>
            </a:extLst>
          </p:cNvPr>
          <p:cNvSpPr>
            <a:spLocks noGrp="1"/>
          </p:cNvSpPr>
          <p:nvPr>
            <p:ph type="body" sz="quarter" idx="26"/>
          </p:nvPr>
        </p:nvSpPr>
        <p:spPr>
          <a:xfrm>
            <a:off x="6354933" y="3711950"/>
            <a:ext cx="1463040" cy="396070"/>
          </a:xfrm>
        </p:spPr>
        <p:txBody>
          <a:bodyPr>
            <a:spAutoFit/>
          </a:bodyPr>
          <a:lstStyle/>
          <a:p>
            <a:pPr lvl="0"/>
            <a:r>
              <a:rPr lang="en-US"/>
              <a:t>Click to edit Master text styles</a:t>
            </a:r>
          </a:p>
        </p:txBody>
      </p:sp>
      <p:sp>
        <p:nvSpPr>
          <p:cNvPr id="41" name="Text Placeholder 32">
            <a:extLst>
              <a:ext uri="{FF2B5EF4-FFF2-40B4-BE49-F238E27FC236}">
                <a16:creationId xmlns:a16="http://schemas.microsoft.com/office/drawing/2014/main" id="{45690D28-0402-5A47-B11A-2BEB72CBA69A}"/>
              </a:ext>
            </a:extLst>
          </p:cNvPr>
          <p:cNvSpPr>
            <a:spLocks noGrp="1"/>
          </p:cNvSpPr>
          <p:nvPr>
            <p:ph type="body" sz="quarter" idx="27"/>
          </p:nvPr>
        </p:nvSpPr>
        <p:spPr>
          <a:xfrm>
            <a:off x="8320844" y="3711950"/>
            <a:ext cx="1463040" cy="396070"/>
          </a:xfrm>
        </p:spPr>
        <p:txBody>
          <a:bodyPr>
            <a:spAutoFit/>
          </a:bodyPr>
          <a:lstStyle/>
          <a:p>
            <a:pPr lvl="0"/>
            <a:r>
              <a:rPr lang="en-US"/>
              <a:t>Click to edit Master text styles</a:t>
            </a:r>
          </a:p>
        </p:txBody>
      </p:sp>
      <p:sp>
        <p:nvSpPr>
          <p:cNvPr id="42" name="Text Placeholder 32">
            <a:extLst>
              <a:ext uri="{FF2B5EF4-FFF2-40B4-BE49-F238E27FC236}">
                <a16:creationId xmlns:a16="http://schemas.microsoft.com/office/drawing/2014/main" id="{C0E5AE34-5390-1742-B24C-571FF75CA773}"/>
              </a:ext>
            </a:extLst>
          </p:cNvPr>
          <p:cNvSpPr>
            <a:spLocks noGrp="1"/>
          </p:cNvSpPr>
          <p:nvPr>
            <p:ph type="body" sz="quarter" idx="28"/>
          </p:nvPr>
        </p:nvSpPr>
        <p:spPr>
          <a:xfrm>
            <a:off x="10262045" y="3711950"/>
            <a:ext cx="1463040" cy="396070"/>
          </a:xfrm>
        </p:spPr>
        <p:txBody>
          <a:bodyPr>
            <a:spAutoFit/>
          </a:bodyPr>
          <a:lstStyle/>
          <a:p>
            <a:pPr lvl="0"/>
            <a:r>
              <a:rPr lang="en-US"/>
              <a:t>Click to edit Master text styles</a:t>
            </a:r>
          </a:p>
        </p:txBody>
      </p:sp>
    </p:spTree>
    <p:extLst>
      <p:ext uri="{BB962C8B-B14F-4D97-AF65-F5344CB8AC3E}">
        <p14:creationId xmlns:p14="http://schemas.microsoft.com/office/powerpoint/2010/main" val="17891191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hase Description ">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1143000"/>
            <a:ext cx="3312160" cy="594137"/>
          </a:xfr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4439920" y="1143000"/>
            <a:ext cx="3312160" cy="594137"/>
          </a:xfr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4439920" y="2067560"/>
            <a:ext cx="3312160" cy="3542958"/>
          </a:xfr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8422640" y="1143000"/>
            <a:ext cx="3312160" cy="594137"/>
          </a:xfr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8422640" y="2067560"/>
            <a:ext cx="3312160" cy="3542958"/>
          </a:xfr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5" name="Picture Placeholder 3">
            <a:extLst>
              <a:ext uri="{FF2B5EF4-FFF2-40B4-BE49-F238E27FC236}">
                <a16:creationId xmlns:a16="http://schemas.microsoft.com/office/drawing/2014/main" id="{74046861-98EF-8743-9C12-267EC1D8E7B2}"/>
              </a:ext>
            </a:extLst>
          </p:cNvPr>
          <p:cNvSpPr>
            <a:spLocks noGrp="1"/>
          </p:cNvSpPr>
          <p:nvPr>
            <p:ph type="pic" sz="quarter" idx="25" hasCustomPrompt="1"/>
          </p:nvPr>
        </p:nvSpPr>
        <p:spPr>
          <a:xfrm>
            <a:off x="457200" y="2730381"/>
            <a:ext cx="3614738" cy="1371600"/>
          </a:xfrm>
          <a:solidFill>
            <a:schemeClr val="bg1">
              <a:lumMod val="95000"/>
            </a:schemeClr>
          </a:solidFill>
        </p:spPr>
        <p:txBody>
          <a:bodyPr/>
          <a:lstStyle>
            <a:lvl1pPr algn="ctr">
              <a:defRPr sz="1400" baseline="0">
                <a:latin typeface="+mn-lt"/>
              </a:defRPr>
            </a:lvl1pPr>
          </a:lstStyle>
          <a:p>
            <a:r>
              <a:rPr lang="en-US"/>
              <a:t>Click icon to add BLACK &amp; WHITE PHOTO</a:t>
            </a:r>
          </a:p>
        </p:txBody>
      </p:sp>
      <p:sp>
        <p:nvSpPr>
          <p:cNvPr id="16" name="Picture Placeholder 3">
            <a:extLst>
              <a:ext uri="{FF2B5EF4-FFF2-40B4-BE49-F238E27FC236}">
                <a16:creationId xmlns:a16="http://schemas.microsoft.com/office/drawing/2014/main" id="{8A666C02-EA3A-C441-B424-21DB595FE3C2}"/>
              </a:ext>
            </a:extLst>
          </p:cNvPr>
          <p:cNvSpPr>
            <a:spLocks noGrp="1"/>
          </p:cNvSpPr>
          <p:nvPr>
            <p:ph type="pic" sz="quarter" idx="26" hasCustomPrompt="1"/>
          </p:nvPr>
        </p:nvSpPr>
        <p:spPr>
          <a:xfrm>
            <a:off x="457200" y="4238918"/>
            <a:ext cx="3614738" cy="1371600"/>
          </a:xfrm>
          <a:solidFill>
            <a:schemeClr val="bg1">
              <a:lumMod val="95000"/>
            </a:schemeClr>
          </a:solidFill>
        </p:spPr>
        <p:txBody>
          <a:bodyPr/>
          <a:lstStyle>
            <a:lvl1pPr algn="ctr">
              <a:defRPr sz="1400" baseline="0">
                <a:latin typeface="+mn-lt"/>
              </a:defRPr>
            </a:lvl1pPr>
          </a:lstStyle>
          <a:p>
            <a:r>
              <a:rPr lang="en-US"/>
              <a:t>Click icon to add BLACK &amp; WHITE PHOTO</a:t>
            </a:r>
          </a:p>
        </p:txBody>
      </p:sp>
    </p:spTree>
    <p:extLst>
      <p:ext uri="{BB962C8B-B14F-4D97-AF65-F5344CB8AC3E}">
        <p14:creationId xmlns:p14="http://schemas.microsoft.com/office/powerpoint/2010/main" val="1173237393"/>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71FB1-EED5-E148-9A93-A29EB92D1655}"/>
              </a:ext>
            </a:extLst>
          </p:cNvPr>
          <p:cNvSpPr>
            <a:spLocks noGrp="1"/>
          </p:cNvSpPr>
          <p:nvPr>
            <p:ph type="title" hasCustomPrompt="1"/>
          </p:nvPr>
        </p:nvSpPr>
        <p:spPr>
          <a:xfrm>
            <a:off x="2156397" y="1220724"/>
            <a:ext cx="7892478" cy="2712730"/>
          </a:xfrm>
        </p:spPr>
        <p:txBody>
          <a:bodyPr wrap="square" anchor="t" anchorCtr="0">
            <a:spAutoFit/>
          </a:bodyPr>
          <a:lstStyle>
            <a:lvl1pPr algn="l">
              <a:lnSpc>
                <a:spcPct val="150000"/>
              </a:lnSpc>
              <a:defRPr sz="2400" b="0">
                <a:solidFill>
                  <a:schemeClr val="bg1"/>
                </a:solidFill>
                <a:latin typeface="+mn-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endParaRPr lang="en-US"/>
          </a:p>
        </p:txBody>
      </p:sp>
      <p:sp>
        <p:nvSpPr>
          <p:cNvPr id="5" name="TextBox 4">
            <a:extLst>
              <a:ext uri="{FF2B5EF4-FFF2-40B4-BE49-F238E27FC236}">
                <a16:creationId xmlns:a16="http://schemas.microsoft.com/office/drawing/2014/main" id="{5A61F754-B893-AE42-8D75-BA81D1A9A8FF}"/>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6" name="Text Placeholder 3">
            <a:extLst>
              <a:ext uri="{FF2B5EF4-FFF2-40B4-BE49-F238E27FC236}">
                <a16:creationId xmlns:a16="http://schemas.microsoft.com/office/drawing/2014/main" id="{CBD9E730-867D-BF4D-8996-7605F868D97E}"/>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pic>
        <p:nvPicPr>
          <p:cNvPr id="7" name="Graphic 6">
            <a:extLst>
              <a:ext uri="{FF2B5EF4-FFF2-40B4-BE49-F238E27FC236}">
                <a16:creationId xmlns:a16="http://schemas.microsoft.com/office/drawing/2014/main" id="{E0D6E288-882B-514C-B335-273A187E20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grpSp>
        <p:nvGrpSpPr>
          <p:cNvPr id="8" name="Graphic 4">
            <a:extLst>
              <a:ext uri="{FF2B5EF4-FFF2-40B4-BE49-F238E27FC236}">
                <a16:creationId xmlns:a16="http://schemas.microsoft.com/office/drawing/2014/main" id="{823A4988-0868-304B-AD24-7AFF2D3D342A}"/>
              </a:ext>
            </a:extLst>
          </p:cNvPr>
          <p:cNvGrpSpPr/>
          <p:nvPr userDrawn="1"/>
        </p:nvGrpSpPr>
        <p:grpSpPr>
          <a:xfrm>
            <a:off x="494098" y="228600"/>
            <a:ext cx="1309173" cy="952500"/>
            <a:chOff x="1851964" y="2058769"/>
            <a:chExt cx="424433" cy="308800"/>
          </a:xfrm>
          <a:solidFill>
            <a:schemeClr val="bg2">
              <a:lumMod val="25000"/>
            </a:schemeClr>
          </a:solidFill>
        </p:grpSpPr>
        <p:sp>
          <p:nvSpPr>
            <p:cNvPr id="9" name="Freeform: Shape 8">
              <a:extLst>
                <a:ext uri="{FF2B5EF4-FFF2-40B4-BE49-F238E27FC236}">
                  <a16:creationId xmlns:a16="http://schemas.microsoft.com/office/drawing/2014/main" id="{DFDBA4B6-758F-E547-A4C5-72E7C40C04B9}"/>
                </a:ext>
              </a:extLst>
            </p:cNvPr>
            <p:cNvSpPr/>
            <p:nvPr/>
          </p:nvSpPr>
          <p:spPr>
            <a:xfrm>
              <a:off x="1851964" y="2058769"/>
              <a:ext cx="196214" cy="308800"/>
            </a:xfrm>
            <a:custGeom>
              <a:avLst/>
              <a:gdLst>
                <a:gd name="connsiteX0" fmla="*/ 96202 w 196214"/>
                <a:gd name="connsiteY0" fmla="*/ 0 h 308800"/>
                <a:gd name="connsiteX1" fmla="*/ 166211 w 196214"/>
                <a:gd name="connsiteY1" fmla="*/ 31909 h 308800"/>
                <a:gd name="connsiteX2" fmla="*/ 188119 w 196214"/>
                <a:gd name="connsiteY2" fmla="*/ 67913 h 308800"/>
                <a:gd name="connsiteX3" fmla="*/ 196215 w 196214"/>
                <a:gd name="connsiteY3" fmla="*/ 110585 h 308800"/>
                <a:gd name="connsiteX4" fmla="*/ 166688 w 196214"/>
                <a:gd name="connsiteY4" fmla="*/ 202311 h 308800"/>
                <a:gd name="connsiteX5" fmla="*/ 87630 w 196214"/>
                <a:gd name="connsiteY5" fmla="*/ 281178 h 308800"/>
                <a:gd name="connsiteX6" fmla="*/ 21907 w 196214"/>
                <a:gd name="connsiteY6" fmla="*/ 308801 h 308800"/>
                <a:gd name="connsiteX7" fmla="*/ 6191 w 196214"/>
                <a:gd name="connsiteY7" fmla="*/ 303085 h 308800"/>
                <a:gd name="connsiteX8" fmla="*/ 0 w 196214"/>
                <a:gd name="connsiteY8" fmla="*/ 287846 h 308800"/>
                <a:gd name="connsiteX9" fmla="*/ 18098 w 196214"/>
                <a:gd name="connsiteY9" fmla="*/ 264033 h 308800"/>
                <a:gd name="connsiteX10" fmla="*/ 81439 w 196214"/>
                <a:gd name="connsiteY10" fmla="*/ 219742 h 308800"/>
                <a:gd name="connsiteX11" fmla="*/ 100489 w 196214"/>
                <a:gd name="connsiteY11" fmla="*/ 189738 h 308800"/>
                <a:gd name="connsiteX12" fmla="*/ 86201 w 196214"/>
                <a:gd name="connsiteY12" fmla="*/ 178784 h 308800"/>
                <a:gd name="connsiteX13" fmla="*/ 80010 w 196214"/>
                <a:gd name="connsiteY13" fmla="*/ 177832 h 308800"/>
                <a:gd name="connsiteX14" fmla="*/ 72866 w 196214"/>
                <a:gd name="connsiteY14" fmla="*/ 177355 h 308800"/>
                <a:gd name="connsiteX15" fmla="*/ 22574 w 196214"/>
                <a:gd name="connsiteY15" fmla="*/ 148495 h 308800"/>
                <a:gd name="connsiteX16" fmla="*/ 3238 w 196214"/>
                <a:gd name="connsiteY16" fmla="*/ 90106 h 308800"/>
                <a:gd name="connsiteX17" fmla="*/ 27051 w 196214"/>
                <a:gd name="connsiteY17" fmla="*/ 29146 h 308800"/>
                <a:gd name="connsiteX18" fmla="*/ 96202 w 196214"/>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4" h="308800">
                  <a:moveTo>
                    <a:pt x="96202"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722" y="299561"/>
                    <a:pt x="37719" y="308801"/>
                    <a:pt x="21907" y="308801"/>
                  </a:cubicBezTo>
                  <a:cubicBezTo>
                    <a:pt x="15526" y="308801"/>
                    <a:pt x="10287" y="306896"/>
                    <a:pt x="6191" y="303085"/>
                  </a:cubicBezTo>
                  <a:cubicBezTo>
                    <a:pt x="2095" y="299276"/>
                    <a:pt x="0" y="294227"/>
                    <a:pt x="0" y="287846"/>
                  </a:cubicBezTo>
                  <a:cubicBezTo>
                    <a:pt x="0" y="278321"/>
                    <a:pt x="6001" y="270415"/>
                    <a:pt x="18098"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8" y="112966"/>
                    <a:pt x="3238" y="90106"/>
                  </a:cubicBezTo>
                  <a:cubicBezTo>
                    <a:pt x="3238" y="66580"/>
                    <a:pt x="11144" y="46291"/>
                    <a:pt x="27051" y="29146"/>
                  </a:cubicBezTo>
                  <a:cubicBezTo>
                    <a:pt x="45149" y="9715"/>
                    <a:pt x="68199" y="0"/>
                    <a:pt x="96202" y="0"/>
                  </a:cubicBez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67A9479-37D0-E448-A740-1DFA8790CA90}"/>
                </a:ext>
              </a:extLst>
            </p:cNvPr>
            <p:cNvSpPr/>
            <p:nvPr/>
          </p:nvSpPr>
          <p:spPr>
            <a:xfrm>
              <a:off x="2080183" y="2058769"/>
              <a:ext cx="196215" cy="308800"/>
            </a:xfrm>
            <a:custGeom>
              <a:avLst/>
              <a:gdLst>
                <a:gd name="connsiteX0" fmla="*/ 96203 w 196215"/>
                <a:gd name="connsiteY0" fmla="*/ 0 h 308800"/>
                <a:gd name="connsiteX1" fmla="*/ 166211 w 196215"/>
                <a:gd name="connsiteY1" fmla="*/ 31909 h 308800"/>
                <a:gd name="connsiteX2" fmla="*/ 188119 w 196215"/>
                <a:gd name="connsiteY2" fmla="*/ 67913 h 308800"/>
                <a:gd name="connsiteX3" fmla="*/ 196215 w 196215"/>
                <a:gd name="connsiteY3" fmla="*/ 110585 h 308800"/>
                <a:gd name="connsiteX4" fmla="*/ 166688 w 196215"/>
                <a:gd name="connsiteY4" fmla="*/ 202311 h 308800"/>
                <a:gd name="connsiteX5" fmla="*/ 87630 w 196215"/>
                <a:gd name="connsiteY5" fmla="*/ 281178 h 308800"/>
                <a:gd name="connsiteX6" fmla="*/ 21908 w 196215"/>
                <a:gd name="connsiteY6" fmla="*/ 308801 h 308800"/>
                <a:gd name="connsiteX7" fmla="*/ 6191 w 196215"/>
                <a:gd name="connsiteY7" fmla="*/ 303085 h 308800"/>
                <a:gd name="connsiteX8" fmla="*/ 0 w 196215"/>
                <a:gd name="connsiteY8" fmla="*/ 287846 h 308800"/>
                <a:gd name="connsiteX9" fmla="*/ 18097 w 196215"/>
                <a:gd name="connsiteY9" fmla="*/ 264033 h 308800"/>
                <a:gd name="connsiteX10" fmla="*/ 81439 w 196215"/>
                <a:gd name="connsiteY10" fmla="*/ 219742 h 308800"/>
                <a:gd name="connsiteX11" fmla="*/ 100489 w 196215"/>
                <a:gd name="connsiteY11" fmla="*/ 189738 h 308800"/>
                <a:gd name="connsiteX12" fmla="*/ 86201 w 196215"/>
                <a:gd name="connsiteY12" fmla="*/ 178784 h 308800"/>
                <a:gd name="connsiteX13" fmla="*/ 80010 w 196215"/>
                <a:gd name="connsiteY13" fmla="*/ 177832 h 308800"/>
                <a:gd name="connsiteX14" fmla="*/ 72866 w 196215"/>
                <a:gd name="connsiteY14" fmla="*/ 177355 h 308800"/>
                <a:gd name="connsiteX15" fmla="*/ 22574 w 196215"/>
                <a:gd name="connsiteY15" fmla="*/ 148495 h 308800"/>
                <a:gd name="connsiteX16" fmla="*/ 3239 w 196215"/>
                <a:gd name="connsiteY16" fmla="*/ 90106 h 308800"/>
                <a:gd name="connsiteX17" fmla="*/ 27051 w 196215"/>
                <a:gd name="connsiteY17" fmla="*/ 29146 h 308800"/>
                <a:gd name="connsiteX18" fmla="*/ 96203 w 196215"/>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5" h="308800">
                  <a:moveTo>
                    <a:pt x="96203"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627" y="299561"/>
                    <a:pt x="37719" y="308801"/>
                    <a:pt x="21908" y="308801"/>
                  </a:cubicBezTo>
                  <a:cubicBezTo>
                    <a:pt x="15526" y="308801"/>
                    <a:pt x="10287" y="306896"/>
                    <a:pt x="6191" y="303085"/>
                  </a:cubicBezTo>
                  <a:cubicBezTo>
                    <a:pt x="2095" y="299276"/>
                    <a:pt x="0" y="294227"/>
                    <a:pt x="0" y="287846"/>
                  </a:cubicBezTo>
                  <a:cubicBezTo>
                    <a:pt x="0" y="278321"/>
                    <a:pt x="6001" y="270415"/>
                    <a:pt x="18097"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9" y="112966"/>
                    <a:pt x="3239" y="90106"/>
                  </a:cubicBezTo>
                  <a:cubicBezTo>
                    <a:pt x="3239" y="66580"/>
                    <a:pt x="11144" y="46291"/>
                    <a:pt x="27051" y="29146"/>
                  </a:cubicBezTo>
                  <a:cubicBezTo>
                    <a:pt x="45244" y="9715"/>
                    <a:pt x="68199" y="0"/>
                    <a:pt x="96203" y="0"/>
                  </a:cubicBezTo>
                  <a:close/>
                </a:path>
              </a:pathLst>
            </a:custGeom>
            <a:grpFill/>
            <a:ln w="9525" cap="flat">
              <a:no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981FF5D2-40D7-B048-B33B-B448FA5F16F4}"/>
              </a:ext>
            </a:extLst>
          </p:cNvPr>
          <p:cNvGrpSpPr/>
          <p:nvPr userDrawn="1"/>
        </p:nvGrpSpPr>
        <p:grpSpPr>
          <a:xfrm rot="10800000">
            <a:off x="10425627" y="5219700"/>
            <a:ext cx="1309173" cy="952500"/>
            <a:chOff x="1851964" y="2058769"/>
            <a:chExt cx="424433" cy="308800"/>
          </a:xfrm>
          <a:solidFill>
            <a:schemeClr val="bg2">
              <a:lumMod val="25000"/>
            </a:schemeClr>
          </a:solidFill>
        </p:grpSpPr>
        <p:sp>
          <p:nvSpPr>
            <p:cNvPr id="12" name="Freeform: Shape 11">
              <a:extLst>
                <a:ext uri="{FF2B5EF4-FFF2-40B4-BE49-F238E27FC236}">
                  <a16:creationId xmlns:a16="http://schemas.microsoft.com/office/drawing/2014/main" id="{95EF95A2-728D-A049-91DE-CDD3C11B4CB1}"/>
                </a:ext>
              </a:extLst>
            </p:cNvPr>
            <p:cNvSpPr/>
            <p:nvPr/>
          </p:nvSpPr>
          <p:spPr>
            <a:xfrm>
              <a:off x="1851964" y="2058769"/>
              <a:ext cx="196214" cy="308800"/>
            </a:xfrm>
            <a:custGeom>
              <a:avLst/>
              <a:gdLst>
                <a:gd name="connsiteX0" fmla="*/ 96202 w 196214"/>
                <a:gd name="connsiteY0" fmla="*/ 0 h 308800"/>
                <a:gd name="connsiteX1" fmla="*/ 166211 w 196214"/>
                <a:gd name="connsiteY1" fmla="*/ 31909 h 308800"/>
                <a:gd name="connsiteX2" fmla="*/ 188119 w 196214"/>
                <a:gd name="connsiteY2" fmla="*/ 67913 h 308800"/>
                <a:gd name="connsiteX3" fmla="*/ 196215 w 196214"/>
                <a:gd name="connsiteY3" fmla="*/ 110585 h 308800"/>
                <a:gd name="connsiteX4" fmla="*/ 166688 w 196214"/>
                <a:gd name="connsiteY4" fmla="*/ 202311 h 308800"/>
                <a:gd name="connsiteX5" fmla="*/ 87630 w 196214"/>
                <a:gd name="connsiteY5" fmla="*/ 281178 h 308800"/>
                <a:gd name="connsiteX6" fmla="*/ 21907 w 196214"/>
                <a:gd name="connsiteY6" fmla="*/ 308801 h 308800"/>
                <a:gd name="connsiteX7" fmla="*/ 6191 w 196214"/>
                <a:gd name="connsiteY7" fmla="*/ 303085 h 308800"/>
                <a:gd name="connsiteX8" fmla="*/ 0 w 196214"/>
                <a:gd name="connsiteY8" fmla="*/ 287846 h 308800"/>
                <a:gd name="connsiteX9" fmla="*/ 18098 w 196214"/>
                <a:gd name="connsiteY9" fmla="*/ 264033 h 308800"/>
                <a:gd name="connsiteX10" fmla="*/ 81439 w 196214"/>
                <a:gd name="connsiteY10" fmla="*/ 219742 h 308800"/>
                <a:gd name="connsiteX11" fmla="*/ 100489 w 196214"/>
                <a:gd name="connsiteY11" fmla="*/ 189738 h 308800"/>
                <a:gd name="connsiteX12" fmla="*/ 86201 w 196214"/>
                <a:gd name="connsiteY12" fmla="*/ 178784 h 308800"/>
                <a:gd name="connsiteX13" fmla="*/ 80010 w 196214"/>
                <a:gd name="connsiteY13" fmla="*/ 177832 h 308800"/>
                <a:gd name="connsiteX14" fmla="*/ 72866 w 196214"/>
                <a:gd name="connsiteY14" fmla="*/ 177355 h 308800"/>
                <a:gd name="connsiteX15" fmla="*/ 22574 w 196214"/>
                <a:gd name="connsiteY15" fmla="*/ 148495 h 308800"/>
                <a:gd name="connsiteX16" fmla="*/ 3238 w 196214"/>
                <a:gd name="connsiteY16" fmla="*/ 90106 h 308800"/>
                <a:gd name="connsiteX17" fmla="*/ 27051 w 196214"/>
                <a:gd name="connsiteY17" fmla="*/ 29146 h 308800"/>
                <a:gd name="connsiteX18" fmla="*/ 96202 w 196214"/>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4" h="308800">
                  <a:moveTo>
                    <a:pt x="96202"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722" y="299561"/>
                    <a:pt x="37719" y="308801"/>
                    <a:pt x="21907" y="308801"/>
                  </a:cubicBezTo>
                  <a:cubicBezTo>
                    <a:pt x="15526" y="308801"/>
                    <a:pt x="10287" y="306896"/>
                    <a:pt x="6191" y="303085"/>
                  </a:cubicBezTo>
                  <a:cubicBezTo>
                    <a:pt x="2095" y="299276"/>
                    <a:pt x="0" y="294227"/>
                    <a:pt x="0" y="287846"/>
                  </a:cubicBezTo>
                  <a:cubicBezTo>
                    <a:pt x="0" y="278321"/>
                    <a:pt x="6001" y="270415"/>
                    <a:pt x="18098"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8" y="112966"/>
                    <a:pt x="3238" y="90106"/>
                  </a:cubicBezTo>
                  <a:cubicBezTo>
                    <a:pt x="3238" y="66580"/>
                    <a:pt x="11144" y="46291"/>
                    <a:pt x="27051" y="29146"/>
                  </a:cubicBezTo>
                  <a:cubicBezTo>
                    <a:pt x="45149" y="9715"/>
                    <a:pt x="68199" y="0"/>
                    <a:pt x="96202" y="0"/>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241BF97-F3E8-2C41-8D83-077454953A50}"/>
                </a:ext>
              </a:extLst>
            </p:cNvPr>
            <p:cNvSpPr/>
            <p:nvPr/>
          </p:nvSpPr>
          <p:spPr>
            <a:xfrm>
              <a:off x="2080183" y="2058769"/>
              <a:ext cx="196215" cy="308800"/>
            </a:xfrm>
            <a:custGeom>
              <a:avLst/>
              <a:gdLst>
                <a:gd name="connsiteX0" fmla="*/ 96203 w 196215"/>
                <a:gd name="connsiteY0" fmla="*/ 0 h 308800"/>
                <a:gd name="connsiteX1" fmla="*/ 166211 w 196215"/>
                <a:gd name="connsiteY1" fmla="*/ 31909 h 308800"/>
                <a:gd name="connsiteX2" fmla="*/ 188119 w 196215"/>
                <a:gd name="connsiteY2" fmla="*/ 67913 h 308800"/>
                <a:gd name="connsiteX3" fmla="*/ 196215 w 196215"/>
                <a:gd name="connsiteY3" fmla="*/ 110585 h 308800"/>
                <a:gd name="connsiteX4" fmla="*/ 166688 w 196215"/>
                <a:gd name="connsiteY4" fmla="*/ 202311 h 308800"/>
                <a:gd name="connsiteX5" fmla="*/ 87630 w 196215"/>
                <a:gd name="connsiteY5" fmla="*/ 281178 h 308800"/>
                <a:gd name="connsiteX6" fmla="*/ 21908 w 196215"/>
                <a:gd name="connsiteY6" fmla="*/ 308801 h 308800"/>
                <a:gd name="connsiteX7" fmla="*/ 6191 w 196215"/>
                <a:gd name="connsiteY7" fmla="*/ 303085 h 308800"/>
                <a:gd name="connsiteX8" fmla="*/ 0 w 196215"/>
                <a:gd name="connsiteY8" fmla="*/ 287846 h 308800"/>
                <a:gd name="connsiteX9" fmla="*/ 18097 w 196215"/>
                <a:gd name="connsiteY9" fmla="*/ 264033 h 308800"/>
                <a:gd name="connsiteX10" fmla="*/ 81439 w 196215"/>
                <a:gd name="connsiteY10" fmla="*/ 219742 h 308800"/>
                <a:gd name="connsiteX11" fmla="*/ 100489 w 196215"/>
                <a:gd name="connsiteY11" fmla="*/ 189738 h 308800"/>
                <a:gd name="connsiteX12" fmla="*/ 86201 w 196215"/>
                <a:gd name="connsiteY12" fmla="*/ 178784 h 308800"/>
                <a:gd name="connsiteX13" fmla="*/ 80010 w 196215"/>
                <a:gd name="connsiteY13" fmla="*/ 177832 h 308800"/>
                <a:gd name="connsiteX14" fmla="*/ 72866 w 196215"/>
                <a:gd name="connsiteY14" fmla="*/ 177355 h 308800"/>
                <a:gd name="connsiteX15" fmla="*/ 22574 w 196215"/>
                <a:gd name="connsiteY15" fmla="*/ 148495 h 308800"/>
                <a:gd name="connsiteX16" fmla="*/ 3239 w 196215"/>
                <a:gd name="connsiteY16" fmla="*/ 90106 h 308800"/>
                <a:gd name="connsiteX17" fmla="*/ 27051 w 196215"/>
                <a:gd name="connsiteY17" fmla="*/ 29146 h 308800"/>
                <a:gd name="connsiteX18" fmla="*/ 96203 w 196215"/>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5" h="308800">
                  <a:moveTo>
                    <a:pt x="96203"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627" y="299561"/>
                    <a:pt x="37719" y="308801"/>
                    <a:pt x="21908" y="308801"/>
                  </a:cubicBezTo>
                  <a:cubicBezTo>
                    <a:pt x="15526" y="308801"/>
                    <a:pt x="10287" y="306896"/>
                    <a:pt x="6191" y="303085"/>
                  </a:cubicBezTo>
                  <a:cubicBezTo>
                    <a:pt x="2095" y="299276"/>
                    <a:pt x="0" y="294227"/>
                    <a:pt x="0" y="287846"/>
                  </a:cubicBezTo>
                  <a:cubicBezTo>
                    <a:pt x="0" y="278321"/>
                    <a:pt x="6001" y="270415"/>
                    <a:pt x="18097"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9" y="112966"/>
                    <a:pt x="3239" y="90106"/>
                  </a:cubicBezTo>
                  <a:cubicBezTo>
                    <a:pt x="3239" y="66580"/>
                    <a:pt x="11144" y="46291"/>
                    <a:pt x="27051" y="29146"/>
                  </a:cubicBezTo>
                  <a:cubicBezTo>
                    <a:pt x="45244" y="9715"/>
                    <a:pt x="68199" y="0"/>
                    <a:pt x="96203" y="0"/>
                  </a:cubicBezTo>
                  <a:close/>
                </a:path>
              </a:pathLst>
            </a:custGeom>
            <a:grpFill/>
            <a:ln w="9525" cap="flat">
              <a:noFill/>
              <a:prstDash val="solid"/>
              <a:miter/>
            </a:ln>
          </p:spPr>
          <p:txBody>
            <a:bodyPr rtlCol="0" anchor="ctr"/>
            <a:lstStyle/>
            <a:p>
              <a:endParaRPr lang="en-US"/>
            </a:p>
          </p:txBody>
        </p:sp>
      </p:grpSp>
      <p:sp>
        <p:nvSpPr>
          <p:cNvPr id="15" name="Text Placeholder 14">
            <a:extLst>
              <a:ext uri="{FF2B5EF4-FFF2-40B4-BE49-F238E27FC236}">
                <a16:creationId xmlns:a16="http://schemas.microsoft.com/office/drawing/2014/main" id="{B1B4BAB6-FAAD-BA41-8450-398BD1279B5F}"/>
              </a:ext>
            </a:extLst>
          </p:cNvPr>
          <p:cNvSpPr>
            <a:spLocks noGrp="1"/>
          </p:cNvSpPr>
          <p:nvPr>
            <p:ph type="body" sz="quarter" idx="10"/>
          </p:nvPr>
        </p:nvSpPr>
        <p:spPr>
          <a:xfrm>
            <a:off x="7226808" y="4620894"/>
            <a:ext cx="2822067" cy="257250"/>
          </a:xfrm>
        </p:spPr>
        <p:txBody>
          <a:bodyPr>
            <a:spAutoFit/>
          </a:bodyPr>
          <a:lstStyle>
            <a:lvl1pPr algn="r">
              <a:defRPr sz="1600" b="1">
                <a:solidFill>
                  <a:schemeClr val="accent2"/>
                </a:solidFill>
              </a:defRPr>
            </a:lvl1pPr>
            <a:lvl2pPr marL="457200" indent="0">
              <a:buNone/>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edit Master text styles</a:t>
            </a:r>
            <a:endParaRPr lang="ru-RU"/>
          </a:p>
        </p:txBody>
      </p:sp>
    </p:spTree>
    <p:extLst>
      <p:ext uri="{BB962C8B-B14F-4D97-AF65-F5344CB8AC3E}">
        <p14:creationId xmlns:p14="http://schemas.microsoft.com/office/powerpoint/2010/main" val="15394883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BE84340-BD33-8E44-99AA-69963886122B}"/>
              </a:ext>
            </a:extLst>
          </p:cNvPr>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34132895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FF8500"/>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31137FB-F149-DD41-B765-24A58A85DE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91291" y="1024301"/>
            <a:ext cx="609419" cy="545269"/>
          </a:xfrm>
          <a:prstGeom prst="rect">
            <a:avLst/>
          </a:prstGeom>
        </p:spPr>
      </p:pic>
      <p:sp>
        <p:nvSpPr>
          <p:cNvPr id="4" name="Title 4">
            <a:extLst>
              <a:ext uri="{FF2B5EF4-FFF2-40B4-BE49-F238E27FC236}">
                <a16:creationId xmlns:a16="http://schemas.microsoft.com/office/drawing/2014/main" id="{952A47A2-EF74-7B4A-948B-354D8CBA8096}"/>
              </a:ext>
            </a:extLst>
          </p:cNvPr>
          <p:cNvSpPr txBox="1">
            <a:spLocks/>
          </p:cNvSpPr>
          <p:nvPr userDrawn="1"/>
        </p:nvSpPr>
        <p:spPr>
          <a:xfrm>
            <a:off x="3894218" y="1786378"/>
            <a:ext cx="4403565" cy="738664"/>
          </a:xfrm>
          <a:prstGeom prst="rect">
            <a:avLst/>
          </a:prstGeom>
        </p:spPr>
        <p:txBody>
          <a:bodyPr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gn="ctr"/>
            <a:r>
              <a:rPr lang="en-US" sz="4800">
                <a:solidFill>
                  <a:schemeClr val="lt1"/>
                </a:solidFill>
              </a:rPr>
              <a:t>Disclaimer</a:t>
            </a:r>
          </a:p>
        </p:txBody>
      </p:sp>
      <p:sp>
        <p:nvSpPr>
          <p:cNvPr id="5" name="Rectangle 4">
            <a:extLst>
              <a:ext uri="{FF2B5EF4-FFF2-40B4-BE49-F238E27FC236}">
                <a16:creationId xmlns:a16="http://schemas.microsoft.com/office/drawing/2014/main" id="{5C14BDE5-32F5-E643-A4FF-D09A52DA71E1}"/>
              </a:ext>
            </a:extLst>
          </p:cNvPr>
          <p:cNvSpPr/>
          <p:nvPr userDrawn="1"/>
        </p:nvSpPr>
        <p:spPr>
          <a:xfrm>
            <a:off x="2573605" y="5025323"/>
            <a:ext cx="7044791" cy="1146877"/>
          </a:xfrm>
          <a:prstGeom prst="rect">
            <a:avLst/>
          </a:prstGeom>
          <a:noFill/>
          <a:ln>
            <a:solidFill>
              <a:schemeClr val="accent3">
                <a:lumMod val="20000"/>
                <a:lumOff val="80000"/>
              </a:schemeClr>
            </a:solidFill>
          </a:ln>
          <a:extLst>
            <a:ext uri="{909E8E84-426E-40DD-AFC4-6F175D3DCCD1}">
              <a14:hiddenFill xmlns:a14="http://schemas.microsoft.com/office/drawing/2010/main">
                <a:solidFill>
                  <a:schemeClr val="bg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spcAft>
                <a:spcPts val="600"/>
              </a:spcAft>
              <a:defRPr/>
            </a:pPr>
            <a:r>
              <a:rPr lang="en-US" sz="1600" b="1">
                <a:solidFill>
                  <a:schemeClr val="accent3">
                    <a:lumMod val="40000"/>
                    <a:lumOff val="60000"/>
                  </a:schemeClr>
                </a:solidFill>
                <a:latin typeface="Calibri"/>
              </a:rPr>
              <a:t>This presentation was downloaded from Presales Stories. </a:t>
            </a:r>
          </a:p>
          <a:p>
            <a:pPr algn="ctr" defTabSz="914354">
              <a:defRPr/>
            </a:pPr>
            <a:r>
              <a:rPr lang="en-US" sz="1600" b="1">
                <a:solidFill>
                  <a:schemeClr val="accent3">
                    <a:lumMod val="40000"/>
                    <a:lumOff val="60000"/>
                  </a:schemeClr>
                </a:solidFill>
                <a:latin typeface="Calibri"/>
              </a:rPr>
              <a:t>Discover more content about EPAM’s Capabilities at </a:t>
            </a:r>
            <a:br>
              <a:rPr lang="en-US" sz="1600" b="1">
                <a:solidFill>
                  <a:schemeClr val="accent3">
                    <a:lumMod val="40000"/>
                    <a:lumOff val="60000"/>
                  </a:schemeClr>
                </a:solidFill>
                <a:latin typeface="Calibri"/>
              </a:rPr>
            </a:br>
            <a:r>
              <a:rPr lang="en-US" sz="1600" b="1" u="sng">
                <a:solidFill>
                  <a:schemeClr val="accent3">
                    <a:lumMod val="40000"/>
                    <a:lumOff val="60000"/>
                  </a:schemeClr>
                </a:solidFill>
                <a:latin typeface="Calibri"/>
                <a:hlinkClick r:id="rId4">
                  <a:extLst>
                    <a:ext uri="{A12FA001-AC4F-418D-AE19-62706E023703}">
                      <ahyp:hlinkClr xmlns:ahyp="http://schemas.microsoft.com/office/drawing/2018/hyperlinkcolor" val="tx"/>
                    </a:ext>
                  </a:extLst>
                </a:hlinkClick>
              </a:rPr>
              <a:t>https://epa.ms/stories</a:t>
            </a:r>
            <a:endParaRPr lang="en-US" sz="1600" b="1">
              <a:solidFill>
                <a:schemeClr val="accent3">
                  <a:lumMod val="40000"/>
                  <a:lumOff val="60000"/>
                </a:schemeClr>
              </a:solidFill>
              <a:latin typeface="Calibri"/>
            </a:endParaRPr>
          </a:p>
        </p:txBody>
      </p:sp>
      <p:sp>
        <p:nvSpPr>
          <p:cNvPr id="6" name="Title 4">
            <a:extLst>
              <a:ext uri="{FF2B5EF4-FFF2-40B4-BE49-F238E27FC236}">
                <a16:creationId xmlns:a16="http://schemas.microsoft.com/office/drawing/2014/main" id="{B01F7317-9450-7F4E-8CF4-A6FAE6DBDD15}"/>
              </a:ext>
            </a:extLst>
          </p:cNvPr>
          <p:cNvSpPr txBox="1">
            <a:spLocks/>
          </p:cNvSpPr>
          <p:nvPr userDrawn="1"/>
        </p:nvSpPr>
        <p:spPr>
          <a:xfrm>
            <a:off x="2901517" y="2834448"/>
            <a:ext cx="6388966" cy="1604735"/>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gn="ctr">
              <a:lnSpc>
                <a:spcPct val="150000"/>
              </a:lnSpc>
            </a:pPr>
            <a:r>
              <a:rPr lang="en-US" sz="2400" b="0">
                <a:solidFill>
                  <a:schemeClr val="bg1"/>
                </a:solidFill>
                <a:latin typeface="Calibri Light" panose="020F0302020204030204" pitchFamily="34" charset="0"/>
              </a:rPr>
              <a:t>All provided material can only be used under NDA</a:t>
            </a:r>
            <a:br>
              <a:rPr lang="en-US" sz="2400" b="0">
                <a:solidFill>
                  <a:schemeClr val="bg1"/>
                </a:solidFill>
                <a:latin typeface="Calibri Light" panose="020F0302020204030204" pitchFamily="34" charset="0"/>
              </a:rPr>
            </a:br>
            <a:r>
              <a:rPr lang="en-US" sz="2400" b="0">
                <a:solidFill>
                  <a:schemeClr val="bg1"/>
                </a:solidFill>
                <a:latin typeface="Calibri Light" panose="020F0302020204030204" pitchFamily="34" charset="0"/>
              </a:rPr>
              <a:t>Slides can Contain Confidential Notes</a:t>
            </a:r>
            <a:br>
              <a:rPr lang="en-US" sz="2400" b="0">
                <a:solidFill>
                  <a:schemeClr val="bg1"/>
                </a:solidFill>
                <a:latin typeface="Calibri Light" panose="020F0302020204030204" pitchFamily="34" charset="0"/>
              </a:rPr>
            </a:br>
            <a:r>
              <a:rPr lang="en-US" sz="2400" b="0">
                <a:solidFill>
                  <a:schemeClr val="bg1"/>
                </a:solidFill>
                <a:latin typeface="Calibri Light" panose="020F0302020204030204" pitchFamily="34" charset="0"/>
              </a:rPr>
              <a:t>Don’t Share As PPT</a:t>
            </a:r>
          </a:p>
        </p:txBody>
      </p:sp>
    </p:spTree>
    <p:extLst>
      <p:ext uri="{BB962C8B-B14F-4D97-AF65-F5344CB8AC3E}">
        <p14:creationId xmlns:p14="http://schemas.microsoft.com/office/powerpoint/2010/main" val="15502107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2875002"/>
            <a:ext cx="5530850" cy="1107996"/>
          </a:xfrm>
        </p:spPr>
        <p:txBody>
          <a:bodyPr wrap="square">
            <a:spAutoFit/>
          </a:bodyPr>
          <a:lstStyle>
            <a:lvl1pPr>
              <a:defRPr sz="7200">
                <a:solidFill>
                  <a:schemeClr val="accent2"/>
                </a:solidFill>
                <a:latin typeface="Calibri Light" panose="020F0302020204030204" pitchFamily="34" charset="0"/>
                <a:cs typeface="Calibri Light" panose="020F0302020204030204" pitchFamily="34" charset="0"/>
              </a:defRPr>
            </a:lvl1pPr>
          </a:lstStyle>
          <a:p>
            <a:r>
              <a:rPr lang="en-US"/>
              <a:t>Thank you!</a:t>
            </a:r>
          </a:p>
        </p:txBody>
      </p:sp>
      <p:sp>
        <p:nvSpPr>
          <p:cNvPr id="6" name="Text Placeholder 5">
            <a:extLst>
              <a:ext uri="{FF2B5EF4-FFF2-40B4-BE49-F238E27FC236}">
                <a16:creationId xmlns:a16="http://schemas.microsoft.com/office/drawing/2014/main" id="{1633460F-F216-4161-81D4-61770D44485A}"/>
              </a:ext>
            </a:extLst>
          </p:cNvPr>
          <p:cNvSpPr>
            <a:spLocks noGrp="1"/>
          </p:cNvSpPr>
          <p:nvPr>
            <p:ph type="body" sz="quarter" idx="10" hasCustomPrompt="1"/>
          </p:nvPr>
        </p:nvSpPr>
        <p:spPr>
          <a:xfrm>
            <a:off x="7907338" y="2286000"/>
            <a:ext cx="3827462" cy="257250"/>
          </a:xfrm>
          <a:prstGeom prst="rect">
            <a:avLst/>
          </a:prstGeom>
        </p:spPr>
        <p:txBody>
          <a:bodyPr>
            <a:spAutoFit/>
          </a:bodyPr>
          <a:lstStyle>
            <a:lvl1pPr>
              <a:defRPr sz="1600">
                <a:solidFill>
                  <a:schemeClr val="bg1"/>
                </a:solidFill>
              </a:defRPr>
            </a:lvl1pPr>
          </a:lstStyle>
          <a:p>
            <a:pPr lvl="0"/>
            <a:r>
              <a:rPr lang="en-US">
                <a:effectLst/>
              </a:rPr>
              <a:t>For more information, contact</a:t>
            </a:r>
            <a:endParaRPr lang="en-US"/>
          </a:p>
        </p:txBody>
      </p:sp>
      <p:sp>
        <p:nvSpPr>
          <p:cNvPr id="9" name="Text Placeholder 5">
            <a:extLst>
              <a:ext uri="{FF2B5EF4-FFF2-40B4-BE49-F238E27FC236}">
                <a16:creationId xmlns:a16="http://schemas.microsoft.com/office/drawing/2014/main" id="{183A137D-51C1-42BD-8E6A-5A17CA8E69F1}"/>
              </a:ext>
            </a:extLst>
          </p:cNvPr>
          <p:cNvSpPr>
            <a:spLocks noGrp="1"/>
          </p:cNvSpPr>
          <p:nvPr>
            <p:ph type="body" sz="quarter" idx="11" hasCustomPrompt="1"/>
          </p:nvPr>
        </p:nvSpPr>
        <p:spPr>
          <a:xfrm>
            <a:off x="7907338" y="2746674"/>
            <a:ext cx="3827462" cy="289438"/>
          </a:xfrm>
          <a:prstGeom prst="rect">
            <a:avLst/>
          </a:prstGeom>
        </p:spPr>
        <p:txBody>
          <a:bodyPr>
            <a:spAutoFit/>
          </a:bodyPr>
          <a:lstStyle>
            <a:lvl1pPr>
              <a:defRPr sz="1800" b="1">
                <a:solidFill>
                  <a:schemeClr val="bg1"/>
                </a:solidFill>
                <a:latin typeface="+mn-lt"/>
              </a:defRPr>
            </a:lvl1pPr>
          </a:lstStyle>
          <a:p>
            <a:pPr lvl="0"/>
            <a:r>
              <a:rPr lang="en-US" dirty="0">
                <a:effectLst/>
              </a:rPr>
              <a:t>Insert Name</a:t>
            </a:r>
            <a:endParaRPr lang="en-US" dirty="0"/>
          </a:p>
        </p:txBody>
      </p:sp>
      <p:sp>
        <p:nvSpPr>
          <p:cNvPr id="10" name="Text Placeholder 5">
            <a:extLst>
              <a:ext uri="{FF2B5EF4-FFF2-40B4-BE49-F238E27FC236}">
                <a16:creationId xmlns:a16="http://schemas.microsoft.com/office/drawing/2014/main" id="{788F9D7D-61B7-4023-A90A-331ABB6016CE}"/>
              </a:ext>
            </a:extLst>
          </p:cNvPr>
          <p:cNvSpPr>
            <a:spLocks noGrp="1"/>
          </p:cNvSpPr>
          <p:nvPr>
            <p:ph type="body" sz="quarter" idx="12" hasCustomPrompt="1"/>
          </p:nvPr>
        </p:nvSpPr>
        <p:spPr>
          <a:xfrm>
            <a:off x="7907338" y="3039391"/>
            <a:ext cx="3827462" cy="225126"/>
          </a:xfrm>
          <a:prstGeom prst="rect">
            <a:avLst/>
          </a:prstGeom>
        </p:spPr>
        <p:txBody>
          <a:bodyPr>
            <a:spAutoFit/>
          </a:bodyPr>
          <a:lstStyle>
            <a:lvl1pPr>
              <a:defRPr sz="1400">
                <a:solidFill>
                  <a:schemeClr val="bg1"/>
                </a:solidFill>
              </a:defRPr>
            </a:lvl1pPr>
          </a:lstStyle>
          <a:p>
            <a:pPr lvl="0"/>
            <a:r>
              <a:rPr lang="en-US" dirty="0">
                <a:effectLst/>
              </a:rPr>
              <a:t>Insert Job Title</a:t>
            </a:r>
            <a:endParaRPr lang="en-US" dirty="0"/>
          </a:p>
        </p:txBody>
      </p:sp>
      <p:sp>
        <p:nvSpPr>
          <p:cNvPr id="11" name="Text Placeholder 5">
            <a:extLst>
              <a:ext uri="{FF2B5EF4-FFF2-40B4-BE49-F238E27FC236}">
                <a16:creationId xmlns:a16="http://schemas.microsoft.com/office/drawing/2014/main" id="{B5F31C29-0270-444C-AB5B-F5F8275A4E72}"/>
              </a:ext>
            </a:extLst>
          </p:cNvPr>
          <p:cNvSpPr>
            <a:spLocks noGrp="1"/>
          </p:cNvSpPr>
          <p:nvPr>
            <p:ph type="body" sz="quarter" idx="13" hasCustomPrompt="1"/>
          </p:nvPr>
        </p:nvSpPr>
        <p:spPr>
          <a:xfrm>
            <a:off x="7907338" y="3661074"/>
            <a:ext cx="3827462" cy="225126"/>
          </a:xfrm>
          <a:prstGeom prst="rect">
            <a:avLst/>
          </a:prstGeom>
        </p:spPr>
        <p:txBody>
          <a:bodyPr>
            <a:spAutoFit/>
          </a:bodyPr>
          <a:lstStyle>
            <a:lvl1pPr>
              <a:defRPr sz="1400">
                <a:solidFill>
                  <a:schemeClr val="bg1"/>
                </a:solidFill>
              </a:defRPr>
            </a:lvl1pPr>
          </a:lstStyle>
          <a:p>
            <a:pPr lvl="0"/>
            <a:r>
              <a:rPr lang="en-US" dirty="0">
                <a:effectLst/>
              </a:rPr>
              <a:t>Insert email</a:t>
            </a:r>
            <a:endParaRPr lang="en-US" dirty="0"/>
          </a:p>
        </p:txBody>
      </p:sp>
      <p:sp>
        <p:nvSpPr>
          <p:cNvPr id="12" name="Text Placeholder 5">
            <a:extLst>
              <a:ext uri="{FF2B5EF4-FFF2-40B4-BE49-F238E27FC236}">
                <a16:creationId xmlns:a16="http://schemas.microsoft.com/office/drawing/2014/main" id="{0B6A5DF8-022B-46A9-9257-DAA098142E51}"/>
              </a:ext>
            </a:extLst>
          </p:cNvPr>
          <p:cNvSpPr>
            <a:spLocks noGrp="1"/>
          </p:cNvSpPr>
          <p:nvPr>
            <p:ph type="body" sz="quarter" idx="14" hasCustomPrompt="1"/>
          </p:nvPr>
        </p:nvSpPr>
        <p:spPr>
          <a:xfrm>
            <a:off x="7907338" y="3948004"/>
            <a:ext cx="3827462" cy="225126"/>
          </a:xfrm>
          <a:prstGeom prst="rect">
            <a:avLst/>
          </a:prstGeom>
        </p:spPr>
        <p:txBody>
          <a:bodyPr>
            <a:spAutoFit/>
          </a:bodyPr>
          <a:lstStyle>
            <a:lvl1pPr>
              <a:defRPr sz="1400">
                <a:solidFill>
                  <a:schemeClr val="bg1"/>
                </a:solidFill>
              </a:defRPr>
            </a:lvl1pPr>
          </a:lstStyle>
          <a:p>
            <a:pPr lvl="0"/>
            <a:r>
              <a:rPr lang="en-US">
                <a:effectLst/>
              </a:rPr>
              <a:t>+1 000 000 000</a:t>
            </a:r>
            <a:endParaRPr lang="en-US"/>
          </a:p>
        </p:txBody>
      </p:sp>
      <p:sp>
        <p:nvSpPr>
          <p:cNvPr id="13" name="Text Placeholder 5">
            <a:extLst>
              <a:ext uri="{FF2B5EF4-FFF2-40B4-BE49-F238E27FC236}">
                <a16:creationId xmlns:a16="http://schemas.microsoft.com/office/drawing/2014/main" id="{7CF17201-04E3-48ED-9077-B42ECD88DB79}"/>
              </a:ext>
            </a:extLst>
          </p:cNvPr>
          <p:cNvSpPr>
            <a:spLocks noGrp="1"/>
          </p:cNvSpPr>
          <p:nvPr>
            <p:ph type="body" sz="quarter" idx="15" hasCustomPrompt="1"/>
          </p:nvPr>
        </p:nvSpPr>
        <p:spPr>
          <a:xfrm>
            <a:off x="7907338" y="4572000"/>
            <a:ext cx="3827462" cy="1173078"/>
          </a:xfrm>
          <a:prstGeom prst="rect">
            <a:avLst/>
          </a:prstGeom>
        </p:spPr>
        <p:txBody>
          <a:bodyPr>
            <a:spAutoFit/>
          </a:bodyPr>
          <a:lstStyle>
            <a:lvl1pPr>
              <a:defRPr sz="1400">
                <a:solidFill>
                  <a:schemeClr val="bg1"/>
                </a:solidFill>
              </a:defRPr>
            </a:lvl1pPr>
          </a:lstStyle>
          <a:p>
            <a:pPr lvl="0"/>
            <a:r>
              <a:rPr lang="en-US">
                <a:effectLst/>
              </a:rPr>
              <a:t>Address line 1</a:t>
            </a:r>
            <a:br>
              <a:rPr lang="en-US">
                <a:effectLst/>
              </a:rPr>
            </a:br>
            <a:r>
              <a:rPr lang="en-US">
                <a:effectLst/>
              </a:rPr>
              <a:t>Address line 2</a:t>
            </a:r>
            <a:br>
              <a:rPr lang="en-US">
                <a:effectLst/>
              </a:rPr>
            </a:br>
            <a:r>
              <a:rPr lang="en-US">
                <a:effectLst/>
              </a:rPr>
              <a:t>Address line 3</a:t>
            </a:r>
            <a:br>
              <a:rPr lang="en-US">
                <a:effectLst/>
              </a:rPr>
            </a:br>
            <a:r>
              <a:rPr lang="en-US">
                <a:effectLst/>
              </a:rPr>
              <a:t>Zip code</a:t>
            </a:r>
            <a:br>
              <a:rPr lang="en-US">
                <a:effectLst/>
              </a:rPr>
            </a:br>
            <a:r>
              <a:rPr lang="en-US">
                <a:effectLst/>
              </a:rPr>
              <a:t>Country</a:t>
            </a:r>
            <a:endParaRPr lang="en-US"/>
          </a:p>
        </p:txBody>
      </p:sp>
      <p:cxnSp>
        <p:nvCxnSpPr>
          <p:cNvPr id="15" name="Straight Connector 14">
            <a:extLst>
              <a:ext uri="{FF2B5EF4-FFF2-40B4-BE49-F238E27FC236}">
                <a16:creationId xmlns:a16="http://schemas.microsoft.com/office/drawing/2014/main" id="{654B6A1A-ED6A-490A-AA56-15684042F07D}"/>
              </a:ext>
            </a:extLst>
          </p:cNvPr>
          <p:cNvCxnSpPr/>
          <p:nvPr userDrawn="1"/>
        </p:nvCxnSpPr>
        <p:spPr>
          <a:xfrm>
            <a:off x="6946900" y="2286000"/>
            <a:ext cx="0" cy="3534697"/>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0681FC57-5C71-4F5A-AB2F-52FF92CEB4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230206935"/>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1181100"/>
            <a:ext cx="4426771" cy="1107996"/>
          </a:xfrm>
        </p:spPr>
        <p:txBody>
          <a:bodyPr wrap="square">
            <a:spAutoFit/>
          </a:bodyPr>
          <a:lstStyle>
            <a:lvl1pPr>
              <a:defRPr sz="7200">
                <a:solidFill>
                  <a:schemeClr val="accent2"/>
                </a:solidFill>
                <a:latin typeface="Calibri Light" panose="020F0302020204030204" pitchFamily="34" charset="0"/>
                <a:cs typeface="Calibri Light" panose="020F0302020204030204" pitchFamily="34" charset="0"/>
              </a:defRPr>
            </a:lvl1pPr>
          </a:lstStyle>
          <a:p>
            <a:r>
              <a:rPr lang="en-US"/>
              <a:t>Thank you!</a:t>
            </a:r>
          </a:p>
        </p:txBody>
      </p:sp>
      <p:sp>
        <p:nvSpPr>
          <p:cNvPr id="6" name="Text Placeholder 5">
            <a:extLst>
              <a:ext uri="{FF2B5EF4-FFF2-40B4-BE49-F238E27FC236}">
                <a16:creationId xmlns:a16="http://schemas.microsoft.com/office/drawing/2014/main" id="{1633460F-F216-4161-81D4-61770D44485A}"/>
              </a:ext>
            </a:extLst>
          </p:cNvPr>
          <p:cNvSpPr>
            <a:spLocks noGrp="1"/>
          </p:cNvSpPr>
          <p:nvPr>
            <p:ph type="body" sz="quarter" idx="10" hasCustomPrompt="1"/>
          </p:nvPr>
        </p:nvSpPr>
        <p:spPr>
          <a:xfrm>
            <a:off x="474663" y="2717434"/>
            <a:ext cx="3827462" cy="257250"/>
          </a:xfrm>
          <a:prstGeom prst="rect">
            <a:avLst/>
          </a:prstGeom>
        </p:spPr>
        <p:txBody>
          <a:bodyPr>
            <a:spAutoFit/>
          </a:bodyPr>
          <a:lstStyle>
            <a:lvl1pPr>
              <a:defRPr sz="1600">
                <a:solidFill>
                  <a:schemeClr val="bg1"/>
                </a:solidFill>
              </a:defRPr>
            </a:lvl1pPr>
          </a:lstStyle>
          <a:p>
            <a:pPr lvl="0"/>
            <a:r>
              <a:rPr lang="en-US">
                <a:effectLst/>
              </a:rPr>
              <a:t>For more information, contact</a:t>
            </a:r>
            <a:endParaRPr lang="en-US"/>
          </a:p>
        </p:txBody>
      </p:sp>
      <p:sp>
        <p:nvSpPr>
          <p:cNvPr id="9" name="Text Placeholder 5">
            <a:extLst>
              <a:ext uri="{FF2B5EF4-FFF2-40B4-BE49-F238E27FC236}">
                <a16:creationId xmlns:a16="http://schemas.microsoft.com/office/drawing/2014/main" id="{183A137D-51C1-42BD-8E6A-5A17CA8E69F1}"/>
              </a:ext>
            </a:extLst>
          </p:cNvPr>
          <p:cNvSpPr>
            <a:spLocks noGrp="1"/>
          </p:cNvSpPr>
          <p:nvPr>
            <p:ph type="body" sz="quarter" idx="11" hasCustomPrompt="1"/>
          </p:nvPr>
        </p:nvSpPr>
        <p:spPr>
          <a:xfrm>
            <a:off x="474663" y="3178108"/>
            <a:ext cx="3827462" cy="289438"/>
          </a:xfrm>
          <a:prstGeom prst="rect">
            <a:avLst/>
          </a:prstGeom>
        </p:spPr>
        <p:txBody>
          <a:bodyPr>
            <a:spAutoFit/>
          </a:bodyPr>
          <a:lstStyle>
            <a:lvl1pPr>
              <a:defRPr sz="1800" b="1">
                <a:solidFill>
                  <a:schemeClr val="bg1"/>
                </a:solidFill>
                <a:latin typeface="+mn-lt"/>
              </a:defRPr>
            </a:lvl1pPr>
          </a:lstStyle>
          <a:p>
            <a:pPr lvl="0"/>
            <a:r>
              <a:rPr lang="en-US" dirty="0">
                <a:effectLst/>
              </a:rPr>
              <a:t>Insert Name</a:t>
            </a:r>
            <a:endParaRPr lang="en-US" dirty="0"/>
          </a:p>
        </p:txBody>
      </p:sp>
      <p:sp>
        <p:nvSpPr>
          <p:cNvPr id="10" name="Text Placeholder 5">
            <a:extLst>
              <a:ext uri="{FF2B5EF4-FFF2-40B4-BE49-F238E27FC236}">
                <a16:creationId xmlns:a16="http://schemas.microsoft.com/office/drawing/2014/main" id="{788F9D7D-61B7-4023-A90A-331ABB6016CE}"/>
              </a:ext>
            </a:extLst>
          </p:cNvPr>
          <p:cNvSpPr>
            <a:spLocks noGrp="1"/>
          </p:cNvSpPr>
          <p:nvPr>
            <p:ph type="body" sz="quarter" idx="12" hasCustomPrompt="1"/>
          </p:nvPr>
        </p:nvSpPr>
        <p:spPr>
          <a:xfrm>
            <a:off x="474663" y="3470825"/>
            <a:ext cx="3827462" cy="225126"/>
          </a:xfrm>
          <a:prstGeom prst="rect">
            <a:avLst/>
          </a:prstGeom>
        </p:spPr>
        <p:txBody>
          <a:bodyPr>
            <a:spAutoFit/>
          </a:bodyPr>
          <a:lstStyle>
            <a:lvl1pPr>
              <a:defRPr sz="1400">
                <a:solidFill>
                  <a:schemeClr val="bg1"/>
                </a:solidFill>
              </a:defRPr>
            </a:lvl1pPr>
          </a:lstStyle>
          <a:p>
            <a:pPr lvl="0"/>
            <a:r>
              <a:rPr lang="en-US" dirty="0">
                <a:effectLst/>
              </a:rPr>
              <a:t>Insert Job Title</a:t>
            </a:r>
            <a:endParaRPr lang="en-US" dirty="0"/>
          </a:p>
        </p:txBody>
      </p:sp>
      <p:sp>
        <p:nvSpPr>
          <p:cNvPr id="11" name="Text Placeholder 5">
            <a:extLst>
              <a:ext uri="{FF2B5EF4-FFF2-40B4-BE49-F238E27FC236}">
                <a16:creationId xmlns:a16="http://schemas.microsoft.com/office/drawing/2014/main" id="{B5F31C29-0270-444C-AB5B-F5F8275A4E72}"/>
              </a:ext>
            </a:extLst>
          </p:cNvPr>
          <p:cNvSpPr>
            <a:spLocks noGrp="1"/>
          </p:cNvSpPr>
          <p:nvPr>
            <p:ph type="body" sz="quarter" idx="13" hasCustomPrompt="1"/>
          </p:nvPr>
        </p:nvSpPr>
        <p:spPr>
          <a:xfrm>
            <a:off x="474663" y="4092508"/>
            <a:ext cx="3827462" cy="225126"/>
          </a:xfrm>
          <a:prstGeom prst="rect">
            <a:avLst/>
          </a:prstGeom>
        </p:spPr>
        <p:txBody>
          <a:bodyPr>
            <a:spAutoFit/>
          </a:bodyPr>
          <a:lstStyle>
            <a:lvl1pPr>
              <a:defRPr sz="1400">
                <a:solidFill>
                  <a:schemeClr val="bg1"/>
                </a:solidFill>
              </a:defRPr>
            </a:lvl1pPr>
          </a:lstStyle>
          <a:p>
            <a:pPr lvl="0"/>
            <a:r>
              <a:rPr lang="en-US" dirty="0">
                <a:effectLst/>
              </a:rPr>
              <a:t>Insert email </a:t>
            </a:r>
            <a:endParaRPr lang="en-US" dirty="0"/>
          </a:p>
        </p:txBody>
      </p:sp>
      <p:sp>
        <p:nvSpPr>
          <p:cNvPr id="12" name="Text Placeholder 5">
            <a:extLst>
              <a:ext uri="{FF2B5EF4-FFF2-40B4-BE49-F238E27FC236}">
                <a16:creationId xmlns:a16="http://schemas.microsoft.com/office/drawing/2014/main" id="{0B6A5DF8-022B-46A9-9257-DAA098142E51}"/>
              </a:ext>
            </a:extLst>
          </p:cNvPr>
          <p:cNvSpPr>
            <a:spLocks noGrp="1"/>
          </p:cNvSpPr>
          <p:nvPr>
            <p:ph type="body" sz="quarter" idx="14" hasCustomPrompt="1"/>
          </p:nvPr>
        </p:nvSpPr>
        <p:spPr>
          <a:xfrm>
            <a:off x="474663" y="4379438"/>
            <a:ext cx="3827462" cy="225126"/>
          </a:xfrm>
          <a:prstGeom prst="rect">
            <a:avLst/>
          </a:prstGeom>
        </p:spPr>
        <p:txBody>
          <a:bodyPr>
            <a:spAutoFit/>
          </a:bodyPr>
          <a:lstStyle>
            <a:lvl1pPr>
              <a:defRPr sz="1400">
                <a:solidFill>
                  <a:schemeClr val="bg1"/>
                </a:solidFill>
              </a:defRPr>
            </a:lvl1pPr>
          </a:lstStyle>
          <a:p>
            <a:pPr lvl="0"/>
            <a:r>
              <a:rPr lang="en-US">
                <a:effectLst/>
              </a:rPr>
              <a:t>+1 000 000 000</a:t>
            </a:r>
            <a:endParaRPr lang="en-US"/>
          </a:p>
        </p:txBody>
      </p:sp>
      <p:sp>
        <p:nvSpPr>
          <p:cNvPr id="13" name="Text Placeholder 5">
            <a:extLst>
              <a:ext uri="{FF2B5EF4-FFF2-40B4-BE49-F238E27FC236}">
                <a16:creationId xmlns:a16="http://schemas.microsoft.com/office/drawing/2014/main" id="{7CF17201-04E3-48ED-9077-B42ECD88DB79}"/>
              </a:ext>
            </a:extLst>
          </p:cNvPr>
          <p:cNvSpPr>
            <a:spLocks noGrp="1"/>
          </p:cNvSpPr>
          <p:nvPr>
            <p:ph type="body" sz="quarter" idx="15" hasCustomPrompt="1"/>
          </p:nvPr>
        </p:nvSpPr>
        <p:spPr>
          <a:xfrm>
            <a:off x="474663" y="5003434"/>
            <a:ext cx="3827462" cy="1173078"/>
          </a:xfrm>
          <a:prstGeom prst="rect">
            <a:avLst/>
          </a:prstGeom>
        </p:spPr>
        <p:txBody>
          <a:bodyPr>
            <a:spAutoFit/>
          </a:bodyPr>
          <a:lstStyle>
            <a:lvl1pPr>
              <a:defRPr sz="1400">
                <a:solidFill>
                  <a:schemeClr val="bg1"/>
                </a:solidFill>
              </a:defRPr>
            </a:lvl1pPr>
          </a:lstStyle>
          <a:p>
            <a:pPr lvl="0"/>
            <a:r>
              <a:rPr lang="en-US">
                <a:effectLst/>
              </a:rPr>
              <a:t>Address line 1</a:t>
            </a:r>
            <a:br>
              <a:rPr lang="en-US">
                <a:effectLst/>
              </a:rPr>
            </a:br>
            <a:r>
              <a:rPr lang="en-US">
                <a:effectLst/>
              </a:rPr>
              <a:t>Address line 2</a:t>
            </a:r>
            <a:br>
              <a:rPr lang="en-US">
                <a:effectLst/>
              </a:rPr>
            </a:br>
            <a:r>
              <a:rPr lang="en-US">
                <a:effectLst/>
              </a:rPr>
              <a:t>Address line 3</a:t>
            </a:r>
            <a:br>
              <a:rPr lang="en-US">
                <a:effectLst/>
              </a:rPr>
            </a:br>
            <a:r>
              <a:rPr lang="en-US">
                <a:effectLst/>
              </a:rPr>
              <a:t>Zip code</a:t>
            </a:r>
            <a:br>
              <a:rPr lang="en-US">
                <a:effectLst/>
              </a:rPr>
            </a:br>
            <a:r>
              <a:rPr lang="en-US">
                <a:effectLst/>
              </a:rPr>
              <a:t>Country</a:t>
            </a:r>
            <a:endParaRPr lang="en-US"/>
          </a:p>
        </p:txBody>
      </p:sp>
      <p:pic>
        <p:nvPicPr>
          <p:cNvPr id="4" name="Graphic 3">
            <a:extLst>
              <a:ext uri="{FF2B5EF4-FFF2-40B4-BE49-F238E27FC236}">
                <a16:creationId xmlns:a16="http://schemas.microsoft.com/office/drawing/2014/main" id="{0681FC57-5C71-4F5A-AB2F-52FF92CEB4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4" name="Picture Placeholder 2">
            <a:extLst>
              <a:ext uri="{FF2B5EF4-FFF2-40B4-BE49-F238E27FC236}">
                <a16:creationId xmlns:a16="http://schemas.microsoft.com/office/drawing/2014/main" id="{D26DCF78-A14C-7743-94BB-7E13C2AD8622}"/>
              </a:ext>
            </a:extLst>
          </p:cNvPr>
          <p:cNvSpPr>
            <a:spLocks noGrp="1"/>
          </p:cNvSpPr>
          <p:nvPr>
            <p:ph type="pic" sz="quarter" idx="16"/>
          </p:nvPr>
        </p:nvSpPr>
        <p:spPr>
          <a:xfrm>
            <a:off x="6095998" y="0"/>
            <a:ext cx="6096001" cy="6858000"/>
          </a:xfrm>
          <a:prstGeom prst="rect">
            <a:avLst/>
          </a:prstGeom>
          <a:solidFill>
            <a:schemeClr val="bg2"/>
          </a:solidFill>
        </p:spPr>
        <p:txBody>
          <a:bodyPr/>
          <a:lstStyle>
            <a:lvl1pPr>
              <a:defRPr/>
            </a:lvl1pPr>
          </a:lstStyle>
          <a:p>
            <a:endParaRPr lang="en-US"/>
          </a:p>
        </p:txBody>
      </p:sp>
    </p:spTree>
    <p:extLst>
      <p:ext uri="{BB962C8B-B14F-4D97-AF65-F5344CB8AC3E}">
        <p14:creationId xmlns:p14="http://schemas.microsoft.com/office/powerpoint/2010/main" val="95181272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599" cy="457200"/>
          </a:xfrm>
          <a:prstGeom prst="rect">
            <a:avLst/>
          </a:prstGeom>
        </p:spPr>
        <p:txBody>
          <a:bodyPr vert="horz" lIns="0" tIns="0" rIns="0" bIns="0" rtlCol="0" anchor="t">
            <a:noAutofit/>
          </a:bodyPr>
          <a:lstStyle/>
          <a:p>
            <a:r>
              <a:rPr lang="en-US" dirty="0"/>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457201" y="6438901"/>
            <a:ext cx="540540" cy="190499"/>
          </a:xfrm>
          <a:prstGeom prst="rect">
            <a:avLst/>
          </a:prstGeom>
        </p:spPr>
      </p:pic>
      <p:sp>
        <p:nvSpPr>
          <p:cNvPr id="9" name="Text Placeholder 2">
            <a:extLst>
              <a:ext uri="{FF2B5EF4-FFF2-40B4-BE49-F238E27FC236}">
                <a16:creationId xmlns:a16="http://schemas.microsoft.com/office/drawing/2014/main" id="{E8369E08-22C8-4CA0-8BC3-06B27EF317DD}"/>
              </a:ext>
            </a:extLst>
          </p:cNvPr>
          <p:cNvSpPr>
            <a:spLocks noGrp="1"/>
          </p:cNvSpPr>
          <p:nvPr>
            <p:ph type="body" idx="1"/>
          </p:nvPr>
        </p:nvSpPr>
        <p:spPr>
          <a:xfrm>
            <a:off x="453505" y="1181101"/>
            <a:ext cx="11274551" cy="4991099"/>
          </a:xfrm>
          <a:prstGeom prst="rect">
            <a:avLst/>
          </a:prstGeom>
        </p:spPr>
        <p:txBody>
          <a:bodyPr vert="horz" lIns="0" tIns="0" rIns="0" bIns="0" rtlCol="0">
            <a:noAutofit/>
          </a:bodyPr>
          <a:lstStyle/>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222222"/>
                </a:solidFill>
                <a:effectLst/>
                <a:uLnTx/>
                <a:uFillTx/>
                <a:latin typeface="Calibri"/>
                <a:cs typeface="Calibri" panose="020F0502020204030204" pitchFamily="34" charset="0"/>
              </a:rPr>
              <a:t>Edit Master text styles</a:t>
            </a:r>
          </a:p>
          <a:p>
            <a:pPr marL="182880" marR="0" lvl="1" indent="-182880" algn="l" defTabSz="914400" rtl="0" eaLnBrk="1" fontAlgn="auto" latinLnBrk="0" hangingPunct="1">
              <a:lnSpc>
                <a:spcPct val="100000"/>
              </a:lnSpc>
              <a:spcBef>
                <a:spcPts val="600"/>
              </a:spcBef>
              <a:spcAft>
                <a:spcPts val="0"/>
              </a:spcAft>
              <a:buClr>
                <a:srgbClr val="76CDD8"/>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222222"/>
                </a:solidFill>
                <a:effectLst/>
                <a:uLnTx/>
                <a:uFillTx/>
                <a:latin typeface="Calibri"/>
                <a:cs typeface="Calibri" panose="020F0502020204030204" pitchFamily="34" charset="0"/>
              </a:rPr>
              <a:t>Second level</a:t>
            </a:r>
          </a:p>
          <a:p>
            <a:pPr marL="365760" marR="0" lvl="2" indent="-182880" algn="l" defTabSz="914400" rtl="0" eaLnBrk="1" fontAlgn="auto" latinLnBrk="0" hangingPunct="1">
              <a:lnSpc>
                <a:spcPct val="100000"/>
              </a:lnSpc>
              <a:spcBef>
                <a:spcPts val="600"/>
              </a:spcBef>
              <a:spcAft>
                <a:spcPts val="0"/>
              </a:spcAft>
              <a:buClr>
                <a:srgbClr val="A0A0A0"/>
              </a:buClr>
              <a:buSzTx/>
              <a:buFont typeface="Calibri" panose="020F050202020403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a:cs typeface="Calibri" panose="020F0502020204030204" pitchFamily="34" charset="0"/>
              </a:rPr>
              <a:t>Third level</a:t>
            </a:r>
            <a:endParaRPr lang="en-US" dirty="0"/>
          </a:p>
        </p:txBody>
      </p:sp>
      <p:sp>
        <p:nvSpPr>
          <p:cNvPr id="11" name="TextBox 10">
            <a:extLst>
              <a:ext uri="{FF2B5EF4-FFF2-40B4-BE49-F238E27FC236}">
                <a16:creationId xmlns:a16="http://schemas.microsoft.com/office/drawing/2014/main" id="{3F641FF6-5DCC-D34B-9DD7-29931472CBC7}"/>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t>CONFIDENTIAL. Copyright ©</a:t>
            </a:r>
          </a:p>
        </p:txBody>
      </p:sp>
      <p:sp>
        <p:nvSpPr>
          <p:cNvPr id="12" name="Text Placeholder 3">
            <a:extLst>
              <a:ext uri="{FF2B5EF4-FFF2-40B4-BE49-F238E27FC236}">
                <a16:creationId xmlns:a16="http://schemas.microsoft.com/office/drawing/2014/main" id="{41DA6592-6579-C548-911C-85A5195E10BA}"/>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602533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57" r:id="rId10"/>
    <p:sldLayoutId id="2147483760" r:id="rId11"/>
    <p:sldLayoutId id="2147483727" r:id="rId12"/>
    <p:sldLayoutId id="2147483729" r:id="rId13"/>
    <p:sldLayoutId id="2147483751" r:id="rId14"/>
    <p:sldLayoutId id="2147483758" r:id="rId15"/>
    <p:sldLayoutId id="2147483730" r:id="rId16"/>
    <p:sldLayoutId id="2147483731" r:id="rId17"/>
    <p:sldLayoutId id="2147483733" r:id="rId18"/>
    <p:sldLayoutId id="2147483740" r:id="rId19"/>
    <p:sldLayoutId id="2147483738" r:id="rId20"/>
    <p:sldLayoutId id="2147483736" r:id="rId21"/>
    <p:sldLayoutId id="2147483765" r:id="rId22"/>
    <p:sldLayoutId id="2147483744" r:id="rId23"/>
    <p:sldLayoutId id="2147483762" r:id="rId24"/>
    <p:sldLayoutId id="2147483755" r:id="rId25"/>
    <p:sldLayoutId id="2147483743" r:id="rId26"/>
    <p:sldLayoutId id="2147483756" r:id="rId27"/>
    <p:sldLayoutId id="2147483734" r:id="rId28"/>
    <p:sldLayoutId id="2147483745" r:id="rId29"/>
    <p:sldLayoutId id="2147483741" r:id="rId30"/>
    <p:sldLayoutId id="2147483735" r:id="rId31"/>
    <p:sldLayoutId id="2147483737" r:id="rId32"/>
    <p:sldLayoutId id="2147483739" r:id="rId33"/>
    <p:sldLayoutId id="2147483742" r:id="rId34"/>
    <p:sldLayoutId id="2147483746" r:id="rId35"/>
    <p:sldLayoutId id="2147483732" r:id="rId36"/>
    <p:sldLayoutId id="2147483747" r:id="rId37"/>
    <p:sldLayoutId id="2147483748" r:id="rId38"/>
    <p:sldLayoutId id="2147483749" r:id="rId39"/>
    <p:sldLayoutId id="2147483752" r:id="rId40"/>
    <p:sldLayoutId id="2147483753" r:id="rId41"/>
    <p:sldLayoutId id="2147483754" r:id="rId42"/>
    <p:sldLayoutId id="2147483759" r:id="rId43"/>
    <p:sldLayoutId id="2147483761" r:id="rId44"/>
    <p:sldLayoutId id="2147483764" r:id="rId45"/>
    <p:sldLayoutId id="2147483750" r:id="rId46"/>
    <p:sldLayoutId id="2147483763" r:id="rId47"/>
  </p:sldLayoutIdLst>
  <p:hf hdr="0" dt="0"/>
  <p:txStyles>
    <p:title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userDrawn="1">
          <p15:clr>
            <a:srgbClr val="F26B43"/>
          </p15:clr>
        </p15:guide>
        <p15:guide id="16" orient="horz" pos="144">
          <p15:clr>
            <a:srgbClr val="F26B43"/>
          </p15:clr>
        </p15:guide>
        <p15:guide id="17" orient="horz" pos="312" userDrawn="1">
          <p15:clr>
            <a:srgbClr val="F26B43"/>
          </p15:clr>
        </p15:guide>
        <p15:guide id="19" orient="horz" pos="576">
          <p15:clr>
            <a:srgbClr val="F26B43"/>
          </p15:clr>
        </p15:guide>
        <p15:guide id="20" orient="horz" pos="744" userDrawn="1">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customXml" Target="../ink/ink2.xml"/><Relationship Id="rId1" Type="http://schemas.openxmlformats.org/officeDocument/2006/relationships/slideLayout" Target="../slideLayouts/slideLayout8.xml"/><Relationship Id="rId6" Type="http://schemas.openxmlformats.org/officeDocument/2006/relationships/customXml" Target="../ink/ink4.xml"/><Relationship Id="rId5" Type="http://schemas.openxmlformats.org/officeDocument/2006/relationships/image" Target="../media/image38.png"/><Relationship Id="rId4" Type="http://schemas.openxmlformats.org/officeDocument/2006/relationships/customXml" Target="../ink/ink3.xml"/></Relationships>
</file>

<file path=ppt/slides/_rels/slide17.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2.png"/><Relationship Id="rId12" Type="http://schemas.openxmlformats.org/officeDocument/2006/relationships/customXml" Target="../ink/ink10.xml"/><Relationship Id="rId2" Type="http://schemas.openxmlformats.org/officeDocument/2006/relationships/customXml" Target="../ink/ink5.xml"/><Relationship Id="rId1" Type="http://schemas.openxmlformats.org/officeDocument/2006/relationships/slideLayout" Target="../slideLayouts/slideLayout8.xml"/><Relationship Id="rId6" Type="http://schemas.openxmlformats.org/officeDocument/2006/relationships/customXml" Target="../ink/ink7.xml"/><Relationship Id="rId11" Type="http://schemas.openxmlformats.org/officeDocument/2006/relationships/image" Target="../media/image44.png"/><Relationship Id="rId5" Type="http://schemas.openxmlformats.org/officeDocument/2006/relationships/image" Target="../media/image41.png"/><Relationship Id="rId15" Type="http://schemas.openxmlformats.org/officeDocument/2006/relationships/image" Target="../media/image46.png"/><Relationship Id="rId10" Type="http://schemas.openxmlformats.org/officeDocument/2006/relationships/customXml" Target="../ink/ink9.xml"/><Relationship Id="rId4" Type="http://schemas.openxmlformats.org/officeDocument/2006/relationships/customXml" Target="../ink/ink6.xml"/><Relationship Id="rId9" Type="http://schemas.openxmlformats.org/officeDocument/2006/relationships/image" Target="../media/image43.png"/><Relationship Id="rId14" Type="http://schemas.openxmlformats.org/officeDocument/2006/relationships/customXml" Target="../ink/ink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22A8A66-7877-3B41-B6B6-945CAC5423E0}"/>
              </a:ext>
            </a:extLst>
          </p:cNvPr>
          <p:cNvSpPr>
            <a:spLocks noGrp="1"/>
          </p:cNvSpPr>
          <p:nvPr>
            <p:ph type="body" sz="quarter" idx="12"/>
          </p:nvPr>
        </p:nvSpPr>
        <p:spPr>
          <a:xfrm>
            <a:off x="466165" y="5960270"/>
            <a:ext cx="6489700" cy="215444"/>
          </a:xfrm>
        </p:spPr>
        <p:txBody>
          <a:bodyPr/>
          <a:lstStyle/>
          <a:p>
            <a:r>
              <a:rPr lang="en-US" dirty="0"/>
              <a:t>202</a:t>
            </a:r>
            <a:r>
              <a:rPr lang="hu-HU" dirty="0"/>
              <a:t>4</a:t>
            </a:r>
            <a:endParaRPr lang="en-US" dirty="0"/>
          </a:p>
        </p:txBody>
      </p:sp>
      <p:sp>
        <p:nvSpPr>
          <p:cNvPr id="2" name="Title 1">
            <a:extLst>
              <a:ext uri="{FF2B5EF4-FFF2-40B4-BE49-F238E27FC236}">
                <a16:creationId xmlns:a16="http://schemas.microsoft.com/office/drawing/2014/main" id="{CA3BB777-E3A7-3349-B820-C2E473EC54E8}"/>
              </a:ext>
            </a:extLst>
          </p:cNvPr>
          <p:cNvSpPr>
            <a:spLocks noGrp="1"/>
          </p:cNvSpPr>
          <p:nvPr>
            <p:ph type="title"/>
          </p:nvPr>
        </p:nvSpPr>
        <p:spPr>
          <a:xfrm>
            <a:off x="466165" y="1965960"/>
            <a:ext cx="5764213" cy="2215991"/>
          </a:xfrm>
        </p:spPr>
        <p:txBody>
          <a:bodyPr/>
          <a:lstStyle/>
          <a:p>
            <a:r>
              <a:rPr lang="en-US" sz="7200" dirty="0"/>
              <a:t>Black Box  Testing</a:t>
            </a:r>
          </a:p>
        </p:txBody>
      </p:sp>
      <p:sp>
        <p:nvSpPr>
          <p:cNvPr id="3" name="Text Placeholder 2">
            <a:extLst>
              <a:ext uri="{FF2B5EF4-FFF2-40B4-BE49-F238E27FC236}">
                <a16:creationId xmlns:a16="http://schemas.microsoft.com/office/drawing/2014/main" id="{887DE665-95EF-7C44-9386-81441B656B3A}"/>
              </a:ext>
            </a:extLst>
          </p:cNvPr>
          <p:cNvSpPr>
            <a:spLocks noGrp="1"/>
          </p:cNvSpPr>
          <p:nvPr>
            <p:ph type="body" sz="quarter" idx="11"/>
          </p:nvPr>
        </p:nvSpPr>
        <p:spPr>
          <a:xfrm>
            <a:off x="468774" y="4663441"/>
            <a:ext cx="9924906" cy="1028699"/>
          </a:xfrm>
        </p:spPr>
        <p:txBody>
          <a:bodyPr/>
          <a:lstStyle/>
          <a:p>
            <a:r>
              <a:rPr lang="hu-HU" b="1" dirty="0">
                <a:solidFill>
                  <a:srgbClr val="FFFFFF"/>
                </a:solidFill>
                <a:latin typeface="Calibri" panose="020F0502020204030204" pitchFamily="34" charset="0"/>
              </a:rPr>
              <a:t>Balázs </a:t>
            </a:r>
            <a:r>
              <a:rPr lang="hu-HU" b="1" dirty="0" err="1">
                <a:solidFill>
                  <a:srgbClr val="FFFFFF"/>
                </a:solidFill>
                <a:latin typeface="Calibri" panose="020F0502020204030204" pitchFamily="34" charset="0"/>
              </a:rPr>
              <a:t>Cservenák</a:t>
            </a:r>
            <a:r>
              <a:rPr lang="en-GB" b="1" i="0" dirty="0">
                <a:solidFill>
                  <a:srgbClr val="FFFFFF"/>
                </a:solidFill>
                <a:effectLst/>
                <a:latin typeface="Calibri" panose="020F0502020204030204" pitchFamily="34" charset="0"/>
              </a:rPr>
              <a:t> </a:t>
            </a:r>
            <a:r>
              <a:rPr lang="hu-HU" b="1" i="0" dirty="0">
                <a:solidFill>
                  <a:srgbClr val="FFFFFF"/>
                </a:solidFill>
                <a:effectLst/>
                <a:latin typeface="Calibri" panose="020F0502020204030204" pitchFamily="34" charset="0"/>
              </a:rPr>
              <a:t>– </a:t>
            </a:r>
            <a:r>
              <a:rPr lang="en-GB" b="0" i="0" dirty="0">
                <a:solidFill>
                  <a:srgbClr val="A3C644"/>
                </a:solidFill>
                <a:effectLst/>
                <a:latin typeface="MainBrandingFont"/>
              </a:rPr>
              <a:t>Software Test Automation Engineer</a:t>
            </a:r>
            <a:r>
              <a:rPr lang="hu-HU" b="0" i="0" dirty="0">
                <a:solidFill>
                  <a:srgbClr val="A3C644"/>
                </a:solidFill>
                <a:effectLst/>
                <a:latin typeface="MainBrandingFont"/>
              </a:rPr>
              <a:t> </a:t>
            </a:r>
            <a:r>
              <a:rPr lang="hu-HU" b="1" dirty="0">
                <a:solidFill>
                  <a:srgbClr val="FFFFFF"/>
                </a:solidFill>
                <a:latin typeface="Calibri" panose="020F0502020204030204" pitchFamily="34" charset="0"/>
              </a:rPr>
              <a:t>- </a:t>
            </a:r>
            <a:r>
              <a:rPr lang="hu-HU" b="1" i="0" dirty="0">
                <a:solidFill>
                  <a:srgbClr val="FFFFFF"/>
                </a:solidFill>
                <a:effectLst/>
                <a:latin typeface="Calibri" panose="020F0502020204030204" pitchFamily="34" charset="0"/>
              </a:rPr>
              <a:t>&lt;</a:t>
            </a:r>
            <a:r>
              <a:rPr lang="hu-HU" b="1" i="0" dirty="0" err="1">
                <a:solidFill>
                  <a:srgbClr val="FFFFFF"/>
                </a:solidFill>
                <a:effectLst/>
                <a:latin typeface="Calibri" panose="020F0502020204030204" pitchFamily="34" charset="0"/>
              </a:rPr>
              <a:t>Epam</a:t>
            </a:r>
            <a:r>
              <a:rPr lang="hu-HU" b="1" i="0" dirty="0">
                <a:solidFill>
                  <a:srgbClr val="FFFFFF"/>
                </a:solidFill>
                <a:effectLst/>
                <a:latin typeface="Calibri" panose="020F0502020204030204" pitchFamily="34" charset="0"/>
              </a:rPr>
              <a:t>&gt;</a:t>
            </a:r>
          </a:p>
          <a:p>
            <a:endParaRPr lang="en-GB" b="1" i="0" dirty="0">
              <a:solidFill>
                <a:srgbClr val="FFFFFF"/>
              </a:solidFill>
              <a:effectLst/>
              <a:latin typeface="Calibri" panose="020F0502020204030204" pitchFamily="34" charset="0"/>
            </a:endParaRPr>
          </a:p>
          <a:p>
            <a:r>
              <a:rPr lang="hu-HU" sz="1400" b="1" dirty="0">
                <a:solidFill>
                  <a:srgbClr val="FFFFFF"/>
                </a:solidFill>
                <a:latin typeface="Calibri" panose="020F0502020204030204" pitchFamily="34" charset="0"/>
              </a:rPr>
              <a:t>Email: </a:t>
            </a:r>
            <a:r>
              <a:rPr lang="hu-HU" sz="1400" b="1" dirty="0" err="1">
                <a:solidFill>
                  <a:srgbClr val="FFFFFF"/>
                </a:solidFill>
                <a:latin typeface="Calibri" panose="020F0502020204030204" pitchFamily="34" charset="0"/>
              </a:rPr>
              <a:t>Balazs_Cservenak</a:t>
            </a:r>
            <a:r>
              <a:rPr lang="en-GB" sz="1400" b="1" dirty="0">
                <a:solidFill>
                  <a:srgbClr val="FFFFFF"/>
                </a:solidFill>
                <a:latin typeface="Calibri" panose="020F0502020204030204" pitchFamily="34" charset="0"/>
              </a:rPr>
              <a:t>@epam.com</a:t>
            </a:r>
            <a:endParaRPr lang="en-GB" sz="1400" b="1" i="0" dirty="0">
              <a:solidFill>
                <a:srgbClr val="FFFFFF"/>
              </a:solidFill>
              <a:effectLst/>
              <a:latin typeface="Calibri" panose="020F0502020204030204" pitchFamily="34" charset="0"/>
            </a:endParaRPr>
          </a:p>
          <a:p>
            <a:endParaRPr lang="en-US" sz="1000" dirty="0"/>
          </a:p>
        </p:txBody>
      </p:sp>
    </p:spTree>
    <p:extLst>
      <p:ext uri="{BB962C8B-B14F-4D97-AF65-F5344CB8AC3E}">
        <p14:creationId xmlns:p14="http://schemas.microsoft.com/office/powerpoint/2010/main" val="359197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4156FC76-DAEB-47A6-8A0A-49530A8609D4}"/>
              </a:ext>
            </a:extLst>
          </p:cNvPr>
          <p:cNvSpPr txBox="1">
            <a:spLocks/>
          </p:cNvSpPr>
          <p:nvPr/>
        </p:nvSpPr>
        <p:spPr>
          <a:xfrm>
            <a:off x="216212" y="1163087"/>
            <a:ext cx="3024846"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bg1"/>
                </a:solidFill>
                <a:latin typeface="Calibri Light" panose="020F0302020204030204" pitchFamily="34" charset="0"/>
                <a:ea typeface="Calibri" panose="020F0502020204030204" pitchFamily="34" charset="0"/>
                <a:cs typeface="Calibri Light" panose="020F0302020204030204" pitchFamily="34" charset="0"/>
              </a:defRPr>
            </a:lvl1pPr>
          </a:lstStyle>
          <a:p>
            <a:r>
              <a:rPr lang="en-US" dirty="0"/>
              <a:t>Agenda</a:t>
            </a:r>
          </a:p>
        </p:txBody>
      </p:sp>
      <p:sp>
        <p:nvSpPr>
          <p:cNvPr id="14" name="Text Placeholder 7">
            <a:extLst>
              <a:ext uri="{FF2B5EF4-FFF2-40B4-BE49-F238E27FC236}">
                <a16:creationId xmlns:a16="http://schemas.microsoft.com/office/drawing/2014/main" id="{7B0F4479-97DB-4FAF-869F-0F01BB334032}"/>
              </a:ext>
            </a:extLst>
          </p:cNvPr>
          <p:cNvSpPr txBox="1">
            <a:spLocks/>
          </p:cNvSpPr>
          <p:nvPr/>
        </p:nvSpPr>
        <p:spPr>
          <a:xfrm>
            <a:off x="2991593" y="1884408"/>
            <a:ext cx="498928"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bg1"/>
                </a:solidFill>
              </a:rPr>
              <a:t>02</a:t>
            </a:r>
          </a:p>
        </p:txBody>
      </p:sp>
      <p:sp>
        <p:nvSpPr>
          <p:cNvPr id="15" name="Text Placeholder 8">
            <a:extLst>
              <a:ext uri="{FF2B5EF4-FFF2-40B4-BE49-F238E27FC236}">
                <a16:creationId xmlns:a16="http://schemas.microsoft.com/office/drawing/2014/main" id="{483D5C19-9441-4E5C-A999-468CFFD8B354}"/>
              </a:ext>
            </a:extLst>
          </p:cNvPr>
          <p:cNvSpPr txBox="1">
            <a:spLocks/>
          </p:cNvSpPr>
          <p:nvPr/>
        </p:nvSpPr>
        <p:spPr>
          <a:xfrm>
            <a:off x="2991593" y="2577345"/>
            <a:ext cx="498928"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bg1"/>
                </a:solidFill>
              </a:rPr>
              <a:t>03</a:t>
            </a:r>
          </a:p>
        </p:txBody>
      </p:sp>
      <p:sp>
        <p:nvSpPr>
          <p:cNvPr id="16" name="Text Placeholder 9">
            <a:extLst>
              <a:ext uri="{FF2B5EF4-FFF2-40B4-BE49-F238E27FC236}">
                <a16:creationId xmlns:a16="http://schemas.microsoft.com/office/drawing/2014/main" id="{1F52B247-D6E5-43A6-95CE-651EB2089B16}"/>
              </a:ext>
            </a:extLst>
          </p:cNvPr>
          <p:cNvSpPr txBox="1">
            <a:spLocks/>
          </p:cNvSpPr>
          <p:nvPr/>
        </p:nvSpPr>
        <p:spPr>
          <a:xfrm>
            <a:off x="2991594" y="3268186"/>
            <a:ext cx="498928"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bg1"/>
                </a:solidFill>
              </a:rPr>
              <a:t>04</a:t>
            </a:r>
          </a:p>
        </p:txBody>
      </p:sp>
      <p:sp>
        <p:nvSpPr>
          <p:cNvPr id="17" name="Text Placeholder 10">
            <a:extLst>
              <a:ext uri="{FF2B5EF4-FFF2-40B4-BE49-F238E27FC236}">
                <a16:creationId xmlns:a16="http://schemas.microsoft.com/office/drawing/2014/main" id="{B8A0467B-1A02-4E4E-B7E3-59C80AC98405}"/>
              </a:ext>
            </a:extLst>
          </p:cNvPr>
          <p:cNvSpPr txBox="1">
            <a:spLocks/>
          </p:cNvSpPr>
          <p:nvPr/>
        </p:nvSpPr>
        <p:spPr>
          <a:xfrm>
            <a:off x="2991593" y="3962497"/>
            <a:ext cx="498928"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bg1"/>
                </a:solidFill>
              </a:rPr>
              <a:t>05</a:t>
            </a:r>
          </a:p>
        </p:txBody>
      </p:sp>
      <p:sp>
        <p:nvSpPr>
          <p:cNvPr id="18" name="Text Placeholder 11">
            <a:extLst>
              <a:ext uri="{FF2B5EF4-FFF2-40B4-BE49-F238E27FC236}">
                <a16:creationId xmlns:a16="http://schemas.microsoft.com/office/drawing/2014/main" id="{24068C88-42B3-409A-81E4-983BCB0832DF}"/>
              </a:ext>
            </a:extLst>
          </p:cNvPr>
          <p:cNvSpPr txBox="1">
            <a:spLocks/>
          </p:cNvSpPr>
          <p:nvPr/>
        </p:nvSpPr>
        <p:spPr>
          <a:xfrm>
            <a:off x="2991593" y="4656581"/>
            <a:ext cx="498928"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bg1"/>
                </a:solidFill>
              </a:rPr>
              <a:t>06</a:t>
            </a:r>
          </a:p>
        </p:txBody>
      </p:sp>
      <p:sp>
        <p:nvSpPr>
          <p:cNvPr id="19" name="Text Placeholder 12">
            <a:extLst>
              <a:ext uri="{FF2B5EF4-FFF2-40B4-BE49-F238E27FC236}">
                <a16:creationId xmlns:a16="http://schemas.microsoft.com/office/drawing/2014/main" id="{290DD7CF-8369-4775-BBB3-10C4EEC8FF2A}"/>
              </a:ext>
            </a:extLst>
          </p:cNvPr>
          <p:cNvSpPr txBox="1">
            <a:spLocks/>
          </p:cNvSpPr>
          <p:nvPr/>
        </p:nvSpPr>
        <p:spPr>
          <a:xfrm>
            <a:off x="3594864" y="1202291"/>
            <a:ext cx="4554537"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Black-box testing in general </a:t>
            </a:r>
          </a:p>
        </p:txBody>
      </p:sp>
      <p:sp>
        <p:nvSpPr>
          <p:cNvPr id="20" name="Text Placeholder 13">
            <a:extLst>
              <a:ext uri="{FF2B5EF4-FFF2-40B4-BE49-F238E27FC236}">
                <a16:creationId xmlns:a16="http://schemas.microsoft.com/office/drawing/2014/main" id="{889A501E-9A2D-41BC-9FA3-0C6BD8E89A4A}"/>
              </a:ext>
            </a:extLst>
          </p:cNvPr>
          <p:cNvSpPr txBox="1">
            <a:spLocks/>
          </p:cNvSpPr>
          <p:nvPr/>
        </p:nvSpPr>
        <p:spPr>
          <a:xfrm>
            <a:off x="3594864" y="1884408"/>
            <a:ext cx="4554537"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Equivalence Partitioning</a:t>
            </a:r>
          </a:p>
        </p:txBody>
      </p:sp>
      <p:sp>
        <p:nvSpPr>
          <p:cNvPr id="21" name="Text Placeholder 14">
            <a:extLst>
              <a:ext uri="{FF2B5EF4-FFF2-40B4-BE49-F238E27FC236}">
                <a16:creationId xmlns:a16="http://schemas.microsoft.com/office/drawing/2014/main" id="{84F855B1-3282-409F-8119-9C1E89A250B8}"/>
              </a:ext>
            </a:extLst>
          </p:cNvPr>
          <p:cNvSpPr txBox="1">
            <a:spLocks/>
          </p:cNvSpPr>
          <p:nvPr/>
        </p:nvSpPr>
        <p:spPr>
          <a:xfrm>
            <a:off x="3594864" y="2572964"/>
            <a:ext cx="4554537"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Boundary Value Analysis</a:t>
            </a:r>
          </a:p>
          <a:p>
            <a:endParaRPr lang="en-US" sz="2000" dirty="0">
              <a:solidFill>
                <a:schemeClr val="bg1"/>
              </a:solidFill>
            </a:endParaRPr>
          </a:p>
        </p:txBody>
      </p:sp>
      <p:sp>
        <p:nvSpPr>
          <p:cNvPr id="22" name="Text Placeholder 15">
            <a:extLst>
              <a:ext uri="{FF2B5EF4-FFF2-40B4-BE49-F238E27FC236}">
                <a16:creationId xmlns:a16="http://schemas.microsoft.com/office/drawing/2014/main" id="{3CE5AE1E-B549-4BB5-9BA1-9FB472DD25B1}"/>
              </a:ext>
            </a:extLst>
          </p:cNvPr>
          <p:cNvSpPr txBox="1">
            <a:spLocks/>
          </p:cNvSpPr>
          <p:nvPr/>
        </p:nvSpPr>
        <p:spPr>
          <a:xfrm>
            <a:off x="3594864" y="3273521"/>
            <a:ext cx="4554537"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State transition testing</a:t>
            </a:r>
          </a:p>
        </p:txBody>
      </p:sp>
      <p:sp>
        <p:nvSpPr>
          <p:cNvPr id="23" name="Text Placeholder 16">
            <a:extLst>
              <a:ext uri="{FF2B5EF4-FFF2-40B4-BE49-F238E27FC236}">
                <a16:creationId xmlns:a16="http://schemas.microsoft.com/office/drawing/2014/main" id="{E3042A30-1557-4159-943C-B09633056E57}"/>
              </a:ext>
            </a:extLst>
          </p:cNvPr>
          <p:cNvSpPr txBox="1">
            <a:spLocks/>
          </p:cNvSpPr>
          <p:nvPr/>
        </p:nvSpPr>
        <p:spPr>
          <a:xfrm>
            <a:off x="3594865" y="3968842"/>
            <a:ext cx="4554537"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Positive and Negative test cases</a:t>
            </a:r>
          </a:p>
        </p:txBody>
      </p:sp>
      <p:sp>
        <p:nvSpPr>
          <p:cNvPr id="24" name="Text Placeholder 17">
            <a:extLst>
              <a:ext uri="{FF2B5EF4-FFF2-40B4-BE49-F238E27FC236}">
                <a16:creationId xmlns:a16="http://schemas.microsoft.com/office/drawing/2014/main" id="{20419ACB-5047-41F9-A53E-1B784DC26914}"/>
              </a:ext>
            </a:extLst>
          </p:cNvPr>
          <p:cNvSpPr txBox="1">
            <a:spLocks/>
          </p:cNvSpPr>
          <p:nvPr/>
        </p:nvSpPr>
        <p:spPr>
          <a:xfrm>
            <a:off x="3594864" y="4650959"/>
            <a:ext cx="4554537"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Decision tables</a:t>
            </a:r>
          </a:p>
        </p:txBody>
      </p:sp>
      <p:cxnSp>
        <p:nvCxnSpPr>
          <p:cNvPr id="25" name="Straight Connector 24">
            <a:extLst>
              <a:ext uri="{FF2B5EF4-FFF2-40B4-BE49-F238E27FC236}">
                <a16:creationId xmlns:a16="http://schemas.microsoft.com/office/drawing/2014/main" id="{B4AAB710-0B1F-42C3-81DB-4EFAA5B79D4E}"/>
              </a:ext>
            </a:extLst>
          </p:cNvPr>
          <p:cNvCxnSpPr>
            <a:cxnSpLocks/>
          </p:cNvCxnSpPr>
          <p:nvPr/>
        </p:nvCxnSpPr>
        <p:spPr>
          <a:xfrm>
            <a:off x="2782859" y="988367"/>
            <a:ext cx="0" cy="4906406"/>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30" name="Text Placeholder 7">
            <a:extLst>
              <a:ext uri="{FF2B5EF4-FFF2-40B4-BE49-F238E27FC236}">
                <a16:creationId xmlns:a16="http://schemas.microsoft.com/office/drawing/2014/main" id="{0E2DFE39-4FDE-4CCA-8AF1-A39D02D6A5DA}"/>
              </a:ext>
            </a:extLst>
          </p:cNvPr>
          <p:cNvSpPr txBox="1">
            <a:spLocks/>
          </p:cNvSpPr>
          <p:nvPr/>
        </p:nvSpPr>
        <p:spPr>
          <a:xfrm>
            <a:off x="2991593" y="1196188"/>
            <a:ext cx="498928"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bg1"/>
                </a:solidFill>
              </a:rPr>
              <a:t>01</a:t>
            </a:r>
          </a:p>
        </p:txBody>
      </p:sp>
      <p:sp>
        <p:nvSpPr>
          <p:cNvPr id="26" name="Text Placeholder 11">
            <a:extLst>
              <a:ext uri="{FF2B5EF4-FFF2-40B4-BE49-F238E27FC236}">
                <a16:creationId xmlns:a16="http://schemas.microsoft.com/office/drawing/2014/main" id="{A1A83B57-35FE-4D42-B7A1-4725D560F7F9}"/>
              </a:ext>
            </a:extLst>
          </p:cNvPr>
          <p:cNvSpPr txBox="1">
            <a:spLocks/>
          </p:cNvSpPr>
          <p:nvPr/>
        </p:nvSpPr>
        <p:spPr>
          <a:xfrm>
            <a:off x="2991593" y="5347649"/>
            <a:ext cx="498928"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bg1"/>
                </a:solidFill>
              </a:rPr>
              <a:t>07</a:t>
            </a:r>
          </a:p>
        </p:txBody>
      </p:sp>
      <p:sp>
        <p:nvSpPr>
          <p:cNvPr id="27" name="Text Placeholder 17">
            <a:extLst>
              <a:ext uri="{FF2B5EF4-FFF2-40B4-BE49-F238E27FC236}">
                <a16:creationId xmlns:a16="http://schemas.microsoft.com/office/drawing/2014/main" id="{8585F175-1D29-4398-929C-647F222C6A21}"/>
              </a:ext>
            </a:extLst>
          </p:cNvPr>
          <p:cNvSpPr txBox="1">
            <a:spLocks/>
          </p:cNvSpPr>
          <p:nvPr/>
        </p:nvSpPr>
        <p:spPr>
          <a:xfrm>
            <a:off x="3594864" y="5346280"/>
            <a:ext cx="4554537" cy="321627"/>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Questions</a:t>
            </a:r>
          </a:p>
        </p:txBody>
      </p:sp>
      <p:pic>
        <p:nvPicPr>
          <p:cNvPr id="7" name="Picture 6" descr="Diagram&#10;&#10;Description automatically generated">
            <a:extLst>
              <a:ext uri="{FF2B5EF4-FFF2-40B4-BE49-F238E27FC236}">
                <a16:creationId xmlns:a16="http://schemas.microsoft.com/office/drawing/2014/main" id="{E38C7ADA-3FDE-4024-AA0B-CFE128BD34FF}"/>
              </a:ext>
            </a:extLst>
          </p:cNvPr>
          <p:cNvPicPr>
            <a:picLocks noChangeAspect="1"/>
          </p:cNvPicPr>
          <p:nvPr/>
        </p:nvPicPr>
        <p:blipFill rotWithShape="1">
          <a:blip r:embed="rId3">
            <a:extLst>
              <a:ext uri="{28A0092B-C50C-407E-A947-70E740481C1C}">
                <a14:useLocalDpi xmlns:a14="http://schemas.microsoft.com/office/drawing/2010/main" val="0"/>
              </a:ext>
            </a:extLst>
          </a:blip>
          <a:srcRect r="17421"/>
          <a:stretch/>
        </p:blipFill>
        <p:spPr>
          <a:xfrm>
            <a:off x="7235302" y="0"/>
            <a:ext cx="4956698" cy="6858000"/>
          </a:xfrm>
          <a:prstGeom prst="rect">
            <a:avLst/>
          </a:prstGeom>
        </p:spPr>
      </p:pic>
    </p:spTree>
    <p:extLst>
      <p:ext uri="{BB962C8B-B14F-4D97-AF65-F5344CB8AC3E}">
        <p14:creationId xmlns:p14="http://schemas.microsoft.com/office/powerpoint/2010/main" val="857150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A0EC84B-F1DA-4B95-B94D-F08705E3B6D9}"/>
              </a:ext>
            </a:extLst>
          </p:cNvPr>
          <p:cNvSpPr>
            <a:spLocks noGrp="1"/>
          </p:cNvSpPr>
          <p:nvPr>
            <p:ph type="title"/>
          </p:nvPr>
        </p:nvSpPr>
        <p:spPr>
          <a:xfrm>
            <a:off x="2944723" y="109734"/>
            <a:ext cx="6302553" cy="520580"/>
          </a:xfrm>
        </p:spPr>
        <p:txBody>
          <a:bodyPr wrap="square" anchor="t">
            <a:normAutofit fontScale="90000"/>
          </a:bodyPr>
          <a:lstStyle/>
          <a:p>
            <a:pPr algn="ctr">
              <a:lnSpc>
                <a:spcPct val="90000"/>
              </a:lnSpc>
            </a:pPr>
            <a:r>
              <a:rPr lang="en-US" sz="4000" dirty="0">
                <a:solidFill>
                  <a:schemeClr val="accent2"/>
                </a:solidFill>
              </a:rPr>
              <a:t>BLACK BOX TESTING IN GENERAL</a:t>
            </a:r>
          </a:p>
        </p:txBody>
      </p:sp>
      <p:pic>
        <p:nvPicPr>
          <p:cNvPr id="17" name="Kép 7" descr="black-box-white-box.jpg">
            <a:extLst>
              <a:ext uri="{FF2B5EF4-FFF2-40B4-BE49-F238E27FC236}">
                <a16:creationId xmlns:a16="http://schemas.microsoft.com/office/drawing/2014/main" id="{608008A5-7639-42EF-B2D6-EF88B92B9AED}"/>
              </a:ext>
            </a:extLst>
          </p:cNvPr>
          <p:cNvPicPr>
            <a:picLocks noChangeAspect="1"/>
          </p:cNvPicPr>
          <p:nvPr/>
        </p:nvPicPr>
        <p:blipFill>
          <a:blip r:embed="rId2" cstate="print"/>
          <a:stretch>
            <a:fillRect/>
          </a:stretch>
        </p:blipFill>
        <p:spPr>
          <a:xfrm>
            <a:off x="6987722" y="1598062"/>
            <a:ext cx="4519108" cy="3661875"/>
          </a:xfrm>
          <a:prstGeom prst="rect">
            <a:avLst/>
          </a:prstGeom>
        </p:spPr>
      </p:pic>
      <p:sp>
        <p:nvSpPr>
          <p:cNvPr id="18" name="Text Placeholder 2">
            <a:extLst>
              <a:ext uri="{FF2B5EF4-FFF2-40B4-BE49-F238E27FC236}">
                <a16:creationId xmlns:a16="http://schemas.microsoft.com/office/drawing/2014/main" id="{8648147A-6AA3-49A6-BBE2-45F19A513D0B}"/>
              </a:ext>
            </a:extLst>
          </p:cNvPr>
          <p:cNvSpPr txBox="1">
            <a:spLocks/>
          </p:cNvSpPr>
          <p:nvPr/>
        </p:nvSpPr>
        <p:spPr>
          <a:xfrm>
            <a:off x="456908" y="1263402"/>
            <a:ext cx="10862121" cy="4331193"/>
          </a:xfrm>
          <a:prstGeom prst="rect">
            <a:avLst/>
          </a:prstGeom>
        </p:spPr>
        <p:txBody>
          <a:bodyPr>
            <a:norm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en-US" sz="1800" dirty="0">
                <a:solidFill>
                  <a:schemeClr val="accent2"/>
                </a:solidFill>
              </a:rPr>
              <a:t>Black </a:t>
            </a:r>
            <a:r>
              <a:rPr lang="hu-HU" sz="1800" dirty="0">
                <a:solidFill>
                  <a:schemeClr val="accent2"/>
                </a:solidFill>
              </a:rPr>
              <a:t>box</a:t>
            </a:r>
            <a:r>
              <a:rPr lang="en-US" sz="1800" dirty="0">
                <a:solidFill>
                  <a:schemeClr val="accent2"/>
                </a:solidFill>
              </a:rPr>
              <a:t> testing techniques</a:t>
            </a:r>
          </a:p>
          <a:p>
            <a:pPr>
              <a:lnSpc>
                <a:spcPct val="200000"/>
              </a:lnSpc>
            </a:pPr>
            <a:r>
              <a:rPr lang="en-US" sz="1600" dirty="0">
                <a:solidFill>
                  <a:schemeClr val="bg1"/>
                </a:solidFill>
              </a:rPr>
              <a:t>The internal structure of the test object is not necessary or available</a:t>
            </a:r>
          </a:p>
          <a:p>
            <a:pPr>
              <a:lnSpc>
                <a:spcPct val="200000"/>
              </a:lnSpc>
            </a:pPr>
            <a:r>
              <a:rPr lang="en-US" sz="1600" dirty="0">
                <a:solidFill>
                  <a:schemeClr val="bg1"/>
                </a:solidFill>
              </a:rPr>
              <a:t>Test cases are derived from the software requirements</a:t>
            </a:r>
          </a:p>
          <a:p>
            <a:pPr>
              <a:lnSpc>
                <a:spcPct val="200000"/>
              </a:lnSpc>
            </a:pPr>
            <a:r>
              <a:rPr lang="en-US" sz="1800" dirty="0">
                <a:solidFill>
                  <a:schemeClr val="accent2"/>
                </a:solidFill>
              </a:rPr>
              <a:t>White box testing techniques</a:t>
            </a:r>
          </a:p>
          <a:p>
            <a:pPr>
              <a:lnSpc>
                <a:spcPct val="200000"/>
              </a:lnSpc>
            </a:pPr>
            <a:r>
              <a:rPr lang="en-US" sz="1600" dirty="0">
                <a:solidFill>
                  <a:schemeClr val="bg1"/>
                </a:solidFill>
              </a:rPr>
              <a:t>Program code is used for test design</a:t>
            </a:r>
          </a:p>
          <a:p>
            <a:pPr>
              <a:lnSpc>
                <a:spcPct val="200000"/>
              </a:lnSpc>
            </a:pPr>
            <a:r>
              <a:rPr lang="en-US" sz="1600" dirty="0">
                <a:solidFill>
                  <a:schemeClr val="bg1"/>
                </a:solidFill>
              </a:rPr>
              <a:t>Internal flow is analyzed</a:t>
            </a:r>
          </a:p>
          <a:p>
            <a:endParaRPr lang="en-GB" sz="1400" dirty="0">
              <a:solidFill>
                <a:schemeClr val="accent2"/>
              </a:solidFill>
            </a:endParaRPr>
          </a:p>
        </p:txBody>
      </p:sp>
    </p:spTree>
    <p:extLst>
      <p:ext uri="{BB962C8B-B14F-4D97-AF65-F5344CB8AC3E}">
        <p14:creationId xmlns:p14="http://schemas.microsoft.com/office/powerpoint/2010/main" val="3555755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Tartalom helye 8">
            <a:extLst>
              <a:ext uri="{FF2B5EF4-FFF2-40B4-BE49-F238E27FC236}">
                <a16:creationId xmlns:a16="http://schemas.microsoft.com/office/drawing/2014/main" id="{DBB7D60E-83DE-418A-AF14-1D1FF6494414}"/>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2701165" y="1025456"/>
            <a:ext cx="6789667" cy="5092251"/>
          </a:xfrm>
          <a:prstGeom prst="rect">
            <a:avLst/>
          </a:prstGeom>
        </p:spPr>
      </p:pic>
      <p:sp>
        <p:nvSpPr>
          <p:cNvPr id="15" name="Title 1">
            <a:extLst>
              <a:ext uri="{FF2B5EF4-FFF2-40B4-BE49-F238E27FC236}">
                <a16:creationId xmlns:a16="http://schemas.microsoft.com/office/drawing/2014/main" id="{9A0EC84B-F1DA-4B95-B94D-F08705E3B6D9}"/>
              </a:ext>
            </a:extLst>
          </p:cNvPr>
          <p:cNvSpPr>
            <a:spLocks noGrp="1"/>
          </p:cNvSpPr>
          <p:nvPr>
            <p:ph type="title"/>
          </p:nvPr>
        </p:nvSpPr>
        <p:spPr>
          <a:xfrm>
            <a:off x="2944723" y="109734"/>
            <a:ext cx="6302553" cy="520580"/>
          </a:xfrm>
        </p:spPr>
        <p:txBody>
          <a:bodyPr wrap="square" anchor="t">
            <a:normAutofit fontScale="90000"/>
          </a:bodyPr>
          <a:lstStyle/>
          <a:p>
            <a:pPr algn="ctr">
              <a:lnSpc>
                <a:spcPct val="90000"/>
              </a:lnSpc>
            </a:pPr>
            <a:r>
              <a:rPr lang="en-US" sz="4000" dirty="0">
                <a:solidFill>
                  <a:schemeClr val="accent2"/>
                </a:solidFill>
              </a:rPr>
              <a:t>BLACK BOX TESTING IN GENERAL</a:t>
            </a:r>
          </a:p>
        </p:txBody>
      </p:sp>
    </p:spTree>
    <p:extLst>
      <p:ext uri="{BB962C8B-B14F-4D97-AF65-F5344CB8AC3E}">
        <p14:creationId xmlns:p14="http://schemas.microsoft.com/office/powerpoint/2010/main" val="3255522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0FD1D80-D218-4869-A864-373FE3248801}"/>
              </a:ext>
            </a:extLst>
          </p:cNvPr>
          <p:cNvSpPr>
            <a:spLocks noGrp="1"/>
          </p:cNvSpPr>
          <p:nvPr>
            <p:ph type="title"/>
          </p:nvPr>
        </p:nvSpPr>
        <p:spPr>
          <a:xfrm>
            <a:off x="474663" y="127490"/>
            <a:ext cx="10427116" cy="553998"/>
          </a:xfrm>
        </p:spPr>
        <p:txBody>
          <a:bodyPr wrap="square" anchor="t">
            <a:normAutofit fontScale="90000"/>
          </a:bodyPr>
          <a:lstStyle/>
          <a:p>
            <a:pPr>
              <a:lnSpc>
                <a:spcPct val="90000"/>
              </a:lnSpc>
            </a:pPr>
            <a:r>
              <a:rPr lang="en-GB" sz="4000" dirty="0">
                <a:solidFill>
                  <a:schemeClr val="accent2"/>
                </a:solidFill>
              </a:rPr>
              <a:t>Equivalence Class Partitioning/Boundary Value Analysis</a:t>
            </a:r>
            <a:endParaRPr lang="en-US" sz="4000" dirty="0">
              <a:solidFill>
                <a:schemeClr val="accent2"/>
              </a:solidFill>
            </a:endParaRPr>
          </a:p>
        </p:txBody>
      </p:sp>
      <p:sp>
        <p:nvSpPr>
          <p:cNvPr id="11" name="Text Placeholder 2">
            <a:extLst>
              <a:ext uri="{FF2B5EF4-FFF2-40B4-BE49-F238E27FC236}">
                <a16:creationId xmlns:a16="http://schemas.microsoft.com/office/drawing/2014/main" id="{FF4F84B1-714F-497E-9034-169D9DC9E590}"/>
              </a:ext>
            </a:extLst>
          </p:cNvPr>
          <p:cNvSpPr txBox="1">
            <a:spLocks/>
          </p:cNvSpPr>
          <p:nvPr/>
        </p:nvSpPr>
        <p:spPr>
          <a:xfrm>
            <a:off x="474663" y="808977"/>
            <a:ext cx="10897632" cy="3487815"/>
          </a:xfrm>
          <a:prstGeom prst="rect">
            <a:avLst/>
          </a:prstGeom>
        </p:spPr>
        <p:txBody>
          <a:bodyPr>
            <a:no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nSpc>
                <a:spcPct val="150000"/>
              </a:lnSpc>
              <a:spcBef>
                <a:spcPts val="264"/>
              </a:spcBef>
              <a:spcAft>
                <a:spcPts val="300"/>
              </a:spcAft>
              <a:buFont typeface="Arial" panose="020B0604020202020204" pitchFamily="34" charset="0"/>
              <a:buChar char="•"/>
              <a:defRPr/>
            </a:pPr>
            <a:r>
              <a:rPr lang="en-US" sz="2000" dirty="0">
                <a:solidFill>
                  <a:schemeClr val="bg1"/>
                </a:solidFill>
                <a:latin typeface="Calibri Light"/>
                <a:ea typeface="+mn-ea"/>
                <a:cs typeface="+mn-cs"/>
              </a:rPr>
              <a:t>The domain of possible input data for each input data element is divided into equivalence classes</a:t>
            </a:r>
          </a:p>
          <a:p>
            <a:pPr marL="171450" indent="-171450">
              <a:lnSpc>
                <a:spcPct val="150000"/>
              </a:lnSpc>
              <a:spcBef>
                <a:spcPts val="264"/>
              </a:spcBef>
              <a:spcAft>
                <a:spcPts val="300"/>
              </a:spcAft>
              <a:buFont typeface="Arial" panose="020B0604020202020204" pitchFamily="34" charset="0"/>
              <a:buChar char="•"/>
              <a:defRPr/>
            </a:pPr>
            <a:r>
              <a:rPr lang="en-US" sz="2000" dirty="0">
                <a:solidFill>
                  <a:schemeClr val="bg1"/>
                </a:solidFill>
                <a:latin typeface="Calibri Light"/>
                <a:ea typeface="+mn-ea"/>
                <a:cs typeface="+mn-cs"/>
              </a:rPr>
              <a:t>An equivalence class is a set of data values that the tester assumes are processed in the same way by the test object</a:t>
            </a:r>
          </a:p>
          <a:p>
            <a:pPr marL="171450" indent="-171450">
              <a:lnSpc>
                <a:spcPct val="150000"/>
              </a:lnSpc>
              <a:spcBef>
                <a:spcPts val="264"/>
              </a:spcBef>
              <a:spcAft>
                <a:spcPts val="300"/>
              </a:spcAft>
              <a:buFont typeface="Arial" panose="020B0604020202020204" pitchFamily="34" charset="0"/>
              <a:buChar char="•"/>
              <a:defRPr/>
            </a:pPr>
            <a:r>
              <a:rPr lang="en-US" sz="2000" dirty="0">
                <a:solidFill>
                  <a:schemeClr val="bg1"/>
                </a:solidFill>
                <a:latin typeface="Calibri Light"/>
                <a:ea typeface="+mn-ea"/>
                <a:cs typeface="+mn-cs"/>
              </a:rPr>
              <a:t>Besides equivalence classes for correct input, those for incorrect input values must be tested as well</a:t>
            </a:r>
          </a:p>
          <a:p>
            <a:pPr marL="171450" indent="-171450">
              <a:lnSpc>
                <a:spcPct val="150000"/>
              </a:lnSpc>
              <a:spcBef>
                <a:spcPts val="264"/>
              </a:spcBef>
              <a:spcAft>
                <a:spcPts val="300"/>
              </a:spcAft>
              <a:buFont typeface="Arial" panose="020B0604020202020204" pitchFamily="34" charset="0"/>
              <a:buChar char="•"/>
              <a:defRPr/>
            </a:pPr>
            <a:r>
              <a:rPr lang="en-US" sz="2000" dirty="0">
                <a:solidFill>
                  <a:schemeClr val="bg1"/>
                </a:solidFill>
                <a:latin typeface="Calibri Light"/>
                <a:ea typeface="+mn-ea"/>
                <a:cs typeface="+mn-cs"/>
              </a:rPr>
              <a:t>Valid/Invalid partitions </a:t>
            </a:r>
            <a:r>
              <a:rPr lang="en-US" sz="2000" dirty="0">
                <a:solidFill>
                  <a:schemeClr val="bg1"/>
                </a:solidFill>
                <a:latin typeface="Calibri Light"/>
                <a:ea typeface="+mn-ea"/>
                <a:cs typeface="+mn-cs"/>
                <a:sym typeface="Wingdings" panose="05000000000000000000" pitchFamily="2" charset="2"/>
              </a:rPr>
              <a:t>need to be tested as well</a:t>
            </a:r>
            <a:endParaRPr lang="en-US" sz="2000" dirty="0">
              <a:solidFill>
                <a:schemeClr val="bg1"/>
              </a:solidFill>
              <a:latin typeface="Calibri Light"/>
              <a:ea typeface="+mn-ea"/>
              <a:cs typeface="+mn-cs"/>
            </a:endParaRPr>
          </a:p>
          <a:p>
            <a:pPr marL="171450" indent="-171450">
              <a:lnSpc>
                <a:spcPct val="150000"/>
              </a:lnSpc>
              <a:spcBef>
                <a:spcPts val="264"/>
              </a:spcBef>
              <a:spcAft>
                <a:spcPts val="300"/>
              </a:spcAft>
              <a:buFont typeface="Arial" panose="020B0604020202020204" pitchFamily="34" charset="0"/>
              <a:buChar char="•"/>
              <a:defRPr/>
            </a:pPr>
            <a:r>
              <a:rPr lang="en-US" sz="2000" dirty="0">
                <a:solidFill>
                  <a:schemeClr val="bg1"/>
                </a:solidFill>
                <a:latin typeface="Calibri Light"/>
                <a:ea typeface="+mn-ea"/>
                <a:cs typeface="+mn-cs"/>
              </a:rPr>
              <a:t>The Equivalence Class Partitioning is used with the Boundary Value Analysis</a:t>
            </a:r>
          </a:p>
          <a:p>
            <a:pPr marL="171450" indent="-171450">
              <a:lnSpc>
                <a:spcPct val="150000"/>
              </a:lnSpc>
              <a:spcBef>
                <a:spcPts val="264"/>
              </a:spcBef>
              <a:spcAft>
                <a:spcPts val="300"/>
              </a:spcAft>
              <a:buFont typeface="Arial" panose="020B0604020202020204" pitchFamily="34" charset="0"/>
              <a:buChar char="•"/>
              <a:defRPr/>
            </a:pPr>
            <a:r>
              <a:rPr lang="en-US" sz="2000" dirty="0">
                <a:solidFill>
                  <a:schemeClr val="bg1"/>
                </a:solidFill>
                <a:latin typeface="Calibri Light"/>
                <a:ea typeface="+mn-ea"/>
                <a:cs typeface="+mn-cs"/>
              </a:rPr>
              <a:t>Boundary value analysis delivers a very reasonable addition to the test </a:t>
            </a:r>
            <a:r>
              <a:rPr lang="hu-HU" sz="2000" dirty="0">
                <a:solidFill>
                  <a:schemeClr val="bg1"/>
                </a:solidFill>
                <a:latin typeface="Calibri Light"/>
                <a:ea typeface="+mn-ea"/>
                <a:cs typeface="+mn-cs"/>
              </a:rPr>
              <a:t>a</a:t>
            </a:r>
            <a:r>
              <a:rPr lang="en-US" sz="2000" dirty="0">
                <a:solidFill>
                  <a:schemeClr val="bg1"/>
                </a:solidFill>
                <a:latin typeface="Calibri Light"/>
                <a:ea typeface="+mn-ea"/>
                <a:cs typeface="+mn-cs"/>
              </a:rPr>
              <a:t> reasonable extension cases that have been identified by equivalence class partitioning</a:t>
            </a:r>
          </a:p>
          <a:p>
            <a:pPr marL="171450" indent="-171450">
              <a:lnSpc>
                <a:spcPct val="150000"/>
              </a:lnSpc>
              <a:spcBef>
                <a:spcPts val="264"/>
              </a:spcBef>
              <a:spcAft>
                <a:spcPts val="300"/>
              </a:spcAft>
              <a:buFont typeface="Arial" panose="020B0604020202020204" pitchFamily="34" charset="0"/>
              <a:buChar char="•"/>
              <a:defRPr/>
            </a:pPr>
            <a:r>
              <a:rPr lang="en-US" sz="2000" dirty="0">
                <a:solidFill>
                  <a:schemeClr val="bg1"/>
                </a:solidFill>
                <a:latin typeface="Calibri Light"/>
                <a:ea typeface="+mn-ea"/>
                <a:cs typeface="+mn-cs"/>
              </a:rPr>
              <a:t>One and two boundary values are commonly used</a:t>
            </a:r>
          </a:p>
        </p:txBody>
      </p:sp>
    </p:spTree>
    <p:extLst>
      <p:ext uri="{BB962C8B-B14F-4D97-AF65-F5344CB8AC3E}">
        <p14:creationId xmlns:p14="http://schemas.microsoft.com/office/powerpoint/2010/main" val="3984815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fontScale="90000"/>
          </a:bodyPr>
          <a:lstStyle/>
          <a:p>
            <a:pPr>
              <a:lnSpc>
                <a:spcPct val="90000"/>
              </a:lnSpc>
            </a:pPr>
            <a:r>
              <a:rPr lang="en-GB" sz="4000" dirty="0">
                <a:solidFill>
                  <a:schemeClr val="accent2"/>
                </a:solidFill>
              </a:rPr>
              <a:t>Equivalence Class Partitioning/Boundary Value Analysis</a:t>
            </a:r>
            <a:endParaRPr lang="en-US" sz="4000" dirty="0">
              <a:solidFill>
                <a:schemeClr val="accent2"/>
              </a:solidFill>
            </a:endParaRPr>
          </a:p>
        </p:txBody>
      </p:sp>
      <p:sp>
        <p:nvSpPr>
          <p:cNvPr id="3" name="Text Placeholder 2">
            <a:extLst>
              <a:ext uri="{FF2B5EF4-FFF2-40B4-BE49-F238E27FC236}">
                <a16:creationId xmlns:a16="http://schemas.microsoft.com/office/drawing/2014/main" id="{3A7946EB-5973-435A-9E4A-74ED5D149CA4}"/>
              </a:ext>
            </a:extLst>
          </p:cNvPr>
          <p:cNvSpPr txBox="1">
            <a:spLocks/>
          </p:cNvSpPr>
          <p:nvPr/>
        </p:nvSpPr>
        <p:spPr>
          <a:xfrm>
            <a:off x="474663" y="808978"/>
            <a:ext cx="10897632" cy="2484638"/>
          </a:xfrm>
          <a:prstGeom prst="rect">
            <a:avLst/>
          </a:prstGeom>
        </p:spPr>
        <p:txBody>
          <a:bodyPr>
            <a:norm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hu-HU" sz="2000" dirty="0">
                <a:solidFill>
                  <a:schemeClr val="bg1"/>
                </a:solidFill>
              </a:rPr>
              <a:t>There is an input field where the users can set age between 0 and 100 (integer only)</a:t>
            </a:r>
          </a:p>
          <a:p>
            <a:pPr marL="285750" indent="-285750">
              <a:buFont typeface="Arial" panose="020B0604020202020204" pitchFamily="34" charset="0"/>
              <a:buChar char="•"/>
            </a:pPr>
            <a:r>
              <a:rPr lang="hu-HU" sz="2000" dirty="0">
                <a:solidFill>
                  <a:schemeClr val="bg1"/>
                </a:solidFill>
              </a:rPr>
              <a:t>Adult people can have insur</a:t>
            </a:r>
            <a:r>
              <a:rPr lang="en-GB" sz="2000" dirty="0">
                <a:solidFill>
                  <a:schemeClr val="bg1"/>
                </a:solidFill>
              </a:rPr>
              <a:t>a</a:t>
            </a:r>
            <a:r>
              <a:rPr lang="hu-HU" sz="2000" dirty="0">
                <a:solidFill>
                  <a:schemeClr val="bg1"/>
                </a:solidFill>
              </a:rPr>
              <a:t>nce</a:t>
            </a:r>
            <a:endParaRPr lang="en-US" sz="2000" dirty="0">
              <a:solidFill>
                <a:schemeClr val="bg1"/>
              </a:solidFill>
            </a:endParaRPr>
          </a:p>
          <a:p>
            <a:pPr marL="285750" indent="-285750">
              <a:buFont typeface="Arial" panose="020B0604020202020204" pitchFamily="34" charset="0"/>
              <a:buChar char="•"/>
            </a:pPr>
            <a:r>
              <a:rPr lang="en-US" sz="2000" dirty="0">
                <a:solidFill>
                  <a:schemeClr val="bg1"/>
                </a:solidFill>
              </a:rPr>
              <a:t>People who are more than 100 years old can not have insurance</a:t>
            </a:r>
          </a:p>
          <a:p>
            <a:pPr marL="285750" indent="-285750">
              <a:buFont typeface="Arial" panose="020B0604020202020204" pitchFamily="34" charset="0"/>
              <a:buChar char="•"/>
            </a:pPr>
            <a:r>
              <a:rPr lang="en-US" sz="2000" dirty="0">
                <a:solidFill>
                  <a:schemeClr val="bg1"/>
                </a:solidFill>
              </a:rPr>
              <a:t>A „Confirmation” popup is displayed if the person is </a:t>
            </a:r>
            <a:r>
              <a:rPr lang="hu-HU" sz="2000" dirty="0">
                <a:solidFill>
                  <a:schemeClr val="bg1"/>
                </a:solidFill>
              </a:rPr>
              <a:t>not adult</a:t>
            </a:r>
            <a:endParaRPr lang="en-GB" sz="2000" dirty="0">
              <a:solidFill>
                <a:schemeClr val="bg1"/>
              </a:solidFill>
            </a:endParaRPr>
          </a:p>
          <a:p>
            <a:endParaRPr lang="en-GB" sz="2000" dirty="0">
              <a:solidFill>
                <a:schemeClr val="bg1"/>
              </a:solidFill>
            </a:endParaRPr>
          </a:p>
          <a:p>
            <a:r>
              <a:rPr lang="en-US" sz="2000" dirty="0">
                <a:solidFill>
                  <a:schemeClr val="bg1"/>
                </a:solidFill>
              </a:rPr>
              <a:t>Boundaries:</a:t>
            </a:r>
          </a:p>
          <a:p>
            <a:endParaRPr lang="en-US" sz="1400" dirty="0"/>
          </a:p>
        </p:txBody>
      </p:sp>
      <p:pic>
        <p:nvPicPr>
          <p:cNvPr id="4" name="Picture 3">
            <a:extLst>
              <a:ext uri="{FF2B5EF4-FFF2-40B4-BE49-F238E27FC236}">
                <a16:creationId xmlns:a16="http://schemas.microsoft.com/office/drawing/2014/main" id="{F64E3133-CA7A-4423-B116-3F0F23F57AF9}"/>
              </a:ext>
            </a:extLst>
          </p:cNvPr>
          <p:cNvPicPr>
            <a:picLocks noChangeAspect="1"/>
          </p:cNvPicPr>
          <p:nvPr/>
        </p:nvPicPr>
        <p:blipFill>
          <a:blip r:embed="rId2"/>
          <a:stretch>
            <a:fillRect/>
          </a:stretch>
        </p:blipFill>
        <p:spPr>
          <a:xfrm>
            <a:off x="855131" y="3293616"/>
            <a:ext cx="10481737" cy="1257808"/>
          </a:xfrm>
          <a:prstGeom prst="rect">
            <a:avLst/>
          </a:prstGeom>
        </p:spPr>
      </p:pic>
      <p:pic>
        <p:nvPicPr>
          <p:cNvPr id="5" name="table">
            <a:extLst>
              <a:ext uri="{FF2B5EF4-FFF2-40B4-BE49-F238E27FC236}">
                <a16:creationId xmlns:a16="http://schemas.microsoft.com/office/drawing/2014/main" id="{CBF6BFF0-C722-41F1-A36C-244AC7343C53}"/>
              </a:ext>
            </a:extLst>
          </p:cNvPr>
          <p:cNvPicPr>
            <a:picLocks noChangeAspect="1"/>
          </p:cNvPicPr>
          <p:nvPr/>
        </p:nvPicPr>
        <p:blipFill>
          <a:blip r:embed="rId3"/>
          <a:stretch>
            <a:fillRect/>
          </a:stretch>
        </p:blipFill>
        <p:spPr>
          <a:xfrm>
            <a:off x="855131" y="4800205"/>
            <a:ext cx="4425826" cy="1483360"/>
          </a:xfrm>
          <a:prstGeom prst="rect">
            <a:avLst/>
          </a:prstGeom>
        </p:spPr>
      </p:pic>
    </p:spTree>
    <p:extLst>
      <p:ext uri="{BB962C8B-B14F-4D97-AF65-F5344CB8AC3E}">
        <p14:creationId xmlns:p14="http://schemas.microsoft.com/office/powerpoint/2010/main" val="2021947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State transition testing</a:t>
            </a:r>
            <a:endParaRPr lang="en-US" sz="4000" dirty="0">
              <a:solidFill>
                <a:schemeClr val="accent2"/>
              </a:solidFill>
            </a:endParaRPr>
          </a:p>
        </p:txBody>
      </p:sp>
      <p:sp>
        <p:nvSpPr>
          <p:cNvPr id="3" name="Text Placeholder 2">
            <a:extLst>
              <a:ext uri="{FF2B5EF4-FFF2-40B4-BE49-F238E27FC236}">
                <a16:creationId xmlns:a16="http://schemas.microsoft.com/office/drawing/2014/main" id="{3A7946EB-5973-435A-9E4A-74ED5D149CA4}"/>
              </a:ext>
            </a:extLst>
          </p:cNvPr>
          <p:cNvSpPr txBox="1">
            <a:spLocks/>
          </p:cNvSpPr>
          <p:nvPr/>
        </p:nvSpPr>
        <p:spPr>
          <a:xfrm>
            <a:off x="474663" y="808977"/>
            <a:ext cx="10862121" cy="4331193"/>
          </a:xfrm>
          <a:prstGeom prst="rect">
            <a:avLst/>
          </a:prstGeom>
        </p:spPr>
        <p:txBody>
          <a:bodyPr>
            <a:normAutofit fontScale="92500" lnSpcReduction="10000"/>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2000" dirty="0">
                <a:solidFill>
                  <a:schemeClr val="bg1"/>
                </a:solidFill>
              </a:rPr>
              <a:t>In many systems not only the current input but also the history of execution or events influences the system behaviour</a:t>
            </a:r>
          </a:p>
          <a:p>
            <a:pPr marL="285750" indent="-285750">
              <a:buFont typeface="Arial" panose="020B0604020202020204" pitchFamily="34" charset="0"/>
              <a:buChar char="•"/>
            </a:pPr>
            <a:r>
              <a:rPr lang="en-GB" sz="2000" dirty="0">
                <a:solidFill>
                  <a:schemeClr val="bg1"/>
                </a:solidFill>
              </a:rPr>
              <a:t>The output can be different for the same input, depending on the history of execution</a:t>
            </a:r>
          </a:p>
          <a:p>
            <a:pPr marL="285750" indent="-285750">
              <a:buFont typeface="Arial" panose="020B0604020202020204" pitchFamily="34" charset="0"/>
              <a:buChar char="•"/>
            </a:pPr>
            <a:r>
              <a:rPr lang="en-GB" sz="2000" dirty="0">
                <a:solidFill>
                  <a:schemeClr val="bg1"/>
                </a:solidFill>
              </a:rPr>
              <a:t>During the execution the system starts from an initial state and can comes into different states until reaches the final state</a:t>
            </a:r>
          </a:p>
          <a:p>
            <a:pPr marL="285750" indent="-285750">
              <a:buFont typeface="Arial" panose="020B0604020202020204" pitchFamily="34" charset="0"/>
              <a:buChar char="•"/>
            </a:pPr>
            <a:r>
              <a:rPr lang="en-GB" sz="2000" dirty="0">
                <a:solidFill>
                  <a:schemeClr val="bg1"/>
                </a:solidFill>
              </a:rPr>
              <a:t>State transition diagram is the basis of the test design</a:t>
            </a:r>
          </a:p>
          <a:p>
            <a:pPr marL="285750" indent="-285750">
              <a:buFont typeface="Arial" panose="020B0604020202020204" pitchFamily="34" charset="0"/>
              <a:buChar char="•"/>
            </a:pPr>
            <a:endParaRPr lang="en-GB" sz="2000" dirty="0">
              <a:solidFill>
                <a:schemeClr val="bg1"/>
              </a:solidFill>
            </a:endParaRPr>
          </a:p>
          <a:p>
            <a:r>
              <a:rPr lang="en-US" sz="2000" b="1" cap="all" spc="200" dirty="0">
                <a:solidFill>
                  <a:schemeClr val="accent2"/>
                </a:solidFill>
              </a:rPr>
              <a:t>parts of the state transition model</a:t>
            </a:r>
          </a:p>
          <a:p>
            <a:endParaRPr lang="en-US" sz="2000" b="1" cap="all" spc="200" dirty="0">
              <a:solidFill>
                <a:schemeClr val="accent2"/>
              </a:solidFill>
            </a:endParaRPr>
          </a:p>
          <a:p>
            <a:pPr marL="171450" marR="0" lvl="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pPr>
            <a:r>
              <a:rPr kumimoji="0" lang="en-US" sz="2000" b="1" i="0" u="none" strike="noStrike" kern="1200" cap="none" spc="0" normalizeH="0" baseline="0" dirty="0">
                <a:ln>
                  <a:noFill/>
                </a:ln>
                <a:solidFill>
                  <a:schemeClr val="bg1"/>
                </a:solidFill>
                <a:effectLst/>
                <a:uLnTx/>
                <a:uFillTx/>
                <a:latin typeface="+mj-lt"/>
                <a:ea typeface="+mn-ea"/>
                <a:cs typeface="+mn-cs"/>
              </a:rPr>
              <a:t>States</a:t>
            </a:r>
            <a:r>
              <a:rPr kumimoji="0" lang="en-US" sz="2000" b="0" i="0" u="none" strike="noStrike" kern="1200" cap="none" spc="0" normalizeH="0" baseline="0" dirty="0">
                <a:ln>
                  <a:noFill/>
                </a:ln>
                <a:solidFill>
                  <a:schemeClr val="bg1"/>
                </a:solidFill>
                <a:effectLst/>
                <a:uLnTx/>
                <a:uFillTx/>
                <a:latin typeface="+mj-lt"/>
                <a:ea typeface="+mn-ea"/>
                <a:cs typeface="+mn-cs"/>
              </a:rPr>
              <a:t> that the system might get</a:t>
            </a:r>
          </a:p>
          <a:p>
            <a:pPr marL="171450" marR="0" lvl="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pPr>
            <a:endParaRPr kumimoji="0" lang="en-GB" sz="2000" b="1" i="0" u="none" strike="noStrike" kern="1200" cap="none" spc="0" normalizeH="0" baseline="0" dirty="0">
              <a:ln>
                <a:noFill/>
              </a:ln>
              <a:solidFill>
                <a:schemeClr val="bg1"/>
              </a:solidFill>
              <a:effectLst/>
              <a:uLnTx/>
              <a:uFillTx/>
              <a:latin typeface="+mj-lt"/>
              <a:ea typeface="+mn-ea"/>
              <a:cs typeface="+mn-cs"/>
            </a:endParaRPr>
          </a:p>
          <a:p>
            <a:pPr marL="171450" marR="0" lvl="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pPr>
            <a:endParaRPr kumimoji="0" lang="hu-HU" sz="2000" b="1" i="0" u="none" strike="noStrike" kern="1200" cap="none" spc="0" normalizeH="0" baseline="0" dirty="0">
              <a:ln>
                <a:noFill/>
              </a:ln>
              <a:solidFill>
                <a:schemeClr val="bg1"/>
              </a:solidFill>
              <a:effectLst/>
              <a:uLnTx/>
              <a:uFillTx/>
              <a:latin typeface="+mj-lt"/>
              <a:ea typeface="+mn-ea"/>
              <a:cs typeface="+mn-cs"/>
            </a:endParaRPr>
          </a:p>
          <a:p>
            <a:pPr marL="171450" marR="0" lvl="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pPr>
            <a:r>
              <a:rPr kumimoji="0" lang="en-US" sz="2000" b="1" i="0" u="none" strike="noStrike" kern="1200" cap="none" spc="0" normalizeH="0" baseline="0" dirty="0">
                <a:ln>
                  <a:noFill/>
                </a:ln>
                <a:solidFill>
                  <a:schemeClr val="bg1"/>
                </a:solidFill>
                <a:effectLst/>
                <a:uLnTx/>
                <a:uFillTx/>
                <a:latin typeface="+mj-lt"/>
                <a:ea typeface="+mn-ea"/>
                <a:cs typeface="+mn-cs"/>
              </a:rPr>
              <a:t>Events/conditions</a:t>
            </a:r>
            <a:r>
              <a:rPr kumimoji="0" lang="en-US" sz="2000" b="0" i="0" u="none" strike="noStrike" kern="1200" cap="none" spc="0" normalizeH="0" baseline="0" dirty="0">
                <a:ln>
                  <a:noFill/>
                </a:ln>
                <a:solidFill>
                  <a:schemeClr val="bg1"/>
                </a:solidFill>
                <a:effectLst/>
                <a:uLnTx/>
                <a:uFillTx/>
                <a:latin typeface="+mj-lt"/>
                <a:ea typeface="+mn-ea"/>
                <a:cs typeface="+mn-cs"/>
              </a:rPr>
              <a:t> which trigger the state changes</a:t>
            </a:r>
            <a:endParaRPr lang="en-GB" sz="2000" dirty="0">
              <a:solidFill>
                <a:schemeClr val="bg1"/>
              </a:solidFill>
            </a:endParaRPr>
          </a:p>
          <a:p>
            <a:endParaRPr lang="en-GB" sz="2000" dirty="0">
              <a:solidFill>
                <a:schemeClr val="bg1"/>
              </a:solidFill>
            </a:endParaRPr>
          </a:p>
          <a:p>
            <a:endParaRPr lang="en-US" sz="1400" dirty="0"/>
          </a:p>
        </p:txBody>
      </p:sp>
      <p:pic>
        <p:nvPicPr>
          <p:cNvPr id="9" name="Picture 8">
            <a:extLst>
              <a:ext uri="{FF2B5EF4-FFF2-40B4-BE49-F238E27FC236}">
                <a16:creationId xmlns:a16="http://schemas.microsoft.com/office/drawing/2014/main" id="{0A7174FB-E312-49A1-86DE-DB7697AC0455}"/>
              </a:ext>
            </a:extLst>
          </p:cNvPr>
          <p:cNvPicPr>
            <a:picLocks noChangeAspect="1"/>
          </p:cNvPicPr>
          <p:nvPr/>
        </p:nvPicPr>
        <p:blipFill>
          <a:blip r:embed="rId2"/>
          <a:stretch>
            <a:fillRect/>
          </a:stretch>
        </p:blipFill>
        <p:spPr>
          <a:xfrm>
            <a:off x="6096000" y="3707918"/>
            <a:ext cx="890010" cy="1352353"/>
          </a:xfrm>
          <a:prstGeom prst="rect">
            <a:avLst/>
          </a:prstGeom>
        </p:spPr>
      </p:pic>
    </p:spTree>
    <p:extLst>
      <p:ext uri="{BB962C8B-B14F-4D97-AF65-F5344CB8AC3E}">
        <p14:creationId xmlns:p14="http://schemas.microsoft.com/office/powerpoint/2010/main" val="1077648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State transition testing</a:t>
            </a:r>
            <a:endParaRPr lang="en-US" sz="4000" dirty="0">
              <a:solidFill>
                <a:schemeClr val="accent2"/>
              </a:solidFill>
            </a:endParaRPr>
          </a:p>
        </p:txBody>
      </p:sp>
      <p:sp>
        <p:nvSpPr>
          <p:cNvPr id="3" name="Text Placeholder 2">
            <a:extLst>
              <a:ext uri="{FF2B5EF4-FFF2-40B4-BE49-F238E27FC236}">
                <a16:creationId xmlns:a16="http://schemas.microsoft.com/office/drawing/2014/main" id="{3A7946EB-5973-435A-9E4A-74ED5D149CA4}"/>
              </a:ext>
            </a:extLst>
          </p:cNvPr>
          <p:cNvSpPr txBox="1">
            <a:spLocks/>
          </p:cNvSpPr>
          <p:nvPr/>
        </p:nvSpPr>
        <p:spPr>
          <a:xfrm>
            <a:off x="474663" y="808977"/>
            <a:ext cx="10862121" cy="4331193"/>
          </a:xfrm>
          <a:prstGeom prst="rect">
            <a:avLst/>
          </a:prstGeom>
        </p:spPr>
        <p:txBody>
          <a:bodyPr>
            <a:norm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1400" dirty="0">
                <a:solidFill>
                  <a:schemeClr val="accent2"/>
                </a:solidFill>
              </a:rPr>
              <a:t>ATM testing</a:t>
            </a:r>
            <a:r>
              <a:rPr lang="en-US" sz="1400" dirty="0">
                <a:solidFill>
                  <a:schemeClr val="accent2"/>
                </a:solidFill>
              </a:rPr>
              <a:t> – </a:t>
            </a:r>
            <a:r>
              <a:rPr lang="hu-HU" sz="1400" dirty="0">
                <a:solidFill>
                  <a:schemeClr val="accent2"/>
                </a:solidFill>
              </a:rPr>
              <a:t>Identifying </a:t>
            </a:r>
            <a:r>
              <a:rPr lang="en-US" sz="1400" dirty="0">
                <a:solidFill>
                  <a:schemeClr val="accent2"/>
                </a:solidFill>
              </a:rPr>
              <a:t>States</a:t>
            </a:r>
            <a:r>
              <a:rPr lang="hu-HU" sz="1400" dirty="0">
                <a:solidFill>
                  <a:schemeClr val="accent2"/>
                </a:solidFill>
              </a:rPr>
              <a:t> and events</a:t>
            </a:r>
            <a:endParaRPr lang="en-US" sz="1400" dirty="0">
              <a:solidFill>
                <a:schemeClr val="accent2"/>
              </a:solidFill>
            </a:endParaRPr>
          </a:p>
          <a:p>
            <a:endParaRPr lang="en-GB" dirty="0">
              <a:solidFill>
                <a:schemeClr val="accent2"/>
              </a:solidFill>
            </a:endParaRPr>
          </a:p>
          <a:p>
            <a:r>
              <a:rPr lang="hu-HU" sz="1400" dirty="0">
                <a:solidFill>
                  <a:schemeClr val="bg1"/>
                </a:solidFill>
              </a:rPr>
              <a:t>Start state: before inserting the card</a:t>
            </a:r>
            <a:endParaRPr lang="en-US" sz="1400" dirty="0">
              <a:solidFill>
                <a:schemeClr val="bg1"/>
              </a:solidFill>
            </a:endParaRPr>
          </a:p>
          <a:p>
            <a:r>
              <a:rPr lang="hu-HU" sz="1400" dirty="0">
                <a:solidFill>
                  <a:schemeClr val="bg1"/>
                </a:solidFill>
              </a:rPr>
              <a:t>End states: </a:t>
            </a:r>
          </a:p>
          <a:p>
            <a:pPr lvl="1"/>
            <a:r>
              <a:rPr lang="hu-HU" sz="1400" dirty="0">
                <a:solidFill>
                  <a:schemeClr val="bg1"/>
                </a:solidFill>
              </a:rPr>
              <a:t>The user accesses his/her account</a:t>
            </a:r>
          </a:p>
          <a:p>
            <a:pPr lvl="1"/>
            <a:r>
              <a:rPr lang="hu-HU" sz="1400" dirty="0">
                <a:solidFill>
                  <a:schemeClr val="bg1"/>
                </a:solidFill>
              </a:rPr>
              <a:t>ATM eats the card</a:t>
            </a:r>
          </a:p>
          <a:p>
            <a:r>
              <a:rPr lang="hu-HU" sz="1400" dirty="0">
                <a:solidFill>
                  <a:schemeClr val="bg1"/>
                </a:solidFill>
              </a:rPr>
              <a:t>In-between states:</a:t>
            </a:r>
          </a:p>
          <a:p>
            <a:pPr lvl="1"/>
            <a:r>
              <a:rPr lang="hu-HU" sz="1400" dirty="0">
                <a:solidFill>
                  <a:schemeClr val="bg1"/>
                </a:solidFill>
              </a:rPr>
              <a:t>1st try for entering the PIN</a:t>
            </a:r>
          </a:p>
          <a:p>
            <a:pPr lvl="1"/>
            <a:r>
              <a:rPr lang="hu-HU" sz="1400" dirty="0">
                <a:solidFill>
                  <a:schemeClr val="bg1"/>
                </a:solidFill>
              </a:rPr>
              <a:t>2nd try for entering the PIN</a:t>
            </a:r>
          </a:p>
          <a:p>
            <a:pPr lvl="1"/>
            <a:r>
              <a:rPr lang="hu-HU" sz="1400" dirty="0">
                <a:solidFill>
                  <a:schemeClr val="bg1"/>
                </a:solidFill>
              </a:rPr>
              <a:t>3rd try for entering the PIN</a:t>
            </a:r>
          </a:p>
          <a:p>
            <a:r>
              <a:rPr lang="hu-HU" sz="1400" dirty="0">
                <a:solidFill>
                  <a:schemeClr val="bg1"/>
                </a:solidFill>
              </a:rPr>
              <a:t>Events:</a:t>
            </a:r>
          </a:p>
          <a:p>
            <a:pPr lvl="1"/>
            <a:r>
              <a:rPr lang="hu-HU" sz="1400" dirty="0">
                <a:solidFill>
                  <a:schemeClr val="bg1"/>
                </a:solidFill>
              </a:rPr>
              <a:t>Inserting the card</a:t>
            </a:r>
          </a:p>
          <a:p>
            <a:pPr lvl="1"/>
            <a:r>
              <a:rPr lang="hu-HU" sz="1400" dirty="0">
                <a:solidFill>
                  <a:schemeClr val="bg1"/>
                </a:solidFill>
              </a:rPr>
              <a:t>Entering invalid PIN</a:t>
            </a:r>
          </a:p>
          <a:p>
            <a:pPr lvl="1"/>
            <a:r>
              <a:rPr lang="hu-HU" sz="1400" dirty="0">
                <a:solidFill>
                  <a:schemeClr val="bg1"/>
                </a:solidFill>
              </a:rPr>
              <a:t>Entering valid PIN</a:t>
            </a:r>
            <a:endParaRPr lang="en-GB" sz="1400" dirty="0">
              <a:solidFill>
                <a:schemeClr val="bg1"/>
              </a:solidFill>
            </a:endParaRPr>
          </a:p>
        </p:txBody>
      </p:sp>
      <p:pic>
        <p:nvPicPr>
          <p:cNvPr id="5" name="Picture 4">
            <a:extLst>
              <a:ext uri="{FF2B5EF4-FFF2-40B4-BE49-F238E27FC236}">
                <a16:creationId xmlns:a16="http://schemas.microsoft.com/office/drawing/2014/main" id="{7F82AFC4-0EE0-4F75-A112-8C7308752B08}"/>
              </a:ext>
            </a:extLst>
          </p:cNvPr>
          <p:cNvPicPr>
            <a:picLocks noChangeAspect="1"/>
          </p:cNvPicPr>
          <p:nvPr/>
        </p:nvPicPr>
        <p:blipFill>
          <a:blip r:embed="rId2"/>
          <a:stretch>
            <a:fillRect/>
          </a:stretch>
        </p:blipFill>
        <p:spPr>
          <a:xfrm>
            <a:off x="4383132" y="1507730"/>
            <a:ext cx="7808868" cy="3632440"/>
          </a:xfrm>
          <a:prstGeom prst="rect">
            <a:avLst/>
          </a:prstGeom>
        </p:spPr>
      </p:pic>
    </p:spTree>
    <p:extLst>
      <p:ext uri="{BB962C8B-B14F-4D97-AF65-F5344CB8AC3E}">
        <p14:creationId xmlns:p14="http://schemas.microsoft.com/office/powerpoint/2010/main" val="1582943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a:solidFill>
                  <a:schemeClr val="accent2"/>
                </a:solidFill>
              </a:rPr>
              <a:t>State transition testing</a:t>
            </a:r>
            <a:endParaRPr lang="en-US" sz="4000" dirty="0">
              <a:solidFill>
                <a:schemeClr val="accent2"/>
              </a:solidFill>
            </a:endParaRPr>
          </a:p>
        </p:txBody>
      </p:sp>
      <p:sp>
        <p:nvSpPr>
          <p:cNvPr id="3" name="Text Placeholder 2">
            <a:extLst>
              <a:ext uri="{FF2B5EF4-FFF2-40B4-BE49-F238E27FC236}">
                <a16:creationId xmlns:a16="http://schemas.microsoft.com/office/drawing/2014/main" id="{3A7946EB-5973-435A-9E4A-74ED5D149CA4}"/>
              </a:ext>
            </a:extLst>
          </p:cNvPr>
          <p:cNvSpPr txBox="1">
            <a:spLocks/>
          </p:cNvSpPr>
          <p:nvPr/>
        </p:nvSpPr>
        <p:spPr>
          <a:xfrm>
            <a:off x="474663" y="808977"/>
            <a:ext cx="10862121" cy="4331193"/>
          </a:xfrm>
          <a:prstGeom prst="rect">
            <a:avLst/>
          </a:prstGeom>
        </p:spPr>
        <p:txBody>
          <a:bodyPr>
            <a:norm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1400" dirty="0">
                <a:solidFill>
                  <a:schemeClr val="accent2"/>
                </a:solidFill>
              </a:rPr>
              <a:t>ATM testing</a:t>
            </a:r>
            <a:r>
              <a:rPr lang="en-US" sz="1400" dirty="0">
                <a:solidFill>
                  <a:schemeClr val="accent2"/>
                </a:solidFill>
              </a:rPr>
              <a:t> – </a:t>
            </a:r>
            <a:r>
              <a:rPr lang="en-GB" sz="1400" dirty="0">
                <a:solidFill>
                  <a:schemeClr val="accent2"/>
                </a:solidFill>
              </a:rPr>
              <a:t>State transition table</a:t>
            </a:r>
            <a:endParaRPr lang="en-US" sz="1400" dirty="0">
              <a:solidFill>
                <a:schemeClr val="accent2"/>
              </a:solidFill>
            </a:endParaRPr>
          </a:p>
        </p:txBody>
      </p:sp>
      <p:pic>
        <p:nvPicPr>
          <p:cNvPr id="5" name="Picture 4">
            <a:extLst>
              <a:ext uri="{FF2B5EF4-FFF2-40B4-BE49-F238E27FC236}">
                <a16:creationId xmlns:a16="http://schemas.microsoft.com/office/drawing/2014/main" id="{7F82AFC4-0EE0-4F75-A112-8C7308752B08}"/>
              </a:ext>
            </a:extLst>
          </p:cNvPr>
          <p:cNvPicPr>
            <a:picLocks noChangeAspect="1"/>
          </p:cNvPicPr>
          <p:nvPr/>
        </p:nvPicPr>
        <p:blipFill>
          <a:blip r:embed="rId2"/>
          <a:stretch>
            <a:fillRect/>
          </a:stretch>
        </p:blipFill>
        <p:spPr>
          <a:xfrm>
            <a:off x="5282214" y="1053431"/>
            <a:ext cx="6054570" cy="2816395"/>
          </a:xfrm>
          <a:prstGeom prst="rect">
            <a:avLst/>
          </a:prstGeom>
        </p:spPr>
      </p:pic>
      <p:graphicFrame>
        <p:nvGraphicFramePr>
          <p:cNvPr id="6" name="Tartalom helye 8">
            <a:extLst>
              <a:ext uri="{FF2B5EF4-FFF2-40B4-BE49-F238E27FC236}">
                <a16:creationId xmlns:a16="http://schemas.microsoft.com/office/drawing/2014/main" id="{DF537F7E-754F-4C12-BDF2-53C8BA47A3E4}"/>
              </a:ext>
            </a:extLst>
          </p:cNvPr>
          <p:cNvGraphicFramePr>
            <a:graphicFrameLocks/>
          </p:cNvGraphicFramePr>
          <p:nvPr>
            <p:extLst>
              <p:ext uri="{D42A27DB-BD31-4B8C-83A1-F6EECF244321}">
                <p14:modId xmlns:p14="http://schemas.microsoft.com/office/powerpoint/2010/main" val="3160184522"/>
              </p:ext>
            </p:extLst>
          </p:nvPr>
        </p:nvGraphicFramePr>
        <p:xfrm>
          <a:off x="4838329" y="4134008"/>
          <a:ext cx="6498456" cy="2133600"/>
        </p:xfrm>
        <a:graphic>
          <a:graphicData uri="http://schemas.openxmlformats.org/drawingml/2006/table">
            <a:tbl>
              <a:tblPr firstRow="1" bandRow="1">
                <a:tableStyleId>{21E4AEA4-8DFA-4A89-87EB-49C32662AFE0}</a:tableStyleId>
              </a:tblPr>
              <a:tblGrid>
                <a:gridCol w="1624614">
                  <a:extLst>
                    <a:ext uri="{9D8B030D-6E8A-4147-A177-3AD203B41FA5}">
                      <a16:colId xmlns:a16="http://schemas.microsoft.com/office/drawing/2014/main" val="20000"/>
                    </a:ext>
                  </a:extLst>
                </a:gridCol>
                <a:gridCol w="1624614">
                  <a:extLst>
                    <a:ext uri="{9D8B030D-6E8A-4147-A177-3AD203B41FA5}">
                      <a16:colId xmlns:a16="http://schemas.microsoft.com/office/drawing/2014/main" val="20001"/>
                    </a:ext>
                  </a:extLst>
                </a:gridCol>
                <a:gridCol w="1624614">
                  <a:extLst>
                    <a:ext uri="{9D8B030D-6E8A-4147-A177-3AD203B41FA5}">
                      <a16:colId xmlns:a16="http://schemas.microsoft.com/office/drawing/2014/main" val="20002"/>
                    </a:ext>
                  </a:extLst>
                </a:gridCol>
                <a:gridCol w="1624614">
                  <a:extLst>
                    <a:ext uri="{9D8B030D-6E8A-4147-A177-3AD203B41FA5}">
                      <a16:colId xmlns:a16="http://schemas.microsoft.com/office/drawing/2014/main" val="20003"/>
                    </a:ext>
                  </a:extLst>
                </a:gridCol>
              </a:tblGrid>
              <a:tr h="286104">
                <a:tc>
                  <a:txBody>
                    <a:bodyPr/>
                    <a:lstStyle/>
                    <a:p>
                      <a:endParaRPr lang="hu-HU" sz="1400" dirty="0"/>
                    </a:p>
                  </a:txBody>
                  <a:tcPr/>
                </a:tc>
                <a:tc>
                  <a:txBody>
                    <a:bodyPr/>
                    <a:lstStyle/>
                    <a:p>
                      <a:pPr algn="ctr"/>
                      <a:r>
                        <a:rPr lang="hu-HU" sz="1400" dirty="0" err="1"/>
                        <a:t>Insert</a:t>
                      </a:r>
                      <a:r>
                        <a:rPr lang="hu-HU" sz="1400" dirty="0"/>
                        <a:t> </a:t>
                      </a:r>
                      <a:r>
                        <a:rPr lang="hu-HU" sz="1400" dirty="0" err="1"/>
                        <a:t>card</a:t>
                      </a:r>
                      <a:endParaRPr lang="hu-HU" sz="1400" dirty="0"/>
                    </a:p>
                  </a:txBody>
                  <a:tcPr/>
                </a:tc>
                <a:tc>
                  <a:txBody>
                    <a:bodyPr/>
                    <a:lstStyle/>
                    <a:p>
                      <a:pPr algn="ctr"/>
                      <a:r>
                        <a:rPr lang="hu-HU" sz="1400" dirty="0"/>
                        <a:t>Valid PIN</a:t>
                      </a:r>
                    </a:p>
                  </a:txBody>
                  <a:tcPr/>
                </a:tc>
                <a:tc>
                  <a:txBody>
                    <a:bodyPr/>
                    <a:lstStyle/>
                    <a:p>
                      <a:pPr algn="ctr"/>
                      <a:r>
                        <a:rPr lang="hu-HU" sz="1400" dirty="0" err="1"/>
                        <a:t>Invalid</a:t>
                      </a:r>
                      <a:r>
                        <a:rPr lang="hu-HU" sz="1400" dirty="0"/>
                        <a:t> PIN</a:t>
                      </a:r>
                    </a:p>
                  </a:txBody>
                  <a:tcPr/>
                </a:tc>
                <a:extLst>
                  <a:ext uri="{0D108BD9-81ED-4DB2-BD59-A6C34878D82A}">
                    <a16:rowId xmlns:a16="http://schemas.microsoft.com/office/drawing/2014/main" val="10000"/>
                  </a:ext>
                </a:extLst>
              </a:tr>
              <a:tr h="238420">
                <a:tc>
                  <a:txBody>
                    <a:bodyPr/>
                    <a:lstStyle/>
                    <a:p>
                      <a:r>
                        <a:rPr lang="hu-HU" sz="1400" dirty="0"/>
                        <a:t>S1) Start </a:t>
                      </a:r>
                      <a:r>
                        <a:rPr lang="hu-HU" sz="1400" dirty="0" err="1"/>
                        <a:t>state</a:t>
                      </a:r>
                      <a:endParaRPr lang="hu-HU" sz="1400" dirty="0"/>
                    </a:p>
                  </a:txBody>
                  <a:tcPr/>
                </a:tc>
                <a:tc>
                  <a:txBody>
                    <a:bodyPr/>
                    <a:lstStyle/>
                    <a:p>
                      <a:pPr algn="ctr"/>
                      <a:r>
                        <a:rPr lang="hu-HU" sz="1400" dirty="0"/>
                        <a:t>S2</a:t>
                      </a:r>
                    </a:p>
                  </a:txBody>
                  <a:tcPr/>
                </a:tc>
                <a:tc>
                  <a:txBody>
                    <a:bodyPr/>
                    <a:lstStyle/>
                    <a:p>
                      <a:pPr algn="ctr"/>
                      <a:r>
                        <a:rPr lang="hu-HU" sz="1400" dirty="0"/>
                        <a:t>-</a:t>
                      </a:r>
                    </a:p>
                  </a:txBody>
                  <a:tcPr/>
                </a:tc>
                <a:tc>
                  <a:txBody>
                    <a:bodyPr/>
                    <a:lstStyle/>
                    <a:p>
                      <a:pPr algn="ctr"/>
                      <a:r>
                        <a:rPr lang="hu-HU" sz="1400" dirty="0"/>
                        <a:t>-</a:t>
                      </a:r>
                    </a:p>
                  </a:txBody>
                  <a:tcPr/>
                </a:tc>
                <a:extLst>
                  <a:ext uri="{0D108BD9-81ED-4DB2-BD59-A6C34878D82A}">
                    <a16:rowId xmlns:a16="http://schemas.microsoft.com/office/drawing/2014/main" val="10001"/>
                  </a:ext>
                </a:extLst>
              </a:tr>
              <a:tr h="238420">
                <a:tc>
                  <a:txBody>
                    <a:bodyPr/>
                    <a:lstStyle/>
                    <a:p>
                      <a:r>
                        <a:rPr lang="hu-HU" sz="1400" dirty="0"/>
                        <a:t>S2) 1st </a:t>
                      </a:r>
                      <a:r>
                        <a:rPr lang="hu-HU" sz="1400" dirty="0" err="1"/>
                        <a:t>try</a:t>
                      </a:r>
                      <a:endParaRPr lang="hu-HU" sz="1400" dirty="0"/>
                    </a:p>
                  </a:txBody>
                  <a:tcPr/>
                </a:tc>
                <a:tc>
                  <a:txBody>
                    <a:bodyPr/>
                    <a:lstStyle/>
                    <a:p>
                      <a:pPr algn="ctr"/>
                      <a:r>
                        <a:rPr lang="hu-HU" sz="1400" dirty="0"/>
                        <a:t>-</a:t>
                      </a:r>
                    </a:p>
                  </a:txBody>
                  <a:tcPr/>
                </a:tc>
                <a:tc>
                  <a:txBody>
                    <a:bodyPr/>
                    <a:lstStyle/>
                    <a:p>
                      <a:pPr algn="ctr"/>
                      <a:r>
                        <a:rPr lang="hu-HU" sz="1400" dirty="0"/>
                        <a:t>S5</a:t>
                      </a:r>
                    </a:p>
                  </a:txBody>
                  <a:tcPr/>
                </a:tc>
                <a:tc>
                  <a:txBody>
                    <a:bodyPr/>
                    <a:lstStyle/>
                    <a:p>
                      <a:pPr algn="ctr"/>
                      <a:r>
                        <a:rPr lang="hu-HU" sz="1400" dirty="0"/>
                        <a:t>S3</a:t>
                      </a:r>
                    </a:p>
                  </a:txBody>
                  <a:tcPr/>
                </a:tc>
                <a:extLst>
                  <a:ext uri="{0D108BD9-81ED-4DB2-BD59-A6C34878D82A}">
                    <a16:rowId xmlns:a16="http://schemas.microsoft.com/office/drawing/2014/main" val="10002"/>
                  </a:ext>
                </a:extLst>
              </a:tr>
              <a:tr h="238420">
                <a:tc>
                  <a:txBody>
                    <a:bodyPr/>
                    <a:lstStyle/>
                    <a:p>
                      <a:r>
                        <a:rPr lang="hu-HU" sz="1400" dirty="0"/>
                        <a:t>S3) 2nd </a:t>
                      </a:r>
                      <a:r>
                        <a:rPr lang="hu-HU" sz="1400" dirty="0" err="1"/>
                        <a:t>try</a:t>
                      </a:r>
                      <a:endParaRPr lang="hu-HU" sz="1400" dirty="0"/>
                    </a:p>
                  </a:txBody>
                  <a:tcPr/>
                </a:tc>
                <a:tc>
                  <a:txBody>
                    <a:bodyPr/>
                    <a:lstStyle/>
                    <a:p>
                      <a:pPr algn="ctr"/>
                      <a:r>
                        <a:rPr lang="hu-HU" sz="1400" dirty="0"/>
                        <a:t>-</a:t>
                      </a:r>
                    </a:p>
                  </a:txBody>
                  <a:tcPr/>
                </a:tc>
                <a:tc>
                  <a:txBody>
                    <a:bodyPr/>
                    <a:lstStyle/>
                    <a:p>
                      <a:pPr algn="ctr"/>
                      <a:r>
                        <a:rPr lang="hu-HU" sz="1400" dirty="0"/>
                        <a:t>S5</a:t>
                      </a:r>
                    </a:p>
                  </a:txBody>
                  <a:tcPr/>
                </a:tc>
                <a:tc>
                  <a:txBody>
                    <a:bodyPr/>
                    <a:lstStyle/>
                    <a:p>
                      <a:pPr algn="ctr"/>
                      <a:r>
                        <a:rPr lang="hu-HU" sz="1400" dirty="0"/>
                        <a:t>S4</a:t>
                      </a:r>
                    </a:p>
                  </a:txBody>
                  <a:tcPr/>
                </a:tc>
                <a:extLst>
                  <a:ext uri="{0D108BD9-81ED-4DB2-BD59-A6C34878D82A}">
                    <a16:rowId xmlns:a16="http://schemas.microsoft.com/office/drawing/2014/main" val="10003"/>
                  </a:ext>
                </a:extLst>
              </a:tr>
              <a:tr h="238420">
                <a:tc>
                  <a:txBody>
                    <a:bodyPr/>
                    <a:lstStyle/>
                    <a:p>
                      <a:r>
                        <a:rPr lang="hu-HU" sz="1400" dirty="0"/>
                        <a:t>S4) 3rd </a:t>
                      </a:r>
                      <a:r>
                        <a:rPr lang="hu-HU" sz="1400" dirty="0" err="1"/>
                        <a:t>try</a:t>
                      </a:r>
                      <a:endParaRPr lang="hu-HU" sz="1400" dirty="0"/>
                    </a:p>
                  </a:txBody>
                  <a:tcPr/>
                </a:tc>
                <a:tc>
                  <a:txBody>
                    <a:bodyPr/>
                    <a:lstStyle/>
                    <a:p>
                      <a:pPr algn="ctr"/>
                      <a:r>
                        <a:rPr lang="hu-HU" sz="1400" dirty="0"/>
                        <a:t>-</a:t>
                      </a:r>
                    </a:p>
                  </a:txBody>
                  <a:tcPr/>
                </a:tc>
                <a:tc>
                  <a:txBody>
                    <a:bodyPr/>
                    <a:lstStyle/>
                    <a:p>
                      <a:pPr algn="ctr"/>
                      <a:r>
                        <a:rPr lang="hu-HU" sz="1400" dirty="0"/>
                        <a:t>S5</a:t>
                      </a:r>
                    </a:p>
                  </a:txBody>
                  <a:tcPr/>
                </a:tc>
                <a:tc>
                  <a:txBody>
                    <a:bodyPr/>
                    <a:lstStyle/>
                    <a:p>
                      <a:pPr algn="ctr"/>
                      <a:r>
                        <a:rPr lang="hu-HU" sz="1400" dirty="0"/>
                        <a:t>S6</a:t>
                      </a:r>
                    </a:p>
                  </a:txBody>
                  <a:tcPr/>
                </a:tc>
                <a:extLst>
                  <a:ext uri="{0D108BD9-81ED-4DB2-BD59-A6C34878D82A}">
                    <a16:rowId xmlns:a16="http://schemas.microsoft.com/office/drawing/2014/main" val="10004"/>
                  </a:ext>
                </a:extLst>
              </a:tr>
              <a:tr h="238420">
                <a:tc>
                  <a:txBody>
                    <a:bodyPr/>
                    <a:lstStyle/>
                    <a:p>
                      <a:r>
                        <a:rPr lang="hu-HU" sz="1400" dirty="0"/>
                        <a:t>S5) Access account</a:t>
                      </a:r>
                    </a:p>
                  </a:txBody>
                  <a:tcPr/>
                </a:tc>
                <a:tc>
                  <a:txBody>
                    <a:bodyPr/>
                    <a:lstStyle/>
                    <a:p>
                      <a:pPr algn="ctr"/>
                      <a:r>
                        <a:rPr lang="hu-HU" sz="1400" dirty="0"/>
                        <a:t>-</a:t>
                      </a:r>
                    </a:p>
                  </a:txBody>
                  <a:tcPr/>
                </a:tc>
                <a:tc>
                  <a:txBody>
                    <a:bodyPr/>
                    <a:lstStyle/>
                    <a:p>
                      <a:pPr algn="ctr"/>
                      <a:r>
                        <a:rPr lang="hu-HU" sz="1400" dirty="0"/>
                        <a:t>-</a:t>
                      </a:r>
                    </a:p>
                  </a:txBody>
                  <a:tcPr/>
                </a:tc>
                <a:tc>
                  <a:txBody>
                    <a:bodyPr/>
                    <a:lstStyle/>
                    <a:p>
                      <a:pPr algn="ctr"/>
                      <a:r>
                        <a:rPr lang="hu-HU" sz="1400" dirty="0"/>
                        <a:t>-</a:t>
                      </a:r>
                    </a:p>
                  </a:txBody>
                  <a:tcPr/>
                </a:tc>
                <a:extLst>
                  <a:ext uri="{0D108BD9-81ED-4DB2-BD59-A6C34878D82A}">
                    <a16:rowId xmlns:a16="http://schemas.microsoft.com/office/drawing/2014/main" val="10005"/>
                  </a:ext>
                </a:extLst>
              </a:tr>
              <a:tr h="238420">
                <a:tc>
                  <a:txBody>
                    <a:bodyPr/>
                    <a:lstStyle/>
                    <a:p>
                      <a:r>
                        <a:rPr lang="hu-HU" sz="1400" dirty="0"/>
                        <a:t>S6) </a:t>
                      </a:r>
                      <a:r>
                        <a:rPr lang="hu-HU" sz="1400" dirty="0" err="1"/>
                        <a:t>Eat</a:t>
                      </a:r>
                      <a:r>
                        <a:rPr lang="hu-HU" sz="1400" dirty="0"/>
                        <a:t> </a:t>
                      </a:r>
                      <a:r>
                        <a:rPr lang="hu-HU" sz="1400" dirty="0" err="1"/>
                        <a:t>card</a:t>
                      </a:r>
                      <a:endParaRPr lang="hu-HU" sz="1400" dirty="0"/>
                    </a:p>
                  </a:txBody>
                  <a:tcPr/>
                </a:tc>
                <a:tc>
                  <a:txBody>
                    <a:bodyPr/>
                    <a:lstStyle/>
                    <a:p>
                      <a:pPr algn="ctr"/>
                      <a:r>
                        <a:rPr lang="hu-HU" sz="1400" dirty="0"/>
                        <a:t>S1 (</a:t>
                      </a:r>
                      <a:r>
                        <a:rPr lang="hu-HU" sz="1400" dirty="0" err="1"/>
                        <a:t>for</a:t>
                      </a:r>
                      <a:r>
                        <a:rPr lang="hu-HU" sz="1400" dirty="0"/>
                        <a:t> a </a:t>
                      </a:r>
                      <a:r>
                        <a:rPr lang="hu-HU" sz="1400" dirty="0" err="1"/>
                        <a:t>new</a:t>
                      </a:r>
                      <a:r>
                        <a:rPr lang="hu-HU" sz="1400" dirty="0"/>
                        <a:t> </a:t>
                      </a:r>
                      <a:r>
                        <a:rPr lang="hu-HU" sz="1400" dirty="0" err="1"/>
                        <a:t>card</a:t>
                      </a:r>
                      <a:r>
                        <a:rPr lang="hu-HU" sz="1400" dirty="0"/>
                        <a:t>)</a:t>
                      </a:r>
                    </a:p>
                  </a:txBody>
                  <a:tcPr/>
                </a:tc>
                <a:tc>
                  <a:txBody>
                    <a:bodyPr/>
                    <a:lstStyle/>
                    <a:p>
                      <a:pPr algn="ctr"/>
                      <a:r>
                        <a:rPr lang="hu-HU" sz="1400" dirty="0"/>
                        <a:t>-</a:t>
                      </a:r>
                    </a:p>
                  </a:txBody>
                  <a:tcPr/>
                </a:tc>
                <a:tc>
                  <a:txBody>
                    <a:bodyPr/>
                    <a:lstStyle/>
                    <a:p>
                      <a:pPr algn="ctr"/>
                      <a:r>
                        <a:rPr lang="hu-HU" sz="1400" dirty="0"/>
                        <a:t>-</a:t>
                      </a:r>
                    </a:p>
                  </a:txBody>
                  <a:tcPr/>
                </a:tc>
                <a:extLst>
                  <a:ext uri="{0D108BD9-81ED-4DB2-BD59-A6C34878D82A}">
                    <a16:rowId xmlns:a16="http://schemas.microsoft.com/office/drawing/2014/main" val="10006"/>
                  </a:ext>
                </a:extLst>
              </a:tr>
            </a:tbl>
          </a:graphicData>
        </a:graphic>
      </p:graphicFrame>
      <p:sp>
        <p:nvSpPr>
          <p:cNvPr id="7" name="Text Placeholder 2">
            <a:extLst>
              <a:ext uri="{FF2B5EF4-FFF2-40B4-BE49-F238E27FC236}">
                <a16:creationId xmlns:a16="http://schemas.microsoft.com/office/drawing/2014/main" id="{733C87EF-A653-4BD1-993F-1C54BB1C8669}"/>
              </a:ext>
            </a:extLst>
          </p:cNvPr>
          <p:cNvSpPr txBox="1">
            <a:spLocks/>
          </p:cNvSpPr>
          <p:nvPr/>
        </p:nvSpPr>
        <p:spPr>
          <a:xfrm>
            <a:off x="474663" y="1337516"/>
            <a:ext cx="4363667" cy="2996760"/>
          </a:xfrm>
          <a:prstGeom prst="rect">
            <a:avLst/>
          </a:prstGeom>
        </p:spPr>
        <p:txBody>
          <a:bodyPr>
            <a:norm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rtl="0" eaLnBrk="1" fontAlgn="t" latinLnBrk="0" hangingPunct="1">
              <a:spcBef>
                <a:spcPts val="0"/>
              </a:spcBef>
              <a:spcAft>
                <a:spcPts val="0"/>
              </a:spcAft>
            </a:pPr>
            <a:r>
              <a:rPr lang="en-GB" sz="1800" i="0" u="none" strike="noStrike" kern="1200" dirty="0">
                <a:solidFill>
                  <a:schemeClr val="bg1"/>
                </a:solidFill>
                <a:effectLst/>
                <a:latin typeface="Calibri" panose="020F0502020204030204" pitchFamily="34" charset="0"/>
              </a:rPr>
              <a:t>States:</a:t>
            </a:r>
          </a:p>
          <a:p>
            <a:pPr marL="0" algn="l" rtl="0" eaLnBrk="1" fontAlgn="t" latinLnBrk="0" hangingPunct="1">
              <a:spcBef>
                <a:spcPts val="0"/>
              </a:spcBef>
              <a:spcAft>
                <a:spcPts val="0"/>
              </a:spcAft>
            </a:pPr>
            <a:r>
              <a:rPr lang="hu-HU" sz="1800" i="0" u="none" strike="noStrike" kern="1200" dirty="0">
                <a:solidFill>
                  <a:schemeClr val="bg1"/>
                </a:solidFill>
                <a:effectLst/>
                <a:latin typeface="Calibri" panose="020F0502020204030204" pitchFamily="34" charset="0"/>
              </a:rPr>
              <a:t>S1) Start state</a:t>
            </a:r>
            <a:endParaRPr lang="en-GB" sz="180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S2) 1st try</a:t>
            </a:r>
            <a:endParaRPr lang="en-GB" sz="1800" b="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S3) 2nd try</a:t>
            </a:r>
            <a:endParaRPr lang="en-GB" sz="1800" b="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S4) 3rd try</a:t>
            </a:r>
            <a:endParaRPr lang="en-GB" sz="1800" b="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S5) Access account</a:t>
            </a:r>
            <a:endParaRPr lang="en-GB" sz="1800" b="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S6) Eat card</a:t>
            </a:r>
            <a:endParaRPr lang="en-GB" sz="1800" b="0" i="0" u="none" strike="noStrike" dirty="0">
              <a:solidFill>
                <a:schemeClr val="bg1"/>
              </a:solidFill>
              <a:effectLst/>
              <a:latin typeface="Arial" panose="020B0604020202020204" pitchFamily="34" charset="0"/>
            </a:endParaRPr>
          </a:p>
        </p:txBody>
      </p:sp>
      <p:sp>
        <p:nvSpPr>
          <p:cNvPr id="8" name="Szövegdoboz 7">
            <a:extLst>
              <a:ext uri="{FF2B5EF4-FFF2-40B4-BE49-F238E27FC236}">
                <a16:creationId xmlns:a16="http://schemas.microsoft.com/office/drawing/2014/main" id="{89587877-6508-65F7-1AF1-472F9446B386}"/>
              </a:ext>
            </a:extLst>
          </p:cNvPr>
          <p:cNvSpPr txBox="1"/>
          <p:nvPr/>
        </p:nvSpPr>
        <p:spPr>
          <a:xfrm>
            <a:off x="5513293" y="1794671"/>
            <a:ext cx="522798" cy="369332"/>
          </a:xfrm>
          <a:prstGeom prst="rect">
            <a:avLst/>
          </a:prstGeom>
          <a:noFill/>
        </p:spPr>
        <p:txBody>
          <a:bodyPr wrap="square">
            <a:spAutoFit/>
          </a:bodyPr>
          <a:lstStyle/>
          <a:p>
            <a:r>
              <a:rPr lang="hu-HU" sz="1800" i="0" u="none" strike="noStrike" kern="1200" dirty="0">
                <a:effectLst/>
                <a:latin typeface="Calibri" panose="020F0502020204030204" pitchFamily="34" charset="0"/>
              </a:rPr>
              <a:t>S1</a:t>
            </a:r>
            <a:endParaRPr lang="en-GB" dirty="0"/>
          </a:p>
        </p:txBody>
      </p:sp>
      <p:sp>
        <p:nvSpPr>
          <p:cNvPr id="9" name="Szövegdoboz 8">
            <a:extLst>
              <a:ext uri="{FF2B5EF4-FFF2-40B4-BE49-F238E27FC236}">
                <a16:creationId xmlns:a16="http://schemas.microsoft.com/office/drawing/2014/main" id="{786AB9D2-F781-D682-B333-961618E49537}"/>
              </a:ext>
            </a:extLst>
          </p:cNvPr>
          <p:cNvSpPr txBox="1"/>
          <p:nvPr/>
        </p:nvSpPr>
        <p:spPr>
          <a:xfrm>
            <a:off x="6540336" y="2461628"/>
            <a:ext cx="522798" cy="369332"/>
          </a:xfrm>
          <a:prstGeom prst="rect">
            <a:avLst/>
          </a:prstGeom>
          <a:noFill/>
        </p:spPr>
        <p:txBody>
          <a:bodyPr wrap="square">
            <a:spAutoFit/>
          </a:bodyPr>
          <a:lstStyle/>
          <a:p>
            <a:r>
              <a:rPr lang="hu-HU" sz="1800" i="0" u="none" strike="noStrike" kern="1200" dirty="0">
                <a:effectLst/>
                <a:latin typeface="Calibri" panose="020F0502020204030204" pitchFamily="34" charset="0"/>
              </a:rPr>
              <a:t>S2</a:t>
            </a:r>
            <a:endParaRPr lang="en-GB" dirty="0"/>
          </a:p>
        </p:txBody>
      </p:sp>
      <p:sp>
        <p:nvSpPr>
          <p:cNvPr id="10" name="Szövegdoboz 9">
            <a:extLst>
              <a:ext uri="{FF2B5EF4-FFF2-40B4-BE49-F238E27FC236}">
                <a16:creationId xmlns:a16="http://schemas.microsoft.com/office/drawing/2014/main" id="{60EE3EBF-FBE7-2091-79D8-D0D91F9ADB05}"/>
              </a:ext>
            </a:extLst>
          </p:cNvPr>
          <p:cNvSpPr txBox="1"/>
          <p:nvPr/>
        </p:nvSpPr>
        <p:spPr>
          <a:xfrm>
            <a:off x="8066741" y="2461628"/>
            <a:ext cx="522798" cy="369332"/>
          </a:xfrm>
          <a:prstGeom prst="rect">
            <a:avLst/>
          </a:prstGeom>
          <a:noFill/>
        </p:spPr>
        <p:txBody>
          <a:bodyPr wrap="square">
            <a:spAutoFit/>
          </a:bodyPr>
          <a:lstStyle/>
          <a:p>
            <a:r>
              <a:rPr lang="hu-HU" sz="1800" i="0" u="none" strike="noStrike" kern="1200" dirty="0">
                <a:effectLst/>
                <a:latin typeface="Calibri" panose="020F0502020204030204" pitchFamily="34" charset="0"/>
              </a:rPr>
              <a:t>S3</a:t>
            </a:r>
            <a:endParaRPr lang="en-GB" dirty="0"/>
          </a:p>
        </p:txBody>
      </p:sp>
      <p:sp>
        <p:nvSpPr>
          <p:cNvPr id="11" name="Szövegdoboz 10">
            <a:extLst>
              <a:ext uri="{FF2B5EF4-FFF2-40B4-BE49-F238E27FC236}">
                <a16:creationId xmlns:a16="http://schemas.microsoft.com/office/drawing/2014/main" id="{0488EAC1-B497-F557-FA3D-690D94A223C7}"/>
              </a:ext>
            </a:extLst>
          </p:cNvPr>
          <p:cNvSpPr txBox="1"/>
          <p:nvPr/>
        </p:nvSpPr>
        <p:spPr>
          <a:xfrm>
            <a:off x="9578192" y="2461628"/>
            <a:ext cx="522798" cy="369332"/>
          </a:xfrm>
          <a:prstGeom prst="rect">
            <a:avLst/>
          </a:prstGeom>
          <a:noFill/>
        </p:spPr>
        <p:txBody>
          <a:bodyPr wrap="square">
            <a:spAutoFit/>
          </a:bodyPr>
          <a:lstStyle/>
          <a:p>
            <a:r>
              <a:rPr lang="hu-HU" sz="1800" i="0" u="none" strike="noStrike" kern="1200" dirty="0">
                <a:effectLst/>
                <a:latin typeface="Calibri" panose="020F0502020204030204" pitchFamily="34" charset="0"/>
              </a:rPr>
              <a:t>S4</a:t>
            </a:r>
            <a:endParaRPr lang="en-GB" dirty="0"/>
          </a:p>
        </p:txBody>
      </p:sp>
      <p:sp>
        <p:nvSpPr>
          <p:cNvPr id="12" name="Szövegdoboz 11">
            <a:extLst>
              <a:ext uri="{FF2B5EF4-FFF2-40B4-BE49-F238E27FC236}">
                <a16:creationId xmlns:a16="http://schemas.microsoft.com/office/drawing/2014/main" id="{E1016FC7-F9CE-06CE-A483-E39DC8B882BA}"/>
              </a:ext>
            </a:extLst>
          </p:cNvPr>
          <p:cNvSpPr txBox="1"/>
          <p:nvPr/>
        </p:nvSpPr>
        <p:spPr>
          <a:xfrm>
            <a:off x="10640380" y="3500494"/>
            <a:ext cx="522798" cy="369332"/>
          </a:xfrm>
          <a:prstGeom prst="rect">
            <a:avLst/>
          </a:prstGeom>
          <a:noFill/>
        </p:spPr>
        <p:txBody>
          <a:bodyPr wrap="square">
            <a:spAutoFit/>
          </a:bodyPr>
          <a:lstStyle/>
          <a:p>
            <a:r>
              <a:rPr lang="hu-HU" sz="1800" i="0" u="none" strike="noStrike" kern="1200" dirty="0">
                <a:effectLst/>
                <a:latin typeface="Calibri" panose="020F0502020204030204" pitchFamily="34" charset="0"/>
              </a:rPr>
              <a:t>S5</a:t>
            </a:r>
            <a:endParaRPr lang="en-GB" dirty="0"/>
          </a:p>
        </p:txBody>
      </p:sp>
      <p:sp>
        <p:nvSpPr>
          <p:cNvPr id="13" name="Szövegdoboz 12">
            <a:extLst>
              <a:ext uri="{FF2B5EF4-FFF2-40B4-BE49-F238E27FC236}">
                <a16:creationId xmlns:a16="http://schemas.microsoft.com/office/drawing/2014/main" id="{324DB1CA-53E3-9CDC-581C-12DC0E200685}"/>
              </a:ext>
            </a:extLst>
          </p:cNvPr>
          <p:cNvSpPr txBox="1"/>
          <p:nvPr/>
        </p:nvSpPr>
        <p:spPr>
          <a:xfrm>
            <a:off x="10640380" y="1566318"/>
            <a:ext cx="522798" cy="369332"/>
          </a:xfrm>
          <a:prstGeom prst="rect">
            <a:avLst/>
          </a:prstGeom>
          <a:noFill/>
        </p:spPr>
        <p:txBody>
          <a:bodyPr wrap="square">
            <a:spAutoFit/>
          </a:bodyPr>
          <a:lstStyle/>
          <a:p>
            <a:r>
              <a:rPr lang="hu-HU" sz="1800" i="0" u="none" strike="noStrike" kern="1200" dirty="0">
                <a:effectLst/>
                <a:latin typeface="Calibri" panose="020F0502020204030204" pitchFamily="34" charset="0"/>
              </a:rPr>
              <a:t>S6</a:t>
            </a:r>
            <a:endParaRPr lang="en-GB" dirty="0"/>
          </a:p>
        </p:txBody>
      </p:sp>
    </p:spTree>
    <p:extLst>
      <p:ext uri="{BB962C8B-B14F-4D97-AF65-F5344CB8AC3E}">
        <p14:creationId xmlns:p14="http://schemas.microsoft.com/office/powerpoint/2010/main" val="3352005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Test case, Positive and Negative test cases</a:t>
            </a:r>
            <a:endParaRPr lang="en-US" sz="4000" dirty="0">
              <a:solidFill>
                <a:schemeClr val="accent2"/>
              </a:solidFill>
            </a:endParaRPr>
          </a:p>
        </p:txBody>
      </p:sp>
      <p:sp>
        <p:nvSpPr>
          <p:cNvPr id="3" name="Text Placeholder 2">
            <a:extLst>
              <a:ext uri="{FF2B5EF4-FFF2-40B4-BE49-F238E27FC236}">
                <a16:creationId xmlns:a16="http://schemas.microsoft.com/office/drawing/2014/main" id="{3A7946EB-5973-435A-9E4A-74ED5D149CA4}"/>
              </a:ext>
            </a:extLst>
          </p:cNvPr>
          <p:cNvSpPr txBox="1">
            <a:spLocks/>
          </p:cNvSpPr>
          <p:nvPr/>
        </p:nvSpPr>
        <p:spPr>
          <a:xfrm>
            <a:off x="474663" y="808976"/>
            <a:ext cx="11057430" cy="5476413"/>
          </a:xfrm>
          <a:prstGeom prst="rect">
            <a:avLst/>
          </a:prstGeom>
        </p:spPr>
        <p:txBody>
          <a:bodyPr>
            <a:norm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88"/>
              </a:spcBef>
              <a:spcAft>
                <a:spcPts val="300"/>
              </a:spcAft>
              <a:buClrTx/>
              <a:buSzTx/>
              <a:buFont typeface="Arial" panose="020B0604020202020204" pitchFamily="34" charset="0"/>
              <a:buNone/>
              <a:tabLst/>
              <a:defRPr/>
            </a:pPr>
            <a:r>
              <a:rPr lang="hu-HU" sz="2000" cap="all" spc="200" dirty="0">
                <a:solidFill>
                  <a:schemeClr val="accent2"/>
                </a:solidFill>
              </a:rPr>
              <a:t>What is a</a:t>
            </a:r>
            <a:r>
              <a:rPr kumimoji="0" lang="hu-HU" sz="2000" i="0" u="none" strike="noStrike" kern="1200" cap="all" spc="200" normalizeH="0" baseline="0" noProof="0" dirty="0">
                <a:ln>
                  <a:noFill/>
                </a:ln>
                <a:solidFill>
                  <a:schemeClr val="accent2"/>
                </a:solidFill>
                <a:effectLst/>
                <a:uLnTx/>
                <a:uFillTx/>
                <a:latin typeface="+mn-lt"/>
                <a:ea typeface="+mn-ea"/>
                <a:cs typeface="+mn-cs"/>
              </a:rPr>
              <a:t> test case?</a:t>
            </a:r>
            <a:endParaRPr kumimoji="0" lang="en-US" sz="2000" i="0" u="none" strike="noStrike" kern="1200" cap="all" spc="200" normalizeH="0" baseline="0" noProof="0" dirty="0">
              <a:ln>
                <a:noFill/>
              </a:ln>
              <a:solidFill>
                <a:schemeClr val="accent2"/>
              </a:solidFill>
              <a:effectLst/>
              <a:uLnTx/>
              <a:uFillTx/>
              <a:latin typeface="+mn-lt"/>
              <a:ea typeface="+mn-ea"/>
              <a:cs typeface="+mn-cs"/>
            </a:endParaRPr>
          </a:p>
          <a:p>
            <a:pPr>
              <a:lnSpc>
                <a:spcPct val="100000"/>
              </a:lnSpc>
            </a:pPr>
            <a:r>
              <a:rPr lang="hu-HU" sz="2000" dirty="0">
                <a:solidFill>
                  <a:schemeClr val="bg1"/>
                </a:solidFill>
              </a:rPr>
              <a:t>S</a:t>
            </a:r>
            <a:r>
              <a:rPr lang="en-US" sz="2000" dirty="0">
                <a:solidFill>
                  <a:schemeClr val="bg1"/>
                </a:solidFill>
              </a:rPr>
              <a:t>et of actions executed to verify a particular feature or functionality of the software application</a:t>
            </a:r>
            <a:endParaRPr lang="hu-HU" sz="2000" dirty="0">
              <a:solidFill>
                <a:schemeClr val="bg1"/>
              </a:solidFill>
            </a:endParaRPr>
          </a:p>
          <a:p>
            <a:pPr>
              <a:lnSpc>
                <a:spcPct val="100000"/>
              </a:lnSpc>
            </a:pPr>
            <a:r>
              <a:rPr lang="hu-HU" sz="2000" dirty="0">
                <a:solidFill>
                  <a:schemeClr val="bg1"/>
                </a:solidFill>
              </a:rPr>
              <a:t>It consists of test data, precondition, steps, actual result, expected result</a:t>
            </a:r>
            <a:endParaRPr lang="en-GB" sz="2000" dirty="0">
              <a:solidFill>
                <a:schemeClr val="bg1"/>
              </a:solidFill>
            </a:endParaRPr>
          </a:p>
          <a:p>
            <a:pPr>
              <a:lnSpc>
                <a:spcPct val="100000"/>
              </a:lnSpc>
            </a:pPr>
            <a:endParaRPr lang="en-US" sz="2000" dirty="0">
              <a:solidFill>
                <a:schemeClr val="bg1"/>
              </a:solidFill>
            </a:endParaRPr>
          </a:p>
          <a:p>
            <a:pPr>
              <a:lnSpc>
                <a:spcPct val="100000"/>
              </a:lnSpc>
            </a:pPr>
            <a:r>
              <a:rPr kumimoji="0" lang="hu-HU" sz="2000" i="0" u="none" strike="noStrike" kern="1200" cap="all" spc="200" normalizeH="0" baseline="0" noProof="0" dirty="0">
                <a:ln>
                  <a:noFill/>
                </a:ln>
                <a:solidFill>
                  <a:schemeClr val="accent2"/>
                </a:solidFill>
                <a:effectLst/>
                <a:uLnTx/>
                <a:uFillTx/>
                <a:latin typeface="+mn-lt"/>
                <a:ea typeface="+mn-ea"/>
                <a:cs typeface="+mn-cs"/>
              </a:rPr>
              <a:t>Positive test cases</a:t>
            </a:r>
            <a:endParaRPr kumimoji="0" lang="en-US" sz="2000" i="0" u="none" strike="noStrike" kern="1200" cap="all" spc="200" normalizeH="0" baseline="0" noProof="0" dirty="0">
              <a:ln>
                <a:noFill/>
              </a:ln>
              <a:solidFill>
                <a:schemeClr val="accent2"/>
              </a:solidFill>
              <a:effectLst/>
              <a:uLnTx/>
              <a:uFillTx/>
              <a:latin typeface="+mn-lt"/>
              <a:ea typeface="+mn-ea"/>
              <a:cs typeface="+mn-cs"/>
            </a:endParaRPr>
          </a:p>
          <a:p>
            <a:pPr>
              <a:lnSpc>
                <a:spcPct val="100000"/>
              </a:lnSpc>
            </a:pPr>
            <a:r>
              <a:rPr lang="hu-HU" sz="2000" dirty="0">
                <a:solidFill>
                  <a:schemeClr val="bg1"/>
                </a:solidFill>
              </a:rPr>
              <a:t>Valid </a:t>
            </a:r>
            <a:r>
              <a:rPr lang="en-US" sz="2000" dirty="0">
                <a:solidFill>
                  <a:schemeClr val="bg1"/>
                </a:solidFill>
              </a:rPr>
              <a:t>data</a:t>
            </a:r>
            <a:r>
              <a:rPr lang="hu-HU" sz="2000" dirty="0">
                <a:solidFill>
                  <a:schemeClr val="bg1"/>
                </a:solidFill>
              </a:rPr>
              <a:t> as input</a:t>
            </a:r>
          </a:p>
          <a:p>
            <a:pPr>
              <a:lnSpc>
                <a:spcPct val="100000"/>
              </a:lnSpc>
            </a:pPr>
            <a:r>
              <a:rPr lang="en-US" sz="2000" dirty="0">
                <a:solidFill>
                  <a:schemeClr val="bg1"/>
                </a:solidFill>
              </a:rPr>
              <a:t>Application behaves as expected with positive inputs</a:t>
            </a:r>
          </a:p>
          <a:p>
            <a:pPr>
              <a:lnSpc>
                <a:spcPct val="100000"/>
              </a:lnSpc>
            </a:pPr>
            <a:endParaRPr lang="en-US" sz="2000" dirty="0">
              <a:solidFill>
                <a:schemeClr val="bg1"/>
              </a:solidFill>
            </a:endParaRPr>
          </a:p>
          <a:p>
            <a:pPr>
              <a:lnSpc>
                <a:spcPct val="100000"/>
              </a:lnSpc>
            </a:pPr>
            <a:r>
              <a:rPr lang="hu-HU" sz="2000" dirty="0">
                <a:solidFill>
                  <a:schemeClr val="accent2"/>
                </a:solidFill>
              </a:rPr>
              <a:t>Negative test cases</a:t>
            </a:r>
            <a:endParaRPr lang="en-US" sz="2000" dirty="0">
              <a:solidFill>
                <a:schemeClr val="accent2"/>
              </a:solidFill>
            </a:endParaRPr>
          </a:p>
          <a:p>
            <a:pPr marL="171450" marR="0" lvl="0" indent="-171450" algn="l" defTabSz="914400" rtl="0" eaLnBrk="1" fontAlgn="auto" latinLnBrk="0" hangingPunct="1">
              <a:lnSpc>
                <a:spcPct val="100000"/>
              </a:lnSpc>
              <a:spcBef>
                <a:spcPts val="264"/>
              </a:spcBef>
              <a:spcAft>
                <a:spcPts val="300"/>
              </a:spcAft>
              <a:buClrTx/>
              <a:buSzTx/>
              <a:buFont typeface="Arial" panose="020B0604020202020204" pitchFamily="34" charset="0"/>
              <a:buChar char="•"/>
              <a:tabLst/>
              <a:defRPr/>
            </a:pPr>
            <a:r>
              <a:rPr lang="en-US" sz="2000" dirty="0">
                <a:solidFill>
                  <a:schemeClr val="bg1"/>
                </a:solidFill>
              </a:rPr>
              <a:t>Inv</a:t>
            </a:r>
            <a:r>
              <a:rPr kumimoji="0" lang="en-US" sz="2000" i="0" u="none" strike="noStrike" kern="1200" cap="none" spc="0" normalizeH="0" baseline="0" noProof="0" dirty="0" err="1">
                <a:ln>
                  <a:noFill/>
                </a:ln>
                <a:solidFill>
                  <a:schemeClr val="bg1"/>
                </a:solidFill>
                <a:effectLst/>
                <a:uLnTx/>
                <a:uFillTx/>
                <a:ea typeface="+mn-ea"/>
                <a:cs typeface="+mn-cs"/>
              </a:rPr>
              <a:t>alid</a:t>
            </a:r>
            <a:r>
              <a:rPr kumimoji="0" lang="en-US" sz="2000" i="0" u="none" strike="noStrike" kern="1200" cap="none" spc="0" normalizeH="0" baseline="0" noProof="0" dirty="0">
                <a:ln>
                  <a:noFill/>
                </a:ln>
                <a:solidFill>
                  <a:schemeClr val="bg1"/>
                </a:solidFill>
                <a:effectLst/>
                <a:uLnTx/>
                <a:uFillTx/>
                <a:ea typeface="+mn-ea"/>
                <a:cs typeface="+mn-cs"/>
              </a:rPr>
              <a:t> data as input</a:t>
            </a:r>
          </a:p>
          <a:p>
            <a:pPr marL="171450" marR="0" lvl="0" indent="-171450" algn="l" defTabSz="914400" rtl="0" eaLnBrk="1" fontAlgn="auto" latinLnBrk="0" hangingPunct="1">
              <a:lnSpc>
                <a:spcPct val="100000"/>
              </a:lnSpc>
              <a:spcBef>
                <a:spcPts val="264"/>
              </a:spcBef>
              <a:spcAft>
                <a:spcPts val="30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chemeClr val="bg1"/>
                </a:solidFill>
                <a:effectLst/>
                <a:uLnTx/>
                <a:uFillTx/>
                <a:ea typeface="+mn-ea"/>
                <a:cs typeface="+mn-cs"/>
              </a:rPr>
              <a:t>Application can handle invalid</a:t>
            </a:r>
            <a:r>
              <a:rPr kumimoji="0" lang="en-US" sz="2000" i="0" u="none" strike="noStrike" kern="1200" cap="none" spc="0" normalizeH="0" noProof="0" dirty="0">
                <a:ln>
                  <a:noFill/>
                </a:ln>
                <a:solidFill>
                  <a:schemeClr val="bg1"/>
                </a:solidFill>
                <a:effectLst/>
                <a:uLnTx/>
                <a:uFillTx/>
                <a:ea typeface="+mn-ea"/>
                <a:cs typeface="+mn-cs"/>
              </a:rPr>
              <a:t> data or unexpected user behavior</a:t>
            </a:r>
          </a:p>
          <a:p>
            <a:pPr marL="171450" marR="0" lvl="0" indent="-171450" algn="l" defTabSz="914400" rtl="0" eaLnBrk="1" fontAlgn="auto" latinLnBrk="0" hangingPunct="1">
              <a:lnSpc>
                <a:spcPct val="100000"/>
              </a:lnSpc>
              <a:spcBef>
                <a:spcPts val="264"/>
              </a:spcBef>
              <a:spcAft>
                <a:spcPts val="300"/>
              </a:spcAft>
              <a:buClrTx/>
              <a:buSzTx/>
              <a:buFont typeface="Arial" panose="020B0604020202020204" pitchFamily="34" charset="0"/>
              <a:buChar char="•"/>
              <a:tabLst/>
              <a:defRPr/>
            </a:pPr>
            <a:r>
              <a:rPr lang="en-US" sz="2000" baseline="0" dirty="0">
                <a:solidFill>
                  <a:schemeClr val="bg1"/>
                </a:solidFill>
              </a:rPr>
              <a:t>Helps</a:t>
            </a:r>
            <a:r>
              <a:rPr lang="en-US" sz="2000" dirty="0">
                <a:solidFill>
                  <a:schemeClr val="bg1"/>
                </a:solidFill>
              </a:rPr>
              <a:t> to improve the quality and find weak points</a:t>
            </a:r>
            <a:endParaRPr lang="en-GB" sz="2000" dirty="0">
              <a:solidFill>
                <a:schemeClr val="bg1"/>
              </a:solidFill>
            </a:endParaRPr>
          </a:p>
          <a:p>
            <a:endParaRPr lang="en-US" sz="1400" dirty="0">
              <a:solidFill>
                <a:schemeClr val="bg1"/>
              </a:solidFill>
            </a:endParaRPr>
          </a:p>
        </p:txBody>
      </p:sp>
    </p:spTree>
    <p:extLst>
      <p:ext uri="{BB962C8B-B14F-4D97-AF65-F5344CB8AC3E}">
        <p14:creationId xmlns:p14="http://schemas.microsoft.com/office/powerpoint/2010/main" val="3878159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State transition testing</a:t>
            </a:r>
            <a:endParaRPr lang="en-US" sz="4000" dirty="0">
              <a:solidFill>
                <a:schemeClr val="accent2"/>
              </a:solidFill>
            </a:endParaRPr>
          </a:p>
        </p:txBody>
      </p:sp>
      <p:sp>
        <p:nvSpPr>
          <p:cNvPr id="3" name="Text Placeholder 2">
            <a:extLst>
              <a:ext uri="{FF2B5EF4-FFF2-40B4-BE49-F238E27FC236}">
                <a16:creationId xmlns:a16="http://schemas.microsoft.com/office/drawing/2014/main" id="{3A7946EB-5973-435A-9E4A-74ED5D149CA4}"/>
              </a:ext>
            </a:extLst>
          </p:cNvPr>
          <p:cNvSpPr txBox="1">
            <a:spLocks/>
          </p:cNvSpPr>
          <p:nvPr/>
        </p:nvSpPr>
        <p:spPr>
          <a:xfrm>
            <a:off x="474663" y="808977"/>
            <a:ext cx="10862121" cy="4331193"/>
          </a:xfrm>
          <a:prstGeom prst="rect">
            <a:avLst/>
          </a:prstGeom>
        </p:spPr>
        <p:txBody>
          <a:bodyPr>
            <a:norm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1400" dirty="0">
                <a:solidFill>
                  <a:schemeClr val="accent2"/>
                </a:solidFill>
              </a:rPr>
              <a:t>ATM testing</a:t>
            </a:r>
            <a:r>
              <a:rPr lang="en-US" sz="1400" dirty="0">
                <a:solidFill>
                  <a:schemeClr val="accent2"/>
                </a:solidFill>
              </a:rPr>
              <a:t> – </a:t>
            </a:r>
            <a:r>
              <a:rPr lang="en-GB" sz="1400" dirty="0">
                <a:solidFill>
                  <a:schemeClr val="accent2"/>
                </a:solidFill>
              </a:rPr>
              <a:t>State transition table</a:t>
            </a:r>
            <a:endParaRPr lang="en-US" sz="1400" dirty="0">
              <a:solidFill>
                <a:schemeClr val="accent2"/>
              </a:solidFill>
            </a:endParaRPr>
          </a:p>
        </p:txBody>
      </p:sp>
      <p:pic>
        <p:nvPicPr>
          <p:cNvPr id="5" name="Picture 4">
            <a:extLst>
              <a:ext uri="{FF2B5EF4-FFF2-40B4-BE49-F238E27FC236}">
                <a16:creationId xmlns:a16="http://schemas.microsoft.com/office/drawing/2014/main" id="{7F82AFC4-0EE0-4F75-A112-8C7308752B08}"/>
              </a:ext>
            </a:extLst>
          </p:cNvPr>
          <p:cNvPicPr>
            <a:picLocks noChangeAspect="1"/>
          </p:cNvPicPr>
          <p:nvPr/>
        </p:nvPicPr>
        <p:blipFill>
          <a:blip r:embed="rId2"/>
          <a:stretch>
            <a:fillRect/>
          </a:stretch>
        </p:blipFill>
        <p:spPr>
          <a:xfrm>
            <a:off x="5168544" y="1337516"/>
            <a:ext cx="6168240" cy="2869271"/>
          </a:xfrm>
          <a:prstGeom prst="rect">
            <a:avLst/>
          </a:prstGeom>
        </p:spPr>
      </p:pic>
      <p:sp>
        <p:nvSpPr>
          <p:cNvPr id="8" name="Text Placeholder 2">
            <a:extLst>
              <a:ext uri="{FF2B5EF4-FFF2-40B4-BE49-F238E27FC236}">
                <a16:creationId xmlns:a16="http://schemas.microsoft.com/office/drawing/2014/main" id="{1CF43680-F152-400B-B3DC-46E270145A83}"/>
              </a:ext>
            </a:extLst>
          </p:cNvPr>
          <p:cNvSpPr txBox="1">
            <a:spLocks/>
          </p:cNvSpPr>
          <p:nvPr/>
        </p:nvSpPr>
        <p:spPr>
          <a:xfrm>
            <a:off x="474663" y="1337516"/>
            <a:ext cx="4363667" cy="2996760"/>
          </a:xfrm>
          <a:prstGeom prst="rect">
            <a:avLst/>
          </a:prstGeom>
        </p:spPr>
        <p:txBody>
          <a:bodyPr>
            <a:norm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rtl="0" eaLnBrk="1" fontAlgn="t" latinLnBrk="0" hangingPunct="1">
              <a:spcBef>
                <a:spcPts val="0"/>
              </a:spcBef>
              <a:spcAft>
                <a:spcPts val="0"/>
              </a:spcAft>
            </a:pPr>
            <a:r>
              <a:rPr lang="en-GB" sz="1800" i="0" u="none" strike="noStrike" kern="1200" dirty="0">
                <a:solidFill>
                  <a:schemeClr val="bg1"/>
                </a:solidFill>
                <a:effectLst/>
                <a:latin typeface="Calibri" panose="020F0502020204030204" pitchFamily="34" charset="0"/>
              </a:rPr>
              <a:t>States:</a:t>
            </a:r>
          </a:p>
          <a:p>
            <a:pPr marL="0" algn="l" rtl="0" eaLnBrk="1" fontAlgn="t" latinLnBrk="0" hangingPunct="1">
              <a:spcBef>
                <a:spcPts val="0"/>
              </a:spcBef>
              <a:spcAft>
                <a:spcPts val="0"/>
              </a:spcAft>
            </a:pPr>
            <a:r>
              <a:rPr lang="hu-HU" sz="1800" i="0" u="none" strike="noStrike" kern="1200" dirty="0">
                <a:solidFill>
                  <a:schemeClr val="bg1"/>
                </a:solidFill>
                <a:effectLst/>
                <a:latin typeface="Calibri" panose="020F0502020204030204" pitchFamily="34" charset="0"/>
              </a:rPr>
              <a:t>S1) Start state</a:t>
            </a:r>
            <a:endParaRPr lang="en-GB" sz="180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S2) 1st try</a:t>
            </a:r>
            <a:endParaRPr lang="en-GB" sz="1800" b="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S3) 2nd try</a:t>
            </a:r>
            <a:endParaRPr lang="en-GB" sz="1800" b="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S4) 3rd try</a:t>
            </a:r>
            <a:endParaRPr lang="en-GB" sz="1800" b="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S5) Access account</a:t>
            </a:r>
            <a:endParaRPr lang="en-GB" sz="1800" b="0" i="0" u="none" strike="noStrike" dirty="0">
              <a:solidFill>
                <a:schemeClr val="bg1"/>
              </a:solidFill>
              <a:effectLst/>
              <a:latin typeface="Arial" panose="020B0604020202020204" pitchFamily="34" charset="0"/>
            </a:endParaRPr>
          </a:p>
          <a:p>
            <a:pPr marL="0" algn="l" rtl="0" eaLnBrk="1" fontAlgn="t" latinLnBrk="0" hangingPunct="1">
              <a:spcBef>
                <a:spcPts val="0"/>
              </a:spcBef>
              <a:spcAft>
                <a:spcPts val="0"/>
              </a:spcAft>
            </a:pPr>
            <a:r>
              <a:rPr lang="hu-HU" sz="1800" b="0" i="0" u="none" strike="noStrike" kern="1200" dirty="0">
                <a:solidFill>
                  <a:schemeClr val="bg1"/>
                </a:solidFill>
                <a:effectLst/>
                <a:latin typeface="Calibri" panose="020F0502020204030204" pitchFamily="34" charset="0"/>
              </a:rPr>
              <a:t>S6) Eat card</a:t>
            </a:r>
            <a:endParaRPr lang="en-GB" sz="1800" b="0" i="0" u="none" strike="noStrike" dirty="0">
              <a:solidFill>
                <a:schemeClr val="bg1"/>
              </a:solidFill>
              <a:effectLst/>
              <a:latin typeface="Arial" panose="020B0604020202020204" pitchFamily="34" charset="0"/>
            </a:endParaRPr>
          </a:p>
        </p:txBody>
      </p:sp>
      <p:graphicFrame>
        <p:nvGraphicFramePr>
          <p:cNvPr id="9" name="Tartalom helye 5">
            <a:extLst>
              <a:ext uri="{FF2B5EF4-FFF2-40B4-BE49-F238E27FC236}">
                <a16:creationId xmlns:a16="http://schemas.microsoft.com/office/drawing/2014/main" id="{99B41753-73B1-4CAF-8388-CEA8A3D67251}"/>
              </a:ext>
            </a:extLst>
          </p:cNvPr>
          <p:cNvGraphicFramePr>
            <a:graphicFrameLocks/>
          </p:cNvGraphicFramePr>
          <p:nvPr>
            <p:extLst>
              <p:ext uri="{D42A27DB-BD31-4B8C-83A1-F6EECF244321}">
                <p14:modId xmlns:p14="http://schemas.microsoft.com/office/powerpoint/2010/main" val="247910446"/>
              </p:ext>
            </p:extLst>
          </p:nvPr>
        </p:nvGraphicFramePr>
        <p:xfrm>
          <a:off x="2907158" y="4442464"/>
          <a:ext cx="8429626" cy="1854200"/>
        </p:xfrm>
        <a:graphic>
          <a:graphicData uri="http://schemas.openxmlformats.org/drawingml/2006/table">
            <a:tbl>
              <a:tblPr firstRow="1" bandRow="1">
                <a:tableStyleId>{21E4AEA4-8DFA-4A89-87EB-49C32662AFE0}</a:tableStyleId>
              </a:tblPr>
              <a:tblGrid>
                <a:gridCol w="4214813">
                  <a:extLst>
                    <a:ext uri="{9D8B030D-6E8A-4147-A177-3AD203B41FA5}">
                      <a16:colId xmlns:a16="http://schemas.microsoft.com/office/drawing/2014/main" val="20000"/>
                    </a:ext>
                  </a:extLst>
                </a:gridCol>
                <a:gridCol w="4214813">
                  <a:extLst>
                    <a:ext uri="{9D8B030D-6E8A-4147-A177-3AD203B41FA5}">
                      <a16:colId xmlns:a16="http://schemas.microsoft.com/office/drawing/2014/main" val="20001"/>
                    </a:ext>
                  </a:extLst>
                </a:gridCol>
              </a:tblGrid>
              <a:tr h="370840">
                <a:tc>
                  <a:txBody>
                    <a:bodyPr/>
                    <a:lstStyle/>
                    <a:p>
                      <a:r>
                        <a:rPr lang="hu-HU" sz="1600" dirty="0" err="1"/>
                        <a:t>Positive</a:t>
                      </a:r>
                      <a:r>
                        <a:rPr lang="hu-HU" sz="1600" baseline="0" dirty="0"/>
                        <a:t> </a:t>
                      </a:r>
                      <a:r>
                        <a:rPr lang="hu-HU" sz="1600" baseline="0" dirty="0" err="1"/>
                        <a:t>cases</a:t>
                      </a:r>
                      <a:endParaRPr lang="hu-HU" sz="1600" dirty="0"/>
                    </a:p>
                  </a:txBody>
                  <a:tcPr/>
                </a:tc>
                <a:tc>
                  <a:txBody>
                    <a:bodyPr/>
                    <a:lstStyle/>
                    <a:p>
                      <a:r>
                        <a:rPr lang="hu-HU" sz="1600" dirty="0" err="1"/>
                        <a:t>Negative</a:t>
                      </a:r>
                      <a:r>
                        <a:rPr lang="hu-HU" sz="1600" dirty="0"/>
                        <a:t> </a:t>
                      </a:r>
                      <a:r>
                        <a:rPr lang="hu-HU" sz="1600" dirty="0" err="1"/>
                        <a:t>cases</a:t>
                      </a:r>
                      <a:endParaRPr lang="hu-HU" sz="1600" dirty="0"/>
                    </a:p>
                  </a:txBody>
                  <a:tcPr/>
                </a:tc>
                <a:extLst>
                  <a:ext uri="{0D108BD9-81ED-4DB2-BD59-A6C34878D82A}">
                    <a16:rowId xmlns:a16="http://schemas.microsoft.com/office/drawing/2014/main" val="10000"/>
                  </a:ext>
                </a:extLst>
              </a:tr>
              <a:tr h="370840">
                <a:tc>
                  <a:txBody>
                    <a:bodyPr/>
                    <a:lstStyle/>
                    <a:p>
                      <a:r>
                        <a:rPr lang="hu-HU" sz="1600" dirty="0"/>
                        <a:t>S1 -&gt; S2 -&gt; S</a:t>
                      </a:r>
                      <a:r>
                        <a:rPr lang="en-US" sz="1600" dirty="0"/>
                        <a:t>3 </a:t>
                      </a:r>
                      <a:r>
                        <a:rPr lang="hu-HU" sz="1600" dirty="0"/>
                        <a:t>-&gt; S4 -&gt; S5</a:t>
                      </a:r>
                    </a:p>
                  </a:txBody>
                  <a:tcPr/>
                </a:tc>
                <a:tc>
                  <a:txBody>
                    <a:bodyPr/>
                    <a:lstStyle/>
                    <a:p>
                      <a:r>
                        <a:rPr lang="hu-HU" sz="1600" dirty="0"/>
                        <a:t>Entering PIN while in S5?</a:t>
                      </a:r>
                    </a:p>
                  </a:txBody>
                  <a:tcPr/>
                </a:tc>
                <a:extLst>
                  <a:ext uri="{0D108BD9-81ED-4DB2-BD59-A6C34878D82A}">
                    <a16:rowId xmlns:a16="http://schemas.microsoft.com/office/drawing/2014/main" val="10001"/>
                  </a:ext>
                </a:extLst>
              </a:tr>
              <a:tr h="370840">
                <a:tc>
                  <a:txBody>
                    <a:bodyPr/>
                    <a:lstStyle/>
                    <a:p>
                      <a:r>
                        <a:rPr lang="hu-HU" sz="1600" dirty="0"/>
                        <a:t>S1 -&gt; S2 -&gt; S</a:t>
                      </a:r>
                      <a:r>
                        <a:rPr lang="en-US" sz="1600" dirty="0"/>
                        <a:t>3 </a:t>
                      </a:r>
                      <a:r>
                        <a:rPr lang="hu-HU" sz="1600" dirty="0"/>
                        <a:t>-&gt; S4 -&gt; S6</a:t>
                      </a:r>
                    </a:p>
                  </a:txBody>
                  <a:tcPr/>
                </a:tc>
                <a:tc>
                  <a:txBody>
                    <a:bodyPr/>
                    <a:lstStyle/>
                    <a:p>
                      <a:endParaRPr lang="hu-HU"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sz="1600" dirty="0"/>
                        <a:t>S1 -&gt; S2 -&gt; S5</a:t>
                      </a:r>
                    </a:p>
                  </a:txBody>
                  <a:tcPr/>
                </a:tc>
                <a:tc>
                  <a:txBody>
                    <a:bodyPr/>
                    <a:lstStyle/>
                    <a:p>
                      <a:endParaRPr lang="hu-HU" sz="16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sz="1600" dirty="0"/>
                        <a:t>S1 -&gt; S2 -&gt; S3 -&gt; S5</a:t>
                      </a:r>
                    </a:p>
                  </a:txBody>
                  <a:tcPr/>
                </a:tc>
                <a:tc>
                  <a:txBody>
                    <a:bodyPr/>
                    <a:lstStyle/>
                    <a:p>
                      <a:endParaRPr lang="hu-HU" sz="16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70264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Decision tables</a:t>
            </a:r>
            <a:endParaRPr lang="en-US" sz="4000" dirty="0">
              <a:solidFill>
                <a:schemeClr val="accent2"/>
              </a:solidFill>
            </a:endParaRPr>
          </a:p>
        </p:txBody>
      </p:sp>
      <p:sp>
        <p:nvSpPr>
          <p:cNvPr id="3" name="Text Placeholder 2">
            <a:extLst>
              <a:ext uri="{FF2B5EF4-FFF2-40B4-BE49-F238E27FC236}">
                <a16:creationId xmlns:a16="http://schemas.microsoft.com/office/drawing/2014/main" id="{3A7946EB-5973-435A-9E4A-74ED5D149CA4}"/>
              </a:ext>
            </a:extLst>
          </p:cNvPr>
          <p:cNvSpPr txBox="1">
            <a:spLocks/>
          </p:cNvSpPr>
          <p:nvPr/>
        </p:nvSpPr>
        <p:spPr>
          <a:xfrm>
            <a:off x="474663" y="808977"/>
            <a:ext cx="11181949" cy="5165695"/>
          </a:xfrm>
          <a:prstGeom prst="rect">
            <a:avLst/>
          </a:prstGeom>
        </p:spPr>
        <p:txBody>
          <a:bodyPr>
            <a:norm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accent2"/>
                </a:solidFill>
                <a:cs typeface="Calibri Light"/>
              </a:rPr>
              <a:t>Definition</a:t>
            </a:r>
          </a:p>
          <a:p>
            <a:r>
              <a:rPr lang="en-GB" sz="1800" dirty="0">
                <a:solidFill>
                  <a:schemeClr val="bg1"/>
                </a:solidFill>
                <a:cs typeface="Calibri Light"/>
              </a:rPr>
              <a:t>A Decision Table is a tabular representation of inputs versus rules/cases/test conditions. It is a very effective tool used for both complex software testing and requirements management. Decision table helps to check all possible combinations of conditions for testing and testers can also identify missed conditions easily.</a:t>
            </a:r>
          </a:p>
          <a:p>
            <a:r>
              <a:rPr lang="en-US" sz="1800" dirty="0">
                <a:solidFill>
                  <a:schemeClr val="accent2"/>
                </a:solidFill>
                <a:cs typeface="Calibri Light"/>
              </a:rPr>
              <a:t>Number of test cases</a:t>
            </a:r>
          </a:p>
          <a:p>
            <a:r>
              <a:rPr lang="en-GB" sz="1800" b="0" i="0" dirty="0">
                <a:solidFill>
                  <a:schemeClr val="bg1"/>
                </a:solidFill>
                <a:effectLst/>
              </a:rPr>
              <a:t>Count the possible values for each condition and </a:t>
            </a:r>
            <a:r>
              <a:rPr lang="en-GB" sz="1800" b="1" i="0" dirty="0">
                <a:solidFill>
                  <a:schemeClr val="bg1"/>
                </a:solidFill>
                <a:effectLst/>
              </a:rPr>
              <a:t>multiply</a:t>
            </a:r>
            <a:r>
              <a:rPr lang="en-GB" sz="1800" b="0" i="0" dirty="0">
                <a:solidFill>
                  <a:schemeClr val="bg1"/>
                </a:solidFill>
                <a:effectLst/>
              </a:rPr>
              <a:t> these together to determine how many unique combinations of conditions are present.</a:t>
            </a:r>
          </a:p>
          <a:p>
            <a:endParaRPr lang="en-US" sz="1800" b="1" cap="all" spc="200" dirty="0">
              <a:solidFill>
                <a:schemeClr val="bg1"/>
              </a:solidFill>
            </a:endParaRPr>
          </a:p>
          <a:p>
            <a:r>
              <a:rPr lang="en-US" sz="1800" dirty="0">
                <a:solidFill>
                  <a:schemeClr val="accent2"/>
                </a:solidFill>
                <a:ea typeface="+mj-lt"/>
                <a:cs typeface="+mj-lt"/>
              </a:rPr>
              <a:t>How to use </a:t>
            </a:r>
            <a:r>
              <a:rPr lang="en-US" sz="2000" dirty="0">
                <a:solidFill>
                  <a:schemeClr val="accent2"/>
                </a:solidFill>
                <a:ea typeface="+mj-lt"/>
                <a:cs typeface="+mj-lt"/>
              </a:rPr>
              <a:t>decision</a:t>
            </a:r>
            <a:r>
              <a:rPr lang="en-US" sz="1800" dirty="0">
                <a:solidFill>
                  <a:schemeClr val="accent2"/>
                </a:solidFill>
                <a:ea typeface="+mj-lt"/>
                <a:cs typeface="+mj-lt"/>
              </a:rPr>
              <a:t> tables?</a:t>
            </a:r>
          </a:p>
          <a:p>
            <a:pPr marL="342900" indent="-342900">
              <a:buFont typeface="+mj-lt"/>
              <a:buAutoNum type="arabicPeriod"/>
            </a:pPr>
            <a:r>
              <a:rPr lang="en-US" sz="1800" dirty="0">
                <a:solidFill>
                  <a:schemeClr val="bg1"/>
                </a:solidFill>
                <a:cs typeface="Calibri Light"/>
              </a:rPr>
              <a:t>Define which conditions are to be included in the table</a:t>
            </a:r>
            <a:endParaRPr lang="en-US" sz="1800" dirty="0">
              <a:solidFill>
                <a:schemeClr val="bg1"/>
              </a:solidFill>
            </a:endParaRPr>
          </a:p>
          <a:p>
            <a:pPr marL="342900" indent="-342900">
              <a:buFont typeface="+mj-lt"/>
              <a:buAutoNum type="arabicPeriod"/>
            </a:pPr>
            <a:r>
              <a:rPr lang="en-US" sz="1800" dirty="0">
                <a:solidFill>
                  <a:schemeClr val="bg1"/>
                </a:solidFill>
                <a:cs typeface="Calibri Light"/>
              </a:rPr>
              <a:t>Determine the number of columns based on the </a:t>
            </a:r>
            <a:r>
              <a:rPr lang="en-US" sz="1800" dirty="0">
                <a:solidFill>
                  <a:schemeClr val="bg1"/>
                </a:solidFill>
                <a:ea typeface="+mj-lt"/>
                <a:cs typeface="+mj-lt"/>
              </a:rPr>
              <a:t>conditions</a:t>
            </a:r>
          </a:p>
          <a:p>
            <a:pPr marL="342900" indent="-342900">
              <a:buFont typeface="+mj-lt"/>
              <a:buAutoNum type="arabicPeriod"/>
            </a:pPr>
            <a:r>
              <a:rPr lang="en-US" sz="1800" dirty="0">
                <a:solidFill>
                  <a:schemeClr val="bg1"/>
                </a:solidFill>
                <a:cs typeface="Calibri Light"/>
              </a:rPr>
              <a:t>Fill the table cells with True/False values (make sure to proceed systematically to avoid excluding a combination)</a:t>
            </a:r>
          </a:p>
          <a:p>
            <a:pPr marL="342900" indent="-342900">
              <a:buFont typeface="+mj-lt"/>
              <a:buAutoNum type="arabicPeriod"/>
            </a:pPr>
            <a:r>
              <a:rPr lang="en-US" sz="1800" dirty="0">
                <a:solidFill>
                  <a:schemeClr val="bg1"/>
                </a:solidFill>
                <a:cs typeface="Calibri Light"/>
              </a:rPr>
              <a:t>Fill the end results</a:t>
            </a:r>
          </a:p>
          <a:p>
            <a:pPr marL="342900" indent="-342900">
              <a:buFont typeface="+mj-lt"/>
              <a:buAutoNum type="arabicPeriod"/>
            </a:pPr>
            <a:r>
              <a:rPr lang="en-US" sz="1800" dirty="0">
                <a:solidFill>
                  <a:schemeClr val="bg1"/>
                </a:solidFill>
                <a:cs typeface="Calibri Light"/>
              </a:rPr>
              <a:t>Simplify table if possible</a:t>
            </a:r>
          </a:p>
          <a:p>
            <a:endParaRPr lang="en-US" sz="2000" b="1" cap="all" spc="200" dirty="0">
              <a:solidFill>
                <a:schemeClr val="accent2"/>
              </a:solidFill>
            </a:endParaRPr>
          </a:p>
          <a:p>
            <a:pPr marL="285750" indent="-285750">
              <a:buFont typeface="Arial" panose="020B0604020202020204" pitchFamily="34" charset="0"/>
              <a:buChar char="•"/>
            </a:pPr>
            <a:endParaRPr lang="en-GB" sz="2000" dirty="0">
              <a:solidFill>
                <a:schemeClr val="bg1"/>
              </a:solidFill>
            </a:endParaRPr>
          </a:p>
          <a:p>
            <a:endParaRPr lang="en-GB" sz="2000" dirty="0">
              <a:solidFill>
                <a:schemeClr val="bg1"/>
              </a:solidFill>
            </a:endParaRPr>
          </a:p>
          <a:p>
            <a:endParaRPr lang="en-US" sz="1400" dirty="0"/>
          </a:p>
        </p:txBody>
      </p:sp>
    </p:spTree>
    <p:extLst>
      <p:ext uri="{BB962C8B-B14F-4D97-AF65-F5344CB8AC3E}">
        <p14:creationId xmlns:p14="http://schemas.microsoft.com/office/powerpoint/2010/main" val="3783144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fontScale="90000"/>
          </a:bodyPr>
          <a:lstStyle/>
          <a:p>
            <a:pPr>
              <a:lnSpc>
                <a:spcPct val="90000"/>
              </a:lnSpc>
            </a:pPr>
            <a:r>
              <a:rPr lang="en-GB" sz="4000" dirty="0">
                <a:solidFill>
                  <a:schemeClr val="accent2"/>
                </a:solidFill>
              </a:rPr>
              <a:t>Decision tables - Example - Calculating discount</a:t>
            </a:r>
            <a:br>
              <a:rPr lang="hu-HU" sz="4000" dirty="0">
                <a:solidFill>
                  <a:schemeClr val="accent2"/>
                </a:solidFill>
              </a:rPr>
            </a:br>
            <a:endParaRPr lang="en-US" sz="4000" dirty="0">
              <a:solidFill>
                <a:schemeClr val="accent2"/>
              </a:solidFill>
            </a:endParaRPr>
          </a:p>
        </p:txBody>
      </p:sp>
      <p:sp>
        <p:nvSpPr>
          <p:cNvPr id="4" name="Content Placeholder 3">
            <a:extLst>
              <a:ext uri="{FF2B5EF4-FFF2-40B4-BE49-F238E27FC236}">
                <a16:creationId xmlns:a16="http://schemas.microsoft.com/office/drawing/2014/main" id="{735F0A51-1A45-4BFC-A4CF-680253A9A2D8}"/>
              </a:ext>
            </a:extLst>
          </p:cNvPr>
          <p:cNvSpPr txBox="1">
            <a:spLocks/>
          </p:cNvSpPr>
          <p:nvPr/>
        </p:nvSpPr>
        <p:spPr>
          <a:xfrm>
            <a:off x="357188" y="1079500"/>
            <a:ext cx="9764822" cy="3397250"/>
          </a:xfrm>
          <a:prstGeom prst="rect">
            <a:avLst/>
          </a:prstGeom>
        </p:spPr>
        <p:txBody>
          <a:bodyPr vert="horz" lIns="0" tIns="0" rIns="0" bIns="0" rtlCol="0" anchor="t">
            <a:no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8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1"/>
                </a:solidFill>
                <a:cs typeface="Calibri Light"/>
              </a:rPr>
              <a:t>Define which conditions are to be included in the table</a:t>
            </a:r>
            <a:r>
              <a:rPr lang="hu-HU" dirty="0"/>
              <a:t>:</a:t>
            </a:r>
            <a:endParaRPr lang="hu-HU" dirty="0">
              <a:cs typeface="Calibri Light"/>
            </a:endParaRPr>
          </a:p>
          <a:p>
            <a:r>
              <a:rPr lang="en-US" dirty="0">
                <a:cs typeface="Calibri Light"/>
              </a:rPr>
              <a:t>1. </a:t>
            </a:r>
            <a:r>
              <a:rPr lang="en-US" u="sng" dirty="0">
                <a:cs typeface="Calibri Light"/>
              </a:rPr>
              <a:t>New customer</a:t>
            </a:r>
            <a:r>
              <a:rPr lang="en-US" dirty="0">
                <a:cs typeface="Calibri Light"/>
              </a:rPr>
              <a:t>s get a 15% discount</a:t>
            </a:r>
            <a:r>
              <a:rPr lang="hu-HU" dirty="0">
                <a:cs typeface="Calibri Light"/>
              </a:rPr>
              <a:t> </a:t>
            </a:r>
            <a:endParaRPr lang="en-US" dirty="0">
              <a:cs typeface="Calibri Light"/>
            </a:endParaRPr>
          </a:p>
          <a:p>
            <a:r>
              <a:rPr lang="en-US" dirty="0">
                <a:cs typeface="Calibri Light"/>
              </a:rPr>
              <a:t>2. </a:t>
            </a:r>
            <a:r>
              <a:rPr lang="en-US" u="sng" dirty="0">
                <a:cs typeface="Calibri Light"/>
              </a:rPr>
              <a:t>Loyalty card holder</a:t>
            </a:r>
            <a:r>
              <a:rPr lang="en-US" dirty="0">
                <a:cs typeface="Calibri Light"/>
              </a:rPr>
              <a:t>s get a 10</a:t>
            </a:r>
            <a:r>
              <a:rPr lang="en-US">
                <a:cs typeface="Calibri Light"/>
              </a:rPr>
              <a:t>% discount</a:t>
            </a:r>
            <a:endParaRPr lang="en-US" dirty="0">
              <a:cs typeface="Calibri Light"/>
            </a:endParaRPr>
          </a:p>
          <a:p>
            <a:r>
              <a:rPr lang="en-US" dirty="0">
                <a:cs typeface="Calibri Light"/>
              </a:rPr>
              <a:t>3. </a:t>
            </a:r>
            <a:r>
              <a:rPr lang="en-US" u="sng" dirty="0">
                <a:cs typeface="Calibri Light"/>
              </a:rPr>
              <a:t>Coupon</a:t>
            </a:r>
            <a:r>
              <a:rPr lang="en-US" dirty="0">
                <a:cs typeface="Calibri Light"/>
              </a:rPr>
              <a:t>s provide a 20% discount (but cannot be used with the 'new customer' discount)</a:t>
            </a:r>
          </a:p>
          <a:p>
            <a:endParaRPr lang="en-US" dirty="0">
              <a:cs typeface="Calibri Light"/>
            </a:endParaRPr>
          </a:p>
        </p:txBody>
      </p:sp>
      <p:graphicFrame>
        <p:nvGraphicFramePr>
          <p:cNvPr id="6" name="Table 4">
            <a:extLst>
              <a:ext uri="{FF2B5EF4-FFF2-40B4-BE49-F238E27FC236}">
                <a16:creationId xmlns:a16="http://schemas.microsoft.com/office/drawing/2014/main" id="{93B09615-6CFC-4C2A-B0E6-F8E37E97C982}"/>
              </a:ext>
            </a:extLst>
          </p:cNvPr>
          <p:cNvGraphicFramePr>
            <a:graphicFrameLocks noGrp="1"/>
          </p:cNvGraphicFramePr>
          <p:nvPr>
            <p:extLst>
              <p:ext uri="{D42A27DB-BD31-4B8C-83A1-F6EECF244321}">
                <p14:modId xmlns:p14="http://schemas.microsoft.com/office/powerpoint/2010/main" val="1625100822"/>
              </p:ext>
            </p:extLst>
          </p:nvPr>
        </p:nvGraphicFramePr>
        <p:xfrm>
          <a:off x="474663" y="3024011"/>
          <a:ext cx="1828800" cy="1850751"/>
        </p:xfrm>
        <a:graphic>
          <a:graphicData uri="http://schemas.openxmlformats.org/drawingml/2006/table">
            <a:tbl>
              <a:tblPr firstRow="1" bandRow="1">
                <a:tableStyleId>{7DF18680-E054-41AD-8BC1-D1AEF772440D}</a:tableStyleId>
              </a:tblPr>
              <a:tblGrid>
                <a:gridCol w="1828800">
                  <a:extLst>
                    <a:ext uri="{9D8B030D-6E8A-4147-A177-3AD203B41FA5}">
                      <a16:colId xmlns:a16="http://schemas.microsoft.com/office/drawing/2014/main" val="2362781264"/>
                    </a:ext>
                  </a:extLst>
                </a:gridCol>
              </a:tblGrid>
              <a:tr h="367392">
                <a:tc>
                  <a:txBody>
                    <a:bodyPr/>
                    <a:lstStyle/>
                    <a:p>
                      <a:r>
                        <a:rPr lang="en-US" dirty="0"/>
                        <a:t>Conditions</a:t>
                      </a:r>
                    </a:p>
                  </a:txBody>
                  <a:tcPr/>
                </a:tc>
                <a:extLst>
                  <a:ext uri="{0D108BD9-81ED-4DB2-BD59-A6C34878D82A}">
                    <a16:rowId xmlns:a16="http://schemas.microsoft.com/office/drawing/2014/main" val="2887102930"/>
                  </a:ext>
                </a:extLst>
              </a:tr>
              <a:tr h="370840">
                <a:tc>
                  <a:txBody>
                    <a:bodyPr/>
                    <a:lstStyle/>
                    <a:p>
                      <a:r>
                        <a:rPr lang="en-US" dirty="0"/>
                        <a:t>New customer</a:t>
                      </a:r>
                    </a:p>
                  </a:txBody>
                  <a:tcPr/>
                </a:tc>
                <a:extLst>
                  <a:ext uri="{0D108BD9-81ED-4DB2-BD59-A6C34878D82A}">
                    <a16:rowId xmlns:a16="http://schemas.microsoft.com/office/drawing/2014/main" val="3889028140"/>
                  </a:ext>
                </a:extLst>
              </a:tr>
              <a:tr h="370840">
                <a:tc>
                  <a:txBody>
                    <a:bodyPr/>
                    <a:lstStyle/>
                    <a:p>
                      <a:r>
                        <a:rPr lang="en-US" dirty="0"/>
                        <a:t>Has loyalty card</a:t>
                      </a:r>
                    </a:p>
                  </a:txBody>
                  <a:tcPr/>
                </a:tc>
                <a:extLst>
                  <a:ext uri="{0D108BD9-81ED-4DB2-BD59-A6C34878D82A}">
                    <a16:rowId xmlns:a16="http://schemas.microsoft.com/office/drawing/2014/main" val="3254227619"/>
                  </a:ext>
                </a:extLst>
              </a:tr>
              <a:tr h="370839">
                <a:tc>
                  <a:txBody>
                    <a:bodyPr/>
                    <a:lstStyle/>
                    <a:p>
                      <a:r>
                        <a:rPr lang="en-US" dirty="0"/>
                        <a:t>Has coupon</a:t>
                      </a:r>
                    </a:p>
                  </a:txBody>
                  <a:tcPr/>
                </a:tc>
                <a:extLst>
                  <a:ext uri="{0D108BD9-81ED-4DB2-BD59-A6C34878D82A}">
                    <a16:rowId xmlns:a16="http://schemas.microsoft.com/office/drawing/2014/main" val="2552461323"/>
                  </a:ext>
                </a:extLst>
              </a:tr>
              <a:tr h="370840">
                <a:tc>
                  <a:txBody>
                    <a:bodyPr/>
                    <a:lstStyle/>
                    <a:p>
                      <a:r>
                        <a:rPr lang="en-US" dirty="0"/>
                        <a:t>Discount amount</a:t>
                      </a:r>
                    </a:p>
                  </a:txBody>
                  <a:tcPr>
                    <a:solidFill>
                      <a:schemeClr val="accent4">
                        <a:lumMod val="40000"/>
                        <a:lumOff val="60000"/>
                      </a:schemeClr>
                    </a:solidFill>
                  </a:tcPr>
                </a:tc>
                <a:extLst>
                  <a:ext uri="{0D108BD9-81ED-4DB2-BD59-A6C34878D82A}">
                    <a16:rowId xmlns:a16="http://schemas.microsoft.com/office/drawing/2014/main" val="1136341571"/>
                  </a:ext>
                </a:extLst>
              </a:tr>
            </a:tbl>
          </a:graphicData>
        </a:graphic>
      </p:graphicFrame>
    </p:spTree>
    <p:extLst>
      <p:ext uri="{BB962C8B-B14F-4D97-AF65-F5344CB8AC3E}">
        <p14:creationId xmlns:p14="http://schemas.microsoft.com/office/powerpoint/2010/main" val="620390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Decision tables - Example - Calculating discount</a:t>
            </a:r>
            <a:endParaRPr lang="en-US" sz="4000" dirty="0">
              <a:solidFill>
                <a:schemeClr val="accent2"/>
              </a:solidFill>
            </a:endParaRPr>
          </a:p>
        </p:txBody>
      </p:sp>
      <p:sp>
        <p:nvSpPr>
          <p:cNvPr id="4" name="Content Placeholder 3">
            <a:extLst>
              <a:ext uri="{FF2B5EF4-FFF2-40B4-BE49-F238E27FC236}">
                <a16:creationId xmlns:a16="http://schemas.microsoft.com/office/drawing/2014/main" id="{735F0A51-1A45-4BFC-A4CF-680253A9A2D8}"/>
              </a:ext>
            </a:extLst>
          </p:cNvPr>
          <p:cNvSpPr txBox="1">
            <a:spLocks/>
          </p:cNvSpPr>
          <p:nvPr/>
        </p:nvSpPr>
        <p:spPr>
          <a:xfrm>
            <a:off x="357188" y="1079500"/>
            <a:ext cx="9748920" cy="3397250"/>
          </a:xfrm>
          <a:prstGeom prst="rect">
            <a:avLst/>
          </a:prstGeom>
        </p:spPr>
        <p:txBody>
          <a:bodyPr vert="horz" lIns="0" tIns="0" rIns="0" bIns="0" rtlCol="0" anchor="t">
            <a:no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8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1"/>
                </a:solidFill>
                <a:cs typeface="Calibri Light"/>
              </a:rPr>
              <a:t>Determine the number of columns based on the </a:t>
            </a:r>
            <a:r>
              <a:rPr lang="en-US" sz="1800" dirty="0">
                <a:solidFill>
                  <a:schemeClr val="bg1"/>
                </a:solidFill>
                <a:ea typeface="+mj-lt"/>
                <a:cs typeface="+mj-lt"/>
              </a:rPr>
              <a:t>conditions</a:t>
            </a:r>
            <a:r>
              <a:rPr lang="hu-HU" sz="1800" dirty="0">
                <a:solidFill>
                  <a:schemeClr val="bg1"/>
                </a:solidFill>
                <a:ea typeface="+mj-lt"/>
                <a:cs typeface="+mj-lt"/>
              </a:rPr>
              <a:t>:</a:t>
            </a:r>
            <a:endParaRPr lang="hu-HU" u="sng" dirty="0">
              <a:cs typeface="Calibri Light"/>
            </a:endParaRPr>
          </a:p>
          <a:p>
            <a:r>
              <a:rPr lang="en-US" u="sng" dirty="0">
                <a:cs typeface="Calibri Light"/>
              </a:rPr>
              <a:t>1</a:t>
            </a:r>
            <a:r>
              <a:rPr lang="en-US" dirty="0">
                <a:cs typeface="Calibri Light"/>
              </a:rPr>
              <a:t>. New customers get a 15% discount</a:t>
            </a:r>
            <a:r>
              <a:rPr lang="hu-HU" dirty="0">
                <a:cs typeface="Calibri Light"/>
              </a:rPr>
              <a:t> </a:t>
            </a:r>
            <a:r>
              <a:rPr lang="hu-HU" u="sng" dirty="0">
                <a:cs typeface="Calibri Light"/>
              </a:rPr>
              <a:t>(</a:t>
            </a:r>
            <a:r>
              <a:rPr lang="hu-HU" u="sng" dirty="0" err="1">
                <a:cs typeface="Calibri Light"/>
              </a:rPr>
              <a:t>Yes</a:t>
            </a:r>
            <a:r>
              <a:rPr lang="hu-HU" u="sng" dirty="0">
                <a:cs typeface="Calibri Light"/>
              </a:rPr>
              <a:t>/No)</a:t>
            </a:r>
            <a:endParaRPr lang="en-US" u="sng" dirty="0">
              <a:cs typeface="Calibri Light"/>
            </a:endParaRPr>
          </a:p>
          <a:p>
            <a:r>
              <a:rPr lang="en-US" u="sng" dirty="0">
                <a:cs typeface="Calibri Light"/>
              </a:rPr>
              <a:t>2</a:t>
            </a:r>
            <a:r>
              <a:rPr lang="en-US" dirty="0">
                <a:cs typeface="Calibri Light"/>
              </a:rPr>
              <a:t>. Loyalty card holders get a 10% discount</a:t>
            </a:r>
            <a:r>
              <a:rPr lang="hu-HU" dirty="0">
                <a:cs typeface="Calibri Light"/>
              </a:rPr>
              <a:t> </a:t>
            </a:r>
            <a:r>
              <a:rPr lang="hu-HU" u="sng" dirty="0">
                <a:cs typeface="Calibri Light"/>
              </a:rPr>
              <a:t>(</a:t>
            </a:r>
            <a:r>
              <a:rPr lang="hu-HU" u="sng" dirty="0" err="1">
                <a:cs typeface="Calibri Light"/>
              </a:rPr>
              <a:t>Yes</a:t>
            </a:r>
            <a:r>
              <a:rPr lang="hu-HU" u="sng" dirty="0">
                <a:cs typeface="Calibri Light"/>
              </a:rPr>
              <a:t>/No)</a:t>
            </a:r>
            <a:endParaRPr lang="en-US" u="sng" dirty="0">
              <a:cs typeface="Calibri Light"/>
            </a:endParaRPr>
          </a:p>
          <a:p>
            <a:r>
              <a:rPr lang="en-US" u="sng" dirty="0">
                <a:cs typeface="Calibri Light"/>
              </a:rPr>
              <a:t>3</a:t>
            </a:r>
            <a:r>
              <a:rPr lang="en-US" dirty="0">
                <a:cs typeface="Calibri Light"/>
              </a:rPr>
              <a:t>. Coupons provide a 20% discount (but cannot be used with the 'new customer' discount)</a:t>
            </a:r>
            <a:r>
              <a:rPr lang="hu-HU" dirty="0">
                <a:cs typeface="Calibri Light"/>
              </a:rPr>
              <a:t> </a:t>
            </a:r>
            <a:r>
              <a:rPr lang="hu-HU" u="sng" dirty="0">
                <a:cs typeface="Calibri Light"/>
              </a:rPr>
              <a:t>(</a:t>
            </a:r>
            <a:r>
              <a:rPr lang="hu-HU" u="sng" dirty="0" err="1">
                <a:cs typeface="Calibri Light"/>
              </a:rPr>
              <a:t>Yes</a:t>
            </a:r>
            <a:r>
              <a:rPr lang="hu-HU" u="sng" dirty="0">
                <a:cs typeface="Calibri Light"/>
              </a:rPr>
              <a:t>/No)</a:t>
            </a:r>
            <a:endParaRPr lang="en-US" u="sng" dirty="0">
              <a:cs typeface="Calibri Light"/>
            </a:endParaRPr>
          </a:p>
        </p:txBody>
      </p:sp>
      <p:graphicFrame>
        <p:nvGraphicFramePr>
          <p:cNvPr id="6" name="Table 4">
            <a:extLst>
              <a:ext uri="{FF2B5EF4-FFF2-40B4-BE49-F238E27FC236}">
                <a16:creationId xmlns:a16="http://schemas.microsoft.com/office/drawing/2014/main" id="{93B09615-6CFC-4C2A-B0E6-F8E37E97C982}"/>
              </a:ext>
            </a:extLst>
          </p:cNvPr>
          <p:cNvGraphicFramePr>
            <a:graphicFrameLocks noGrp="1"/>
          </p:cNvGraphicFramePr>
          <p:nvPr/>
        </p:nvGraphicFramePr>
        <p:xfrm>
          <a:off x="474663" y="3024011"/>
          <a:ext cx="8266168" cy="1850751"/>
        </p:xfrm>
        <a:graphic>
          <a:graphicData uri="http://schemas.openxmlformats.org/drawingml/2006/table">
            <a:tbl>
              <a:tblPr firstRow="1" bandRow="1">
                <a:tableStyleId>{7DF18680-E054-41AD-8BC1-D1AEF772440D}</a:tableStyleId>
              </a:tblPr>
              <a:tblGrid>
                <a:gridCol w="1828800">
                  <a:extLst>
                    <a:ext uri="{9D8B030D-6E8A-4147-A177-3AD203B41FA5}">
                      <a16:colId xmlns:a16="http://schemas.microsoft.com/office/drawing/2014/main" val="2362781264"/>
                    </a:ext>
                  </a:extLst>
                </a:gridCol>
                <a:gridCol w="804671">
                  <a:extLst>
                    <a:ext uri="{9D8B030D-6E8A-4147-A177-3AD203B41FA5}">
                      <a16:colId xmlns:a16="http://schemas.microsoft.com/office/drawing/2014/main" val="2421730407"/>
                    </a:ext>
                  </a:extLst>
                </a:gridCol>
                <a:gridCol w="804671">
                  <a:extLst>
                    <a:ext uri="{9D8B030D-6E8A-4147-A177-3AD203B41FA5}">
                      <a16:colId xmlns:a16="http://schemas.microsoft.com/office/drawing/2014/main" val="4060557729"/>
                    </a:ext>
                  </a:extLst>
                </a:gridCol>
                <a:gridCol w="804671">
                  <a:extLst>
                    <a:ext uri="{9D8B030D-6E8A-4147-A177-3AD203B41FA5}">
                      <a16:colId xmlns:a16="http://schemas.microsoft.com/office/drawing/2014/main" val="3889091500"/>
                    </a:ext>
                  </a:extLst>
                </a:gridCol>
                <a:gridCol w="804671">
                  <a:extLst>
                    <a:ext uri="{9D8B030D-6E8A-4147-A177-3AD203B41FA5}">
                      <a16:colId xmlns:a16="http://schemas.microsoft.com/office/drawing/2014/main" val="1277966501"/>
                    </a:ext>
                  </a:extLst>
                </a:gridCol>
                <a:gridCol w="804671">
                  <a:extLst>
                    <a:ext uri="{9D8B030D-6E8A-4147-A177-3AD203B41FA5}">
                      <a16:colId xmlns:a16="http://schemas.microsoft.com/office/drawing/2014/main" val="3075170436"/>
                    </a:ext>
                  </a:extLst>
                </a:gridCol>
                <a:gridCol w="804671">
                  <a:extLst>
                    <a:ext uri="{9D8B030D-6E8A-4147-A177-3AD203B41FA5}">
                      <a16:colId xmlns:a16="http://schemas.microsoft.com/office/drawing/2014/main" val="285381484"/>
                    </a:ext>
                  </a:extLst>
                </a:gridCol>
                <a:gridCol w="804671">
                  <a:extLst>
                    <a:ext uri="{9D8B030D-6E8A-4147-A177-3AD203B41FA5}">
                      <a16:colId xmlns:a16="http://schemas.microsoft.com/office/drawing/2014/main" val="3153830123"/>
                    </a:ext>
                  </a:extLst>
                </a:gridCol>
                <a:gridCol w="804671">
                  <a:extLst>
                    <a:ext uri="{9D8B030D-6E8A-4147-A177-3AD203B41FA5}">
                      <a16:colId xmlns:a16="http://schemas.microsoft.com/office/drawing/2014/main" val="563753643"/>
                    </a:ext>
                  </a:extLst>
                </a:gridCol>
              </a:tblGrid>
              <a:tr h="367392">
                <a:tc>
                  <a:txBody>
                    <a:bodyPr/>
                    <a:lstStyle/>
                    <a:p>
                      <a:r>
                        <a:rPr lang="en-US" dirty="0"/>
                        <a:t>Conditions</a:t>
                      </a:r>
                    </a:p>
                  </a:txBody>
                  <a:tcPr/>
                </a:tc>
                <a:tc>
                  <a:txBody>
                    <a:bodyPr/>
                    <a:lstStyle/>
                    <a:p>
                      <a:r>
                        <a:rPr lang="en-US" dirty="0"/>
                        <a:t>Case 1</a:t>
                      </a:r>
                    </a:p>
                  </a:txBody>
                  <a:tcPr/>
                </a:tc>
                <a:tc>
                  <a:txBody>
                    <a:bodyPr/>
                    <a:lstStyle/>
                    <a:p>
                      <a:r>
                        <a:rPr lang="en-US" dirty="0"/>
                        <a:t>Case 2</a:t>
                      </a:r>
                    </a:p>
                  </a:txBody>
                  <a:tcPr/>
                </a:tc>
                <a:tc>
                  <a:txBody>
                    <a:bodyPr/>
                    <a:lstStyle/>
                    <a:p>
                      <a:r>
                        <a:rPr lang="en-US" dirty="0"/>
                        <a:t>Case 3</a:t>
                      </a:r>
                    </a:p>
                  </a:txBody>
                  <a:tcPr/>
                </a:tc>
                <a:tc>
                  <a:txBody>
                    <a:bodyPr/>
                    <a:lstStyle/>
                    <a:p>
                      <a:pPr algn="ctr"/>
                      <a:r>
                        <a:rPr lang="en-US" dirty="0"/>
                        <a:t>Case 4</a:t>
                      </a:r>
                    </a:p>
                  </a:txBody>
                  <a:tcPr/>
                </a:tc>
                <a:tc>
                  <a:txBody>
                    <a:bodyPr/>
                    <a:lstStyle/>
                    <a:p>
                      <a:r>
                        <a:rPr lang="en-US" dirty="0"/>
                        <a:t>Case 5</a:t>
                      </a:r>
                    </a:p>
                  </a:txBody>
                  <a:tcPr/>
                </a:tc>
                <a:tc>
                  <a:txBody>
                    <a:bodyPr/>
                    <a:lstStyle/>
                    <a:p>
                      <a:r>
                        <a:rPr lang="en-US" dirty="0"/>
                        <a:t>Case 6</a:t>
                      </a:r>
                    </a:p>
                  </a:txBody>
                  <a:tcPr/>
                </a:tc>
                <a:tc>
                  <a:txBody>
                    <a:bodyPr/>
                    <a:lstStyle/>
                    <a:p>
                      <a:r>
                        <a:rPr lang="en-US" dirty="0"/>
                        <a:t>Case 7</a:t>
                      </a:r>
                    </a:p>
                  </a:txBody>
                  <a:tcPr/>
                </a:tc>
                <a:tc>
                  <a:txBody>
                    <a:bodyPr/>
                    <a:lstStyle/>
                    <a:p>
                      <a:r>
                        <a:rPr lang="en-US" dirty="0"/>
                        <a:t>Case 8</a:t>
                      </a:r>
                    </a:p>
                  </a:txBody>
                  <a:tcPr/>
                </a:tc>
                <a:extLst>
                  <a:ext uri="{0D108BD9-81ED-4DB2-BD59-A6C34878D82A}">
                    <a16:rowId xmlns:a16="http://schemas.microsoft.com/office/drawing/2014/main" val="2887102930"/>
                  </a:ext>
                </a:extLst>
              </a:tr>
              <a:tr h="370840">
                <a:tc>
                  <a:txBody>
                    <a:bodyPr/>
                    <a:lstStyle/>
                    <a:p>
                      <a:r>
                        <a:rPr lang="en-US" dirty="0"/>
                        <a:t>New customer</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889028140"/>
                  </a:ext>
                </a:extLst>
              </a:tr>
              <a:tr h="370840">
                <a:tc>
                  <a:txBody>
                    <a:bodyPr/>
                    <a:lstStyle/>
                    <a:p>
                      <a:r>
                        <a:rPr lang="en-US" dirty="0"/>
                        <a:t>Has loyalty card</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254227619"/>
                  </a:ext>
                </a:extLst>
              </a:tr>
              <a:tr h="370839">
                <a:tc>
                  <a:txBody>
                    <a:bodyPr/>
                    <a:lstStyle/>
                    <a:p>
                      <a:r>
                        <a:rPr lang="en-US" dirty="0"/>
                        <a:t>Has coupon</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lvl="0" algn="ctr">
                        <a:buNone/>
                      </a:pP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552461323"/>
                  </a:ext>
                </a:extLst>
              </a:tr>
              <a:tr h="370840">
                <a:tc>
                  <a:txBody>
                    <a:bodyPr/>
                    <a:lstStyle/>
                    <a:p>
                      <a:r>
                        <a:rPr lang="en-US" dirty="0"/>
                        <a:t>Discount amount</a:t>
                      </a:r>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extLst>
                  <a:ext uri="{0D108BD9-81ED-4DB2-BD59-A6C34878D82A}">
                    <a16:rowId xmlns:a16="http://schemas.microsoft.com/office/drawing/2014/main" val="1136341571"/>
                  </a:ext>
                </a:extLst>
              </a:tr>
            </a:tbl>
          </a:graphicData>
        </a:graphic>
      </p:graphicFrame>
    </p:spTree>
    <p:extLst>
      <p:ext uri="{BB962C8B-B14F-4D97-AF65-F5344CB8AC3E}">
        <p14:creationId xmlns:p14="http://schemas.microsoft.com/office/powerpoint/2010/main" val="529916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Decision tables - Example - Calculating discount</a:t>
            </a:r>
            <a:endParaRPr lang="en-US" sz="4000" dirty="0">
              <a:solidFill>
                <a:schemeClr val="accent2"/>
              </a:solidFill>
            </a:endParaRPr>
          </a:p>
        </p:txBody>
      </p:sp>
      <p:sp>
        <p:nvSpPr>
          <p:cNvPr id="4" name="Content Placeholder 3">
            <a:extLst>
              <a:ext uri="{FF2B5EF4-FFF2-40B4-BE49-F238E27FC236}">
                <a16:creationId xmlns:a16="http://schemas.microsoft.com/office/drawing/2014/main" id="{735F0A51-1A45-4BFC-A4CF-680253A9A2D8}"/>
              </a:ext>
            </a:extLst>
          </p:cNvPr>
          <p:cNvSpPr txBox="1">
            <a:spLocks/>
          </p:cNvSpPr>
          <p:nvPr/>
        </p:nvSpPr>
        <p:spPr>
          <a:xfrm>
            <a:off x="357188" y="1079500"/>
            <a:ext cx="8429625" cy="3397250"/>
          </a:xfrm>
          <a:prstGeom prst="rect">
            <a:avLst/>
          </a:prstGeom>
        </p:spPr>
        <p:txBody>
          <a:bodyPr vert="horz" lIns="0" tIns="0" rIns="0" bIns="0" rtlCol="0" anchor="t">
            <a:no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8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1"/>
                </a:solidFill>
                <a:cs typeface="Calibri Light"/>
              </a:rPr>
              <a:t>Fill the table cells with True/False values (make sure to proceed systematically to avoid excluding a combination)</a:t>
            </a:r>
            <a:r>
              <a:rPr lang="hu-HU" sz="1800" dirty="0">
                <a:solidFill>
                  <a:schemeClr val="bg1"/>
                </a:solidFill>
                <a:cs typeface="Calibri Light"/>
              </a:rPr>
              <a:t>:</a:t>
            </a:r>
            <a:endParaRPr lang="hu-HU" dirty="0">
              <a:cs typeface="Calibri Light"/>
            </a:endParaRPr>
          </a:p>
          <a:p>
            <a:r>
              <a:rPr lang="en-US" dirty="0">
                <a:cs typeface="Calibri Light"/>
              </a:rPr>
              <a:t>1. New customers get a 15% discount</a:t>
            </a:r>
          </a:p>
          <a:p>
            <a:r>
              <a:rPr lang="en-US" dirty="0">
                <a:cs typeface="Calibri Light"/>
              </a:rPr>
              <a:t>2. Loyalty card holders get a 10% discount</a:t>
            </a:r>
          </a:p>
          <a:p>
            <a:r>
              <a:rPr lang="en-US" dirty="0">
                <a:cs typeface="Calibri Light"/>
              </a:rPr>
              <a:t>3. Coupons provide a 20% discount (but cannot be used with the 'new customer' discount)</a:t>
            </a:r>
          </a:p>
        </p:txBody>
      </p:sp>
      <p:graphicFrame>
        <p:nvGraphicFramePr>
          <p:cNvPr id="6" name="Table 4">
            <a:extLst>
              <a:ext uri="{FF2B5EF4-FFF2-40B4-BE49-F238E27FC236}">
                <a16:creationId xmlns:a16="http://schemas.microsoft.com/office/drawing/2014/main" id="{93B09615-6CFC-4C2A-B0E6-F8E37E97C982}"/>
              </a:ext>
            </a:extLst>
          </p:cNvPr>
          <p:cNvGraphicFramePr>
            <a:graphicFrameLocks noGrp="1"/>
          </p:cNvGraphicFramePr>
          <p:nvPr>
            <p:extLst>
              <p:ext uri="{D42A27DB-BD31-4B8C-83A1-F6EECF244321}">
                <p14:modId xmlns:p14="http://schemas.microsoft.com/office/powerpoint/2010/main" val="2126286416"/>
              </p:ext>
            </p:extLst>
          </p:nvPr>
        </p:nvGraphicFramePr>
        <p:xfrm>
          <a:off x="474663" y="3024011"/>
          <a:ext cx="8266168" cy="1850751"/>
        </p:xfrm>
        <a:graphic>
          <a:graphicData uri="http://schemas.openxmlformats.org/drawingml/2006/table">
            <a:tbl>
              <a:tblPr firstRow="1" bandRow="1">
                <a:tableStyleId>{7DF18680-E054-41AD-8BC1-D1AEF772440D}</a:tableStyleId>
              </a:tblPr>
              <a:tblGrid>
                <a:gridCol w="1828800">
                  <a:extLst>
                    <a:ext uri="{9D8B030D-6E8A-4147-A177-3AD203B41FA5}">
                      <a16:colId xmlns:a16="http://schemas.microsoft.com/office/drawing/2014/main" val="2362781264"/>
                    </a:ext>
                  </a:extLst>
                </a:gridCol>
                <a:gridCol w="804671">
                  <a:extLst>
                    <a:ext uri="{9D8B030D-6E8A-4147-A177-3AD203B41FA5}">
                      <a16:colId xmlns:a16="http://schemas.microsoft.com/office/drawing/2014/main" val="2421730407"/>
                    </a:ext>
                  </a:extLst>
                </a:gridCol>
                <a:gridCol w="804671">
                  <a:extLst>
                    <a:ext uri="{9D8B030D-6E8A-4147-A177-3AD203B41FA5}">
                      <a16:colId xmlns:a16="http://schemas.microsoft.com/office/drawing/2014/main" val="4060557729"/>
                    </a:ext>
                  </a:extLst>
                </a:gridCol>
                <a:gridCol w="804671">
                  <a:extLst>
                    <a:ext uri="{9D8B030D-6E8A-4147-A177-3AD203B41FA5}">
                      <a16:colId xmlns:a16="http://schemas.microsoft.com/office/drawing/2014/main" val="3889091500"/>
                    </a:ext>
                  </a:extLst>
                </a:gridCol>
                <a:gridCol w="804671">
                  <a:extLst>
                    <a:ext uri="{9D8B030D-6E8A-4147-A177-3AD203B41FA5}">
                      <a16:colId xmlns:a16="http://schemas.microsoft.com/office/drawing/2014/main" val="1277966501"/>
                    </a:ext>
                  </a:extLst>
                </a:gridCol>
                <a:gridCol w="804671">
                  <a:extLst>
                    <a:ext uri="{9D8B030D-6E8A-4147-A177-3AD203B41FA5}">
                      <a16:colId xmlns:a16="http://schemas.microsoft.com/office/drawing/2014/main" val="3075170436"/>
                    </a:ext>
                  </a:extLst>
                </a:gridCol>
                <a:gridCol w="804671">
                  <a:extLst>
                    <a:ext uri="{9D8B030D-6E8A-4147-A177-3AD203B41FA5}">
                      <a16:colId xmlns:a16="http://schemas.microsoft.com/office/drawing/2014/main" val="285381484"/>
                    </a:ext>
                  </a:extLst>
                </a:gridCol>
                <a:gridCol w="804671">
                  <a:extLst>
                    <a:ext uri="{9D8B030D-6E8A-4147-A177-3AD203B41FA5}">
                      <a16:colId xmlns:a16="http://schemas.microsoft.com/office/drawing/2014/main" val="3153830123"/>
                    </a:ext>
                  </a:extLst>
                </a:gridCol>
                <a:gridCol w="804671">
                  <a:extLst>
                    <a:ext uri="{9D8B030D-6E8A-4147-A177-3AD203B41FA5}">
                      <a16:colId xmlns:a16="http://schemas.microsoft.com/office/drawing/2014/main" val="563753643"/>
                    </a:ext>
                  </a:extLst>
                </a:gridCol>
              </a:tblGrid>
              <a:tr h="367392">
                <a:tc>
                  <a:txBody>
                    <a:bodyPr/>
                    <a:lstStyle/>
                    <a:p>
                      <a:r>
                        <a:rPr lang="en-US" dirty="0"/>
                        <a:t>Conditions</a:t>
                      </a:r>
                    </a:p>
                  </a:txBody>
                  <a:tcPr/>
                </a:tc>
                <a:tc>
                  <a:txBody>
                    <a:bodyPr/>
                    <a:lstStyle/>
                    <a:p>
                      <a:r>
                        <a:rPr lang="en-US" dirty="0"/>
                        <a:t>Case 1</a:t>
                      </a:r>
                    </a:p>
                  </a:txBody>
                  <a:tcPr/>
                </a:tc>
                <a:tc>
                  <a:txBody>
                    <a:bodyPr/>
                    <a:lstStyle/>
                    <a:p>
                      <a:r>
                        <a:rPr lang="en-US" dirty="0"/>
                        <a:t>Case 2</a:t>
                      </a:r>
                    </a:p>
                  </a:txBody>
                  <a:tcPr/>
                </a:tc>
                <a:tc>
                  <a:txBody>
                    <a:bodyPr/>
                    <a:lstStyle/>
                    <a:p>
                      <a:r>
                        <a:rPr lang="en-US" dirty="0"/>
                        <a:t>Case 3</a:t>
                      </a:r>
                    </a:p>
                  </a:txBody>
                  <a:tcPr/>
                </a:tc>
                <a:tc>
                  <a:txBody>
                    <a:bodyPr/>
                    <a:lstStyle/>
                    <a:p>
                      <a:pPr algn="ctr"/>
                      <a:r>
                        <a:rPr lang="en-US" dirty="0"/>
                        <a:t>Case 4</a:t>
                      </a:r>
                    </a:p>
                  </a:txBody>
                  <a:tcPr/>
                </a:tc>
                <a:tc>
                  <a:txBody>
                    <a:bodyPr/>
                    <a:lstStyle/>
                    <a:p>
                      <a:r>
                        <a:rPr lang="en-US" dirty="0"/>
                        <a:t>Case 5</a:t>
                      </a:r>
                    </a:p>
                  </a:txBody>
                  <a:tcPr/>
                </a:tc>
                <a:tc>
                  <a:txBody>
                    <a:bodyPr/>
                    <a:lstStyle/>
                    <a:p>
                      <a:r>
                        <a:rPr lang="en-US" dirty="0"/>
                        <a:t>Case 6</a:t>
                      </a:r>
                    </a:p>
                  </a:txBody>
                  <a:tcPr/>
                </a:tc>
                <a:tc>
                  <a:txBody>
                    <a:bodyPr/>
                    <a:lstStyle/>
                    <a:p>
                      <a:r>
                        <a:rPr lang="en-US" dirty="0"/>
                        <a:t>Case 7</a:t>
                      </a:r>
                    </a:p>
                  </a:txBody>
                  <a:tcPr/>
                </a:tc>
                <a:tc>
                  <a:txBody>
                    <a:bodyPr/>
                    <a:lstStyle/>
                    <a:p>
                      <a:r>
                        <a:rPr lang="en-US" dirty="0"/>
                        <a:t>Case 8</a:t>
                      </a:r>
                    </a:p>
                  </a:txBody>
                  <a:tcPr/>
                </a:tc>
                <a:extLst>
                  <a:ext uri="{0D108BD9-81ED-4DB2-BD59-A6C34878D82A}">
                    <a16:rowId xmlns:a16="http://schemas.microsoft.com/office/drawing/2014/main" val="2887102930"/>
                  </a:ext>
                </a:extLst>
              </a:tr>
              <a:tr h="370840">
                <a:tc>
                  <a:txBody>
                    <a:bodyPr/>
                    <a:lstStyle/>
                    <a:p>
                      <a:r>
                        <a:rPr lang="en-US" dirty="0"/>
                        <a:t>New customer</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889028140"/>
                  </a:ext>
                </a:extLst>
              </a:tr>
              <a:tr h="370840">
                <a:tc>
                  <a:txBody>
                    <a:bodyPr/>
                    <a:lstStyle/>
                    <a:p>
                      <a:r>
                        <a:rPr lang="en-US" dirty="0"/>
                        <a:t>Has loyalty card</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254227619"/>
                  </a:ext>
                </a:extLst>
              </a:tr>
              <a:tr h="370839">
                <a:tc>
                  <a:txBody>
                    <a:bodyPr/>
                    <a:lstStyle/>
                    <a:p>
                      <a:r>
                        <a:rPr lang="en-US" dirty="0"/>
                        <a:t>Has coupon</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lvl="0" algn="ctr">
                        <a:buNone/>
                      </a:pP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552461323"/>
                  </a:ext>
                </a:extLst>
              </a:tr>
              <a:tr h="370840">
                <a:tc>
                  <a:txBody>
                    <a:bodyPr/>
                    <a:lstStyle/>
                    <a:p>
                      <a:r>
                        <a:rPr lang="en-US" dirty="0"/>
                        <a:t>Discount amount</a:t>
                      </a:r>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extLst>
                  <a:ext uri="{0D108BD9-81ED-4DB2-BD59-A6C34878D82A}">
                    <a16:rowId xmlns:a16="http://schemas.microsoft.com/office/drawing/2014/main" val="113634157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7" name="Szabadkéz 6">
                <a:extLst>
                  <a:ext uri="{FF2B5EF4-FFF2-40B4-BE49-F238E27FC236}">
                    <a16:creationId xmlns:a16="http://schemas.microsoft.com/office/drawing/2014/main" id="{9C94A709-805F-3140-26A7-D169C8C2ED07}"/>
                  </a:ext>
                </a:extLst>
              </p14:cNvPr>
              <p14:cNvContentPartPr/>
              <p14:nvPr/>
            </p14:nvContentPartPr>
            <p14:xfrm>
              <a:off x="5521980" y="3398520"/>
              <a:ext cx="360" cy="371160"/>
            </p14:xfrm>
          </p:contentPart>
        </mc:Choice>
        <mc:Fallback xmlns="">
          <p:pic>
            <p:nvPicPr>
              <p:cNvPr id="7" name="Szabadkéz 6">
                <a:extLst>
                  <a:ext uri="{FF2B5EF4-FFF2-40B4-BE49-F238E27FC236}">
                    <a16:creationId xmlns:a16="http://schemas.microsoft.com/office/drawing/2014/main" id="{9C94A709-805F-3140-26A7-D169C8C2ED07}"/>
                  </a:ext>
                </a:extLst>
              </p:cNvPr>
              <p:cNvPicPr/>
              <p:nvPr/>
            </p:nvPicPr>
            <p:blipFill>
              <a:blip r:embed="rId3"/>
              <a:stretch>
                <a:fillRect/>
              </a:stretch>
            </p:blipFill>
            <p:spPr>
              <a:xfrm>
                <a:off x="5513340" y="3389520"/>
                <a:ext cx="18000" cy="388800"/>
              </a:xfrm>
              <a:prstGeom prst="rect">
                <a:avLst/>
              </a:prstGeom>
            </p:spPr>
          </p:pic>
        </mc:Fallback>
      </mc:AlternateContent>
    </p:spTree>
    <p:extLst>
      <p:ext uri="{BB962C8B-B14F-4D97-AF65-F5344CB8AC3E}">
        <p14:creationId xmlns:p14="http://schemas.microsoft.com/office/powerpoint/2010/main" val="1266692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Decision tables - Example - Calculating discount</a:t>
            </a:r>
            <a:endParaRPr lang="en-US" sz="4000" dirty="0">
              <a:solidFill>
                <a:schemeClr val="accent2"/>
              </a:solidFill>
            </a:endParaRPr>
          </a:p>
        </p:txBody>
      </p:sp>
      <p:sp>
        <p:nvSpPr>
          <p:cNvPr id="4" name="Content Placeholder 3">
            <a:extLst>
              <a:ext uri="{FF2B5EF4-FFF2-40B4-BE49-F238E27FC236}">
                <a16:creationId xmlns:a16="http://schemas.microsoft.com/office/drawing/2014/main" id="{735F0A51-1A45-4BFC-A4CF-680253A9A2D8}"/>
              </a:ext>
            </a:extLst>
          </p:cNvPr>
          <p:cNvSpPr txBox="1">
            <a:spLocks/>
          </p:cNvSpPr>
          <p:nvPr/>
        </p:nvSpPr>
        <p:spPr>
          <a:xfrm>
            <a:off x="357188" y="1079500"/>
            <a:ext cx="8429625" cy="3397250"/>
          </a:xfrm>
          <a:prstGeom prst="rect">
            <a:avLst/>
          </a:prstGeom>
        </p:spPr>
        <p:txBody>
          <a:bodyPr vert="horz" lIns="0" tIns="0" rIns="0" bIns="0" rtlCol="0" anchor="t">
            <a:no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8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1"/>
                </a:solidFill>
                <a:cs typeface="Calibri Light"/>
              </a:rPr>
              <a:t>Fill the table cells with True/False values (make sure to proceed systematically to avoid excluding a combination)</a:t>
            </a:r>
            <a:r>
              <a:rPr lang="hu-HU" dirty="0">
                <a:cs typeface="Calibri Light"/>
              </a:rPr>
              <a:t>:</a:t>
            </a:r>
          </a:p>
          <a:p>
            <a:r>
              <a:rPr lang="en-US" dirty="0">
                <a:cs typeface="Calibri Light"/>
              </a:rPr>
              <a:t>1. New customers get a 15% discount</a:t>
            </a:r>
          </a:p>
          <a:p>
            <a:r>
              <a:rPr lang="en-US" dirty="0">
                <a:cs typeface="Calibri Light"/>
              </a:rPr>
              <a:t>2. Loyalty card holders get a 10% discount</a:t>
            </a:r>
          </a:p>
          <a:p>
            <a:r>
              <a:rPr lang="en-US" dirty="0">
                <a:cs typeface="Calibri Light"/>
              </a:rPr>
              <a:t>3. Coupons provide a 20% discount (but cannot be used with the 'new customer' discount)</a:t>
            </a:r>
          </a:p>
        </p:txBody>
      </p:sp>
      <p:graphicFrame>
        <p:nvGraphicFramePr>
          <p:cNvPr id="6" name="Table 4">
            <a:extLst>
              <a:ext uri="{FF2B5EF4-FFF2-40B4-BE49-F238E27FC236}">
                <a16:creationId xmlns:a16="http://schemas.microsoft.com/office/drawing/2014/main" id="{93B09615-6CFC-4C2A-B0E6-F8E37E97C982}"/>
              </a:ext>
            </a:extLst>
          </p:cNvPr>
          <p:cNvGraphicFramePr>
            <a:graphicFrameLocks noGrp="1"/>
          </p:cNvGraphicFramePr>
          <p:nvPr>
            <p:extLst>
              <p:ext uri="{D42A27DB-BD31-4B8C-83A1-F6EECF244321}">
                <p14:modId xmlns:p14="http://schemas.microsoft.com/office/powerpoint/2010/main" val="3588347111"/>
              </p:ext>
            </p:extLst>
          </p:nvPr>
        </p:nvGraphicFramePr>
        <p:xfrm>
          <a:off x="474663" y="3024011"/>
          <a:ext cx="8266168" cy="1850751"/>
        </p:xfrm>
        <a:graphic>
          <a:graphicData uri="http://schemas.openxmlformats.org/drawingml/2006/table">
            <a:tbl>
              <a:tblPr firstRow="1" bandRow="1">
                <a:tableStyleId>{7DF18680-E054-41AD-8BC1-D1AEF772440D}</a:tableStyleId>
              </a:tblPr>
              <a:tblGrid>
                <a:gridCol w="1828800">
                  <a:extLst>
                    <a:ext uri="{9D8B030D-6E8A-4147-A177-3AD203B41FA5}">
                      <a16:colId xmlns:a16="http://schemas.microsoft.com/office/drawing/2014/main" val="2362781264"/>
                    </a:ext>
                  </a:extLst>
                </a:gridCol>
                <a:gridCol w="804671">
                  <a:extLst>
                    <a:ext uri="{9D8B030D-6E8A-4147-A177-3AD203B41FA5}">
                      <a16:colId xmlns:a16="http://schemas.microsoft.com/office/drawing/2014/main" val="2421730407"/>
                    </a:ext>
                  </a:extLst>
                </a:gridCol>
                <a:gridCol w="804671">
                  <a:extLst>
                    <a:ext uri="{9D8B030D-6E8A-4147-A177-3AD203B41FA5}">
                      <a16:colId xmlns:a16="http://schemas.microsoft.com/office/drawing/2014/main" val="4060557729"/>
                    </a:ext>
                  </a:extLst>
                </a:gridCol>
                <a:gridCol w="804671">
                  <a:extLst>
                    <a:ext uri="{9D8B030D-6E8A-4147-A177-3AD203B41FA5}">
                      <a16:colId xmlns:a16="http://schemas.microsoft.com/office/drawing/2014/main" val="3889091500"/>
                    </a:ext>
                  </a:extLst>
                </a:gridCol>
                <a:gridCol w="804671">
                  <a:extLst>
                    <a:ext uri="{9D8B030D-6E8A-4147-A177-3AD203B41FA5}">
                      <a16:colId xmlns:a16="http://schemas.microsoft.com/office/drawing/2014/main" val="1277966501"/>
                    </a:ext>
                  </a:extLst>
                </a:gridCol>
                <a:gridCol w="804671">
                  <a:extLst>
                    <a:ext uri="{9D8B030D-6E8A-4147-A177-3AD203B41FA5}">
                      <a16:colId xmlns:a16="http://schemas.microsoft.com/office/drawing/2014/main" val="3075170436"/>
                    </a:ext>
                  </a:extLst>
                </a:gridCol>
                <a:gridCol w="804671">
                  <a:extLst>
                    <a:ext uri="{9D8B030D-6E8A-4147-A177-3AD203B41FA5}">
                      <a16:colId xmlns:a16="http://schemas.microsoft.com/office/drawing/2014/main" val="285381484"/>
                    </a:ext>
                  </a:extLst>
                </a:gridCol>
                <a:gridCol w="804671">
                  <a:extLst>
                    <a:ext uri="{9D8B030D-6E8A-4147-A177-3AD203B41FA5}">
                      <a16:colId xmlns:a16="http://schemas.microsoft.com/office/drawing/2014/main" val="3153830123"/>
                    </a:ext>
                  </a:extLst>
                </a:gridCol>
                <a:gridCol w="804671">
                  <a:extLst>
                    <a:ext uri="{9D8B030D-6E8A-4147-A177-3AD203B41FA5}">
                      <a16:colId xmlns:a16="http://schemas.microsoft.com/office/drawing/2014/main" val="563753643"/>
                    </a:ext>
                  </a:extLst>
                </a:gridCol>
              </a:tblGrid>
              <a:tr h="367392">
                <a:tc>
                  <a:txBody>
                    <a:bodyPr/>
                    <a:lstStyle/>
                    <a:p>
                      <a:r>
                        <a:rPr lang="en-US" dirty="0"/>
                        <a:t>Conditions</a:t>
                      </a:r>
                    </a:p>
                  </a:txBody>
                  <a:tcPr/>
                </a:tc>
                <a:tc>
                  <a:txBody>
                    <a:bodyPr/>
                    <a:lstStyle/>
                    <a:p>
                      <a:r>
                        <a:rPr lang="en-US" dirty="0"/>
                        <a:t>Case 1</a:t>
                      </a:r>
                    </a:p>
                  </a:txBody>
                  <a:tcPr/>
                </a:tc>
                <a:tc>
                  <a:txBody>
                    <a:bodyPr/>
                    <a:lstStyle/>
                    <a:p>
                      <a:r>
                        <a:rPr lang="en-US" dirty="0"/>
                        <a:t>Case 2</a:t>
                      </a:r>
                    </a:p>
                  </a:txBody>
                  <a:tcPr/>
                </a:tc>
                <a:tc>
                  <a:txBody>
                    <a:bodyPr/>
                    <a:lstStyle/>
                    <a:p>
                      <a:r>
                        <a:rPr lang="en-US" dirty="0"/>
                        <a:t>Case 3</a:t>
                      </a:r>
                    </a:p>
                  </a:txBody>
                  <a:tcPr/>
                </a:tc>
                <a:tc>
                  <a:txBody>
                    <a:bodyPr/>
                    <a:lstStyle/>
                    <a:p>
                      <a:pPr algn="ctr"/>
                      <a:r>
                        <a:rPr lang="en-US" dirty="0"/>
                        <a:t>Case 4</a:t>
                      </a:r>
                    </a:p>
                  </a:txBody>
                  <a:tcPr/>
                </a:tc>
                <a:tc>
                  <a:txBody>
                    <a:bodyPr/>
                    <a:lstStyle/>
                    <a:p>
                      <a:r>
                        <a:rPr lang="en-US" dirty="0"/>
                        <a:t>Case 5</a:t>
                      </a:r>
                    </a:p>
                  </a:txBody>
                  <a:tcPr/>
                </a:tc>
                <a:tc>
                  <a:txBody>
                    <a:bodyPr/>
                    <a:lstStyle/>
                    <a:p>
                      <a:r>
                        <a:rPr lang="en-US" dirty="0"/>
                        <a:t>Case 6</a:t>
                      </a:r>
                    </a:p>
                  </a:txBody>
                  <a:tcPr/>
                </a:tc>
                <a:tc>
                  <a:txBody>
                    <a:bodyPr/>
                    <a:lstStyle/>
                    <a:p>
                      <a:r>
                        <a:rPr lang="en-US" dirty="0"/>
                        <a:t>Case 7</a:t>
                      </a:r>
                    </a:p>
                  </a:txBody>
                  <a:tcPr/>
                </a:tc>
                <a:tc>
                  <a:txBody>
                    <a:bodyPr/>
                    <a:lstStyle/>
                    <a:p>
                      <a:r>
                        <a:rPr lang="en-US" dirty="0"/>
                        <a:t>Case 8</a:t>
                      </a:r>
                    </a:p>
                  </a:txBody>
                  <a:tcPr/>
                </a:tc>
                <a:extLst>
                  <a:ext uri="{0D108BD9-81ED-4DB2-BD59-A6C34878D82A}">
                    <a16:rowId xmlns:a16="http://schemas.microsoft.com/office/drawing/2014/main" val="2887102930"/>
                  </a:ext>
                </a:extLst>
              </a:tr>
              <a:tr h="370840">
                <a:tc>
                  <a:txBody>
                    <a:bodyPr/>
                    <a:lstStyle/>
                    <a:p>
                      <a:r>
                        <a:rPr lang="en-US" dirty="0"/>
                        <a:t>New customer</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889028140"/>
                  </a:ext>
                </a:extLst>
              </a:tr>
              <a:tr h="370840">
                <a:tc>
                  <a:txBody>
                    <a:bodyPr/>
                    <a:lstStyle/>
                    <a:p>
                      <a:r>
                        <a:rPr lang="en-US" dirty="0"/>
                        <a:t>Has loyalty card</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254227619"/>
                  </a:ext>
                </a:extLst>
              </a:tr>
              <a:tr h="370839">
                <a:tc>
                  <a:txBody>
                    <a:bodyPr/>
                    <a:lstStyle/>
                    <a:p>
                      <a:r>
                        <a:rPr lang="en-US" dirty="0"/>
                        <a:t>Has coupon</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lvl="0" algn="ctr">
                        <a:buNone/>
                      </a:pP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552461323"/>
                  </a:ext>
                </a:extLst>
              </a:tr>
              <a:tr h="370840">
                <a:tc>
                  <a:txBody>
                    <a:bodyPr/>
                    <a:lstStyle/>
                    <a:p>
                      <a:r>
                        <a:rPr lang="en-US" dirty="0"/>
                        <a:t>Discount amount</a:t>
                      </a:r>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extLst>
                  <a:ext uri="{0D108BD9-81ED-4DB2-BD59-A6C34878D82A}">
                    <a16:rowId xmlns:a16="http://schemas.microsoft.com/office/drawing/2014/main" val="113634157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6" name="Szabadkéz 15">
                <a:extLst>
                  <a:ext uri="{FF2B5EF4-FFF2-40B4-BE49-F238E27FC236}">
                    <a16:creationId xmlns:a16="http://schemas.microsoft.com/office/drawing/2014/main" id="{8B26D02F-7EC6-6A4B-EE23-8571BD688AFC}"/>
                  </a:ext>
                </a:extLst>
              </p14:cNvPr>
              <p14:cNvContentPartPr/>
              <p14:nvPr/>
            </p14:nvContentPartPr>
            <p14:xfrm>
              <a:off x="3906660" y="3764280"/>
              <a:ext cx="360" cy="357480"/>
            </p14:xfrm>
          </p:contentPart>
        </mc:Choice>
        <mc:Fallback xmlns="">
          <p:pic>
            <p:nvPicPr>
              <p:cNvPr id="16" name="Szabadkéz 15">
                <a:extLst>
                  <a:ext uri="{FF2B5EF4-FFF2-40B4-BE49-F238E27FC236}">
                    <a16:creationId xmlns:a16="http://schemas.microsoft.com/office/drawing/2014/main" id="{8B26D02F-7EC6-6A4B-EE23-8571BD688AFC}"/>
                  </a:ext>
                </a:extLst>
              </p:cNvPr>
              <p:cNvPicPr/>
              <p:nvPr/>
            </p:nvPicPr>
            <p:blipFill>
              <a:blip r:embed="rId3"/>
              <a:stretch>
                <a:fillRect/>
              </a:stretch>
            </p:blipFill>
            <p:spPr>
              <a:xfrm>
                <a:off x="3897660" y="3755280"/>
                <a:ext cx="1800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8" name="Szabadkéz 17">
                <a:extLst>
                  <a:ext uri="{FF2B5EF4-FFF2-40B4-BE49-F238E27FC236}">
                    <a16:creationId xmlns:a16="http://schemas.microsoft.com/office/drawing/2014/main" id="{51D2456D-351F-4E87-8FDA-F8C8C83FB8B7}"/>
                  </a:ext>
                </a:extLst>
              </p14:cNvPr>
              <p14:cNvContentPartPr/>
              <p14:nvPr/>
            </p14:nvContentPartPr>
            <p14:xfrm>
              <a:off x="5514420" y="3771840"/>
              <a:ext cx="360" cy="371520"/>
            </p14:xfrm>
          </p:contentPart>
        </mc:Choice>
        <mc:Fallback xmlns="">
          <p:pic>
            <p:nvPicPr>
              <p:cNvPr id="18" name="Szabadkéz 17">
                <a:extLst>
                  <a:ext uri="{FF2B5EF4-FFF2-40B4-BE49-F238E27FC236}">
                    <a16:creationId xmlns:a16="http://schemas.microsoft.com/office/drawing/2014/main" id="{51D2456D-351F-4E87-8FDA-F8C8C83FB8B7}"/>
                  </a:ext>
                </a:extLst>
              </p:cNvPr>
              <p:cNvPicPr/>
              <p:nvPr/>
            </p:nvPicPr>
            <p:blipFill>
              <a:blip r:embed="rId5"/>
              <a:stretch>
                <a:fillRect/>
              </a:stretch>
            </p:blipFill>
            <p:spPr>
              <a:xfrm>
                <a:off x="5505780" y="3762840"/>
                <a:ext cx="1800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Szabadkéz 18">
                <a:extLst>
                  <a:ext uri="{FF2B5EF4-FFF2-40B4-BE49-F238E27FC236}">
                    <a16:creationId xmlns:a16="http://schemas.microsoft.com/office/drawing/2014/main" id="{D80C5364-EEBD-90AD-3C62-51AB268760D0}"/>
                  </a:ext>
                </a:extLst>
              </p14:cNvPr>
              <p14:cNvContentPartPr/>
              <p14:nvPr/>
            </p14:nvContentPartPr>
            <p14:xfrm>
              <a:off x="7129740" y="3779400"/>
              <a:ext cx="360" cy="372600"/>
            </p14:xfrm>
          </p:contentPart>
        </mc:Choice>
        <mc:Fallback xmlns="">
          <p:pic>
            <p:nvPicPr>
              <p:cNvPr id="19" name="Szabadkéz 18">
                <a:extLst>
                  <a:ext uri="{FF2B5EF4-FFF2-40B4-BE49-F238E27FC236}">
                    <a16:creationId xmlns:a16="http://schemas.microsoft.com/office/drawing/2014/main" id="{D80C5364-EEBD-90AD-3C62-51AB268760D0}"/>
                  </a:ext>
                </a:extLst>
              </p:cNvPr>
              <p:cNvPicPr/>
              <p:nvPr/>
            </p:nvPicPr>
            <p:blipFill>
              <a:blip r:embed="rId7"/>
              <a:stretch>
                <a:fillRect/>
              </a:stretch>
            </p:blipFill>
            <p:spPr>
              <a:xfrm>
                <a:off x="7121100" y="3770400"/>
                <a:ext cx="18000" cy="390240"/>
              </a:xfrm>
              <a:prstGeom prst="rect">
                <a:avLst/>
              </a:prstGeom>
            </p:spPr>
          </p:pic>
        </mc:Fallback>
      </mc:AlternateContent>
    </p:spTree>
    <p:extLst>
      <p:ext uri="{BB962C8B-B14F-4D97-AF65-F5344CB8AC3E}">
        <p14:creationId xmlns:p14="http://schemas.microsoft.com/office/powerpoint/2010/main" val="1654483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Decision tables - Example - Calculating discount</a:t>
            </a:r>
            <a:endParaRPr lang="en-US" sz="4000" dirty="0">
              <a:solidFill>
                <a:schemeClr val="accent2"/>
              </a:solidFill>
            </a:endParaRPr>
          </a:p>
        </p:txBody>
      </p:sp>
      <p:sp>
        <p:nvSpPr>
          <p:cNvPr id="4" name="Content Placeholder 3">
            <a:extLst>
              <a:ext uri="{FF2B5EF4-FFF2-40B4-BE49-F238E27FC236}">
                <a16:creationId xmlns:a16="http://schemas.microsoft.com/office/drawing/2014/main" id="{735F0A51-1A45-4BFC-A4CF-680253A9A2D8}"/>
              </a:ext>
            </a:extLst>
          </p:cNvPr>
          <p:cNvSpPr txBox="1">
            <a:spLocks/>
          </p:cNvSpPr>
          <p:nvPr/>
        </p:nvSpPr>
        <p:spPr>
          <a:xfrm>
            <a:off x="357188" y="1079500"/>
            <a:ext cx="8429625" cy="3397250"/>
          </a:xfrm>
          <a:prstGeom prst="rect">
            <a:avLst/>
          </a:prstGeom>
        </p:spPr>
        <p:txBody>
          <a:bodyPr vert="horz" lIns="0" tIns="0" rIns="0" bIns="0" rtlCol="0" anchor="t">
            <a:no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8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1"/>
                </a:solidFill>
                <a:cs typeface="Calibri Light"/>
              </a:rPr>
              <a:t>Fill the table cells with True/False values (make sure to proceed systematically to avoid excluding a combination)</a:t>
            </a:r>
            <a:r>
              <a:rPr lang="hu-HU" sz="1800" dirty="0">
                <a:solidFill>
                  <a:schemeClr val="bg1"/>
                </a:solidFill>
                <a:cs typeface="Calibri Light"/>
              </a:rPr>
              <a:t>:</a:t>
            </a:r>
            <a:endParaRPr lang="hu-HU" dirty="0">
              <a:cs typeface="Calibri Light"/>
            </a:endParaRPr>
          </a:p>
          <a:p>
            <a:r>
              <a:rPr lang="en-US" dirty="0">
                <a:cs typeface="Calibri Light"/>
              </a:rPr>
              <a:t>1. New customers get a 15% discount</a:t>
            </a:r>
          </a:p>
          <a:p>
            <a:r>
              <a:rPr lang="en-US" dirty="0">
                <a:cs typeface="Calibri Light"/>
              </a:rPr>
              <a:t>2. Loyalty card holders get a 10% discount</a:t>
            </a:r>
          </a:p>
          <a:p>
            <a:r>
              <a:rPr lang="en-US" dirty="0">
                <a:cs typeface="Calibri Light"/>
              </a:rPr>
              <a:t>3. Coupons provide a 20% discount (but cannot be used with the 'new customer' discount)</a:t>
            </a:r>
          </a:p>
        </p:txBody>
      </p:sp>
      <p:graphicFrame>
        <p:nvGraphicFramePr>
          <p:cNvPr id="6" name="Table 4">
            <a:extLst>
              <a:ext uri="{FF2B5EF4-FFF2-40B4-BE49-F238E27FC236}">
                <a16:creationId xmlns:a16="http://schemas.microsoft.com/office/drawing/2014/main" id="{93B09615-6CFC-4C2A-B0E6-F8E37E97C982}"/>
              </a:ext>
            </a:extLst>
          </p:cNvPr>
          <p:cNvGraphicFramePr>
            <a:graphicFrameLocks noGrp="1"/>
          </p:cNvGraphicFramePr>
          <p:nvPr>
            <p:extLst>
              <p:ext uri="{D42A27DB-BD31-4B8C-83A1-F6EECF244321}">
                <p14:modId xmlns:p14="http://schemas.microsoft.com/office/powerpoint/2010/main" val="1298114200"/>
              </p:ext>
            </p:extLst>
          </p:nvPr>
        </p:nvGraphicFramePr>
        <p:xfrm>
          <a:off x="474663" y="3024011"/>
          <a:ext cx="8266168" cy="1850751"/>
        </p:xfrm>
        <a:graphic>
          <a:graphicData uri="http://schemas.openxmlformats.org/drawingml/2006/table">
            <a:tbl>
              <a:tblPr firstRow="1" bandRow="1">
                <a:tableStyleId>{7DF18680-E054-41AD-8BC1-D1AEF772440D}</a:tableStyleId>
              </a:tblPr>
              <a:tblGrid>
                <a:gridCol w="1828800">
                  <a:extLst>
                    <a:ext uri="{9D8B030D-6E8A-4147-A177-3AD203B41FA5}">
                      <a16:colId xmlns:a16="http://schemas.microsoft.com/office/drawing/2014/main" val="2362781264"/>
                    </a:ext>
                  </a:extLst>
                </a:gridCol>
                <a:gridCol w="804671">
                  <a:extLst>
                    <a:ext uri="{9D8B030D-6E8A-4147-A177-3AD203B41FA5}">
                      <a16:colId xmlns:a16="http://schemas.microsoft.com/office/drawing/2014/main" val="2421730407"/>
                    </a:ext>
                  </a:extLst>
                </a:gridCol>
                <a:gridCol w="804671">
                  <a:extLst>
                    <a:ext uri="{9D8B030D-6E8A-4147-A177-3AD203B41FA5}">
                      <a16:colId xmlns:a16="http://schemas.microsoft.com/office/drawing/2014/main" val="4060557729"/>
                    </a:ext>
                  </a:extLst>
                </a:gridCol>
                <a:gridCol w="804671">
                  <a:extLst>
                    <a:ext uri="{9D8B030D-6E8A-4147-A177-3AD203B41FA5}">
                      <a16:colId xmlns:a16="http://schemas.microsoft.com/office/drawing/2014/main" val="3889091500"/>
                    </a:ext>
                  </a:extLst>
                </a:gridCol>
                <a:gridCol w="804671">
                  <a:extLst>
                    <a:ext uri="{9D8B030D-6E8A-4147-A177-3AD203B41FA5}">
                      <a16:colId xmlns:a16="http://schemas.microsoft.com/office/drawing/2014/main" val="1277966501"/>
                    </a:ext>
                  </a:extLst>
                </a:gridCol>
                <a:gridCol w="804671">
                  <a:extLst>
                    <a:ext uri="{9D8B030D-6E8A-4147-A177-3AD203B41FA5}">
                      <a16:colId xmlns:a16="http://schemas.microsoft.com/office/drawing/2014/main" val="3075170436"/>
                    </a:ext>
                  </a:extLst>
                </a:gridCol>
                <a:gridCol w="804671">
                  <a:extLst>
                    <a:ext uri="{9D8B030D-6E8A-4147-A177-3AD203B41FA5}">
                      <a16:colId xmlns:a16="http://schemas.microsoft.com/office/drawing/2014/main" val="285381484"/>
                    </a:ext>
                  </a:extLst>
                </a:gridCol>
                <a:gridCol w="804671">
                  <a:extLst>
                    <a:ext uri="{9D8B030D-6E8A-4147-A177-3AD203B41FA5}">
                      <a16:colId xmlns:a16="http://schemas.microsoft.com/office/drawing/2014/main" val="3153830123"/>
                    </a:ext>
                  </a:extLst>
                </a:gridCol>
                <a:gridCol w="804671">
                  <a:extLst>
                    <a:ext uri="{9D8B030D-6E8A-4147-A177-3AD203B41FA5}">
                      <a16:colId xmlns:a16="http://schemas.microsoft.com/office/drawing/2014/main" val="563753643"/>
                    </a:ext>
                  </a:extLst>
                </a:gridCol>
              </a:tblGrid>
              <a:tr h="367392">
                <a:tc>
                  <a:txBody>
                    <a:bodyPr/>
                    <a:lstStyle/>
                    <a:p>
                      <a:r>
                        <a:rPr lang="en-US" dirty="0"/>
                        <a:t>Conditions</a:t>
                      </a:r>
                    </a:p>
                  </a:txBody>
                  <a:tcPr/>
                </a:tc>
                <a:tc>
                  <a:txBody>
                    <a:bodyPr/>
                    <a:lstStyle/>
                    <a:p>
                      <a:r>
                        <a:rPr lang="en-US" dirty="0"/>
                        <a:t>Case 1</a:t>
                      </a:r>
                    </a:p>
                  </a:txBody>
                  <a:tcPr/>
                </a:tc>
                <a:tc>
                  <a:txBody>
                    <a:bodyPr/>
                    <a:lstStyle/>
                    <a:p>
                      <a:r>
                        <a:rPr lang="en-US" dirty="0"/>
                        <a:t>Case 2</a:t>
                      </a:r>
                    </a:p>
                  </a:txBody>
                  <a:tcPr/>
                </a:tc>
                <a:tc>
                  <a:txBody>
                    <a:bodyPr/>
                    <a:lstStyle/>
                    <a:p>
                      <a:r>
                        <a:rPr lang="en-US" dirty="0"/>
                        <a:t>Case 3</a:t>
                      </a:r>
                    </a:p>
                  </a:txBody>
                  <a:tcPr/>
                </a:tc>
                <a:tc>
                  <a:txBody>
                    <a:bodyPr/>
                    <a:lstStyle/>
                    <a:p>
                      <a:pPr algn="ctr"/>
                      <a:r>
                        <a:rPr lang="en-US" dirty="0"/>
                        <a:t>Case 4</a:t>
                      </a:r>
                    </a:p>
                  </a:txBody>
                  <a:tcPr/>
                </a:tc>
                <a:tc>
                  <a:txBody>
                    <a:bodyPr/>
                    <a:lstStyle/>
                    <a:p>
                      <a:r>
                        <a:rPr lang="en-US" dirty="0"/>
                        <a:t>Case 5</a:t>
                      </a:r>
                    </a:p>
                  </a:txBody>
                  <a:tcPr/>
                </a:tc>
                <a:tc>
                  <a:txBody>
                    <a:bodyPr/>
                    <a:lstStyle/>
                    <a:p>
                      <a:r>
                        <a:rPr lang="en-US" dirty="0"/>
                        <a:t>Case 6</a:t>
                      </a:r>
                    </a:p>
                  </a:txBody>
                  <a:tcPr/>
                </a:tc>
                <a:tc>
                  <a:txBody>
                    <a:bodyPr/>
                    <a:lstStyle/>
                    <a:p>
                      <a:r>
                        <a:rPr lang="en-US" dirty="0"/>
                        <a:t>Case 7</a:t>
                      </a:r>
                    </a:p>
                  </a:txBody>
                  <a:tcPr/>
                </a:tc>
                <a:tc>
                  <a:txBody>
                    <a:bodyPr/>
                    <a:lstStyle/>
                    <a:p>
                      <a:r>
                        <a:rPr lang="en-US" dirty="0"/>
                        <a:t>Case 8</a:t>
                      </a:r>
                    </a:p>
                  </a:txBody>
                  <a:tcPr/>
                </a:tc>
                <a:extLst>
                  <a:ext uri="{0D108BD9-81ED-4DB2-BD59-A6C34878D82A}">
                    <a16:rowId xmlns:a16="http://schemas.microsoft.com/office/drawing/2014/main" val="2887102930"/>
                  </a:ext>
                </a:extLst>
              </a:tr>
              <a:tr h="370840">
                <a:tc>
                  <a:txBody>
                    <a:bodyPr/>
                    <a:lstStyle/>
                    <a:p>
                      <a:r>
                        <a:rPr lang="en-US" dirty="0"/>
                        <a:t>New customer</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889028140"/>
                  </a:ext>
                </a:extLst>
              </a:tr>
              <a:tr h="370840">
                <a:tc>
                  <a:txBody>
                    <a:bodyPr/>
                    <a:lstStyle/>
                    <a:p>
                      <a:r>
                        <a:rPr lang="en-US" dirty="0"/>
                        <a:t>Has loyalty card</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254227619"/>
                  </a:ext>
                </a:extLst>
              </a:tr>
              <a:tr h="370839">
                <a:tc>
                  <a:txBody>
                    <a:bodyPr/>
                    <a:lstStyle/>
                    <a:p>
                      <a:r>
                        <a:rPr lang="en-US" dirty="0"/>
                        <a:t>Has coupon</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lvl="0" algn="ctr">
                        <a:buNone/>
                      </a:pPr>
                      <a:r>
                        <a:rPr lang="en-US" dirty="0"/>
                        <a:t>F</a:t>
                      </a:r>
                    </a:p>
                  </a:txBody>
                  <a:tcPr/>
                </a:tc>
                <a:tc>
                  <a:txBody>
                    <a:bodyPr/>
                    <a:lstStyle/>
                    <a:p>
                      <a:pPr algn="ctr"/>
                      <a:r>
                        <a:rPr lang="en-US" dirty="0"/>
                        <a:t>T</a:t>
                      </a:r>
                    </a:p>
                  </a:txBody>
                  <a:tcPr/>
                </a:tc>
                <a:tc>
                  <a:txBody>
                    <a:bodyPr/>
                    <a:lstStyle/>
                    <a:p>
                      <a:pPr algn="ctr"/>
                      <a:r>
                        <a:rPr lang="en-US" dirty="0"/>
                        <a:t>F</a:t>
                      </a:r>
                    </a:p>
                  </a:txBody>
                  <a:tcPr/>
                </a:tc>
                <a:extLst>
                  <a:ext uri="{0D108BD9-81ED-4DB2-BD59-A6C34878D82A}">
                    <a16:rowId xmlns:a16="http://schemas.microsoft.com/office/drawing/2014/main" val="2552461323"/>
                  </a:ext>
                </a:extLst>
              </a:tr>
              <a:tr h="370840">
                <a:tc>
                  <a:txBody>
                    <a:bodyPr/>
                    <a:lstStyle/>
                    <a:p>
                      <a:r>
                        <a:rPr lang="en-US" dirty="0"/>
                        <a:t>Discount amount</a:t>
                      </a:r>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tc>
                  <a:txBody>
                    <a:bodyPr/>
                    <a:lstStyle/>
                    <a:p>
                      <a:pPr algn="ctr"/>
                      <a:endParaRPr lang="en-US" dirty="0"/>
                    </a:p>
                  </a:txBody>
                  <a:tcPr>
                    <a:solidFill>
                      <a:schemeClr val="accent4">
                        <a:lumMod val="40000"/>
                        <a:lumOff val="60000"/>
                      </a:schemeClr>
                    </a:solidFill>
                  </a:tcPr>
                </a:tc>
                <a:extLst>
                  <a:ext uri="{0D108BD9-81ED-4DB2-BD59-A6C34878D82A}">
                    <a16:rowId xmlns:a16="http://schemas.microsoft.com/office/drawing/2014/main" val="113634157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8" name="Szabadkéz 17">
                <a:extLst>
                  <a:ext uri="{FF2B5EF4-FFF2-40B4-BE49-F238E27FC236}">
                    <a16:creationId xmlns:a16="http://schemas.microsoft.com/office/drawing/2014/main" id="{8691E845-26F2-79CA-71B0-54F8B0229C83}"/>
                  </a:ext>
                </a:extLst>
              </p14:cNvPr>
              <p14:cNvContentPartPr/>
              <p14:nvPr/>
            </p14:nvContentPartPr>
            <p14:xfrm>
              <a:off x="3098820" y="4122480"/>
              <a:ext cx="360" cy="368280"/>
            </p14:xfrm>
          </p:contentPart>
        </mc:Choice>
        <mc:Fallback xmlns="">
          <p:pic>
            <p:nvPicPr>
              <p:cNvPr id="18" name="Szabadkéz 17">
                <a:extLst>
                  <a:ext uri="{FF2B5EF4-FFF2-40B4-BE49-F238E27FC236}">
                    <a16:creationId xmlns:a16="http://schemas.microsoft.com/office/drawing/2014/main" id="{8691E845-26F2-79CA-71B0-54F8B0229C83}"/>
                  </a:ext>
                </a:extLst>
              </p:cNvPr>
              <p:cNvPicPr/>
              <p:nvPr/>
            </p:nvPicPr>
            <p:blipFill>
              <a:blip r:embed="rId3"/>
              <a:stretch>
                <a:fillRect/>
              </a:stretch>
            </p:blipFill>
            <p:spPr>
              <a:xfrm>
                <a:off x="3090180" y="4113480"/>
                <a:ext cx="1800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Szabadkéz 18">
                <a:extLst>
                  <a:ext uri="{FF2B5EF4-FFF2-40B4-BE49-F238E27FC236}">
                    <a16:creationId xmlns:a16="http://schemas.microsoft.com/office/drawing/2014/main" id="{B43DC30F-4D1D-F7B2-634A-1A657D0617BA}"/>
                  </a:ext>
                </a:extLst>
              </p14:cNvPr>
              <p14:cNvContentPartPr/>
              <p14:nvPr/>
            </p14:nvContentPartPr>
            <p14:xfrm>
              <a:off x="3906660" y="4137600"/>
              <a:ext cx="360" cy="359280"/>
            </p14:xfrm>
          </p:contentPart>
        </mc:Choice>
        <mc:Fallback xmlns="">
          <p:pic>
            <p:nvPicPr>
              <p:cNvPr id="19" name="Szabadkéz 18">
                <a:extLst>
                  <a:ext uri="{FF2B5EF4-FFF2-40B4-BE49-F238E27FC236}">
                    <a16:creationId xmlns:a16="http://schemas.microsoft.com/office/drawing/2014/main" id="{B43DC30F-4D1D-F7B2-634A-1A657D0617BA}"/>
                  </a:ext>
                </a:extLst>
              </p:cNvPr>
              <p:cNvPicPr/>
              <p:nvPr/>
            </p:nvPicPr>
            <p:blipFill>
              <a:blip r:embed="rId5"/>
              <a:stretch>
                <a:fillRect/>
              </a:stretch>
            </p:blipFill>
            <p:spPr>
              <a:xfrm>
                <a:off x="3897660" y="4128600"/>
                <a:ext cx="1800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Szabadkéz 19">
                <a:extLst>
                  <a:ext uri="{FF2B5EF4-FFF2-40B4-BE49-F238E27FC236}">
                    <a16:creationId xmlns:a16="http://schemas.microsoft.com/office/drawing/2014/main" id="{F6940560-88A8-8D90-3ECD-5F891EECFE00}"/>
                  </a:ext>
                </a:extLst>
              </p14:cNvPr>
              <p14:cNvContentPartPr/>
              <p14:nvPr/>
            </p14:nvContentPartPr>
            <p14:xfrm>
              <a:off x="4714500" y="4130040"/>
              <a:ext cx="360" cy="379080"/>
            </p14:xfrm>
          </p:contentPart>
        </mc:Choice>
        <mc:Fallback xmlns="">
          <p:pic>
            <p:nvPicPr>
              <p:cNvPr id="20" name="Szabadkéz 19">
                <a:extLst>
                  <a:ext uri="{FF2B5EF4-FFF2-40B4-BE49-F238E27FC236}">
                    <a16:creationId xmlns:a16="http://schemas.microsoft.com/office/drawing/2014/main" id="{F6940560-88A8-8D90-3ECD-5F891EECFE00}"/>
                  </a:ext>
                </a:extLst>
              </p:cNvPr>
              <p:cNvPicPr/>
              <p:nvPr/>
            </p:nvPicPr>
            <p:blipFill>
              <a:blip r:embed="rId7"/>
              <a:stretch>
                <a:fillRect/>
              </a:stretch>
            </p:blipFill>
            <p:spPr>
              <a:xfrm>
                <a:off x="4705500" y="4121040"/>
                <a:ext cx="1800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Szabadkéz 20">
                <a:extLst>
                  <a:ext uri="{FF2B5EF4-FFF2-40B4-BE49-F238E27FC236}">
                    <a16:creationId xmlns:a16="http://schemas.microsoft.com/office/drawing/2014/main" id="{4585997E-D09F-4EB9-2A54-FD742019BCD7}"/>
                  </a:ext>
                </a:extLst>
              </p14:cNvPr>
              <p14:cNvContentPartPr/>
              <p14:nvPr/>
            </p14:nvContentPartPr>
            <p14:xfrm>
              <a:off x="5521980" y="4160280"/>
              <a:ext cx="360" cy="353880"/>
            </p14:xfrm>
          </p:contentPart>
        </mc:Choice>
        <mc:Fallback xmlns="">
          <p:pic>
            <p:nvPicPr>
              <p:cNvPr id="21" name="Szabadkéz 20">
                <a:extLst>
                  <a:ext uri="{FF2B5EF4-FFF2-40B4-BE49-F238E27FC236}">
                    <a16:creationId xmlns:a16="http://schemas.microsoft.com/office/drawing/2014/main" id="{4585997E-D09F-4EB9-2A54-FD742019BCD7}"/>
                  </a:ext>
                </a:extLst>
              </p:cNvPr>
              <p:cNvPicPr/>
              <p:nvPr/>
            </p:nvPicPr>
            <p:blipFill>
              <a:blip r:embed="rId9"/>
              <a:stretch>
                <a:fillRect/>
              </a:stretch>
            </p:blipFill>
            <p:spPr>
              <a:xfrm>
                <a:off x="5513340" y="4151280"/>
                <a:ext cx="1800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Szabadkéz 21">
                <a:extLst>
                  <a:ext uri="{FF2B5EF4-FFF2-40B4-BE49-F238E27FC236}">
                    <a16:creationId xmlns:a16="http://schemas.microsoft.com/office/drawing/2014/main" id="{B84D3DA8-D0D0-6C93-5574-B0DB656B6F56}"/>
                  </a:ext>
                </a:extLst>
              </p14:cNvPr>
              <p14:cNvContentPartPr/>
              <p14:nvPr/>
            </p14:nvContentPartPr>
            <p14:xfrm>
              <a:off x="6322260" y="4168200"/>
              <a:ext cx="360" cy="313920"/>
            </p14:xfrm>
          </p:contentPart>
        </mc:Choice>
        <mc:Fallback xmlns="">
          <p:pic>
            <p:nvPicPr>
              <p:cNvPr id="22" name="Szabadkéz 21">
                <a:extLst>
                  <a:ext uri="{FF2B5EF4-FFF2-40B4-BE49-F238E27FC236}">
                    <a16:creationId xmlns:a16="http://schemas.microsoft.com/office/drawing/2014/main" id="{B84D3DA8-D0D0-6C93-5574-B0DB656B6F56}"/>
                  </a:ext>
                </a:extLst>
              </p:cNvPr>
              <p:cNvPicPr/>
              <p:nvPr/>
            </p:nvPicPr>
            <p:blipFill>
              <a:blip r:embed="rId11"/>
              <a:stretch>
                <a:fillRect/>
              </a:stretch>
            </p:blipFill>
            <p:spPr>
              <a:xfrm>
                <a:off x="6313260" y="4159200"/>
                <a:ext cx="1800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Szabadkéz 22">
                <a:extLst>
                  <a:ext uri="{FF2B5EF4-FFF2-40B4-BE49-F238E27FC236}">
                    <a16:creationId xmlns:a16="http://schemas.microsoft.com/office/drawing/2014/main" id="{E5B5ED3C-C884-F2DA-2A1F-C8A60233397E}"/>
                  </a:ext>
                </a:extLst>
              </p14:cNvPr>
              <p14:cNvContentPartPr/>
              <p14:nvPr/>
            </p14:nvContentPartPr>
            <p14:xfrm>
              <a:off x="7122180" y="4145160"/>
              <a:ext cx="360" cy="361800"/>
            </p14:xfrm>
          </p:contentPart>
        </mc:Choice>
        <mc:Fallback xmlns="">
          <p:pic>
            <p:nvPicPr>
              <p:cNvPr id="23" name="Szabadkéz 22">
                <a:extLst>
                  <a:ext uri="{FF2B5EF4-FFF2-40B4-BE49-F238E27FC236}">
                    <a16:creationId xmlns:a16="http://schemas.microsoft.com/office/drawing/2014/main" id="{E5B5ED3C-C884-F2DA-2A1F-C8A60233397E}"/>
                  </a:ext>
                </a:extLst>
              </p:cNvPr>
              <p:cNvPicPr/>
              <p:nvPr/>
            </p:nvPicPr>
            <p:blipFill>
              <a:blip r:embed="rId13"/>
              <a:stretch>
                <a:fillRect/>
              </a:stretch>
            </p:blipFill>
            <p:spPr>
              <a:xfrm>
                <a:off x="7113540" y="4136160"/>
                <a:ext cx="1800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Szabadkéz 23">
                <a:extLst>
                  <a:ext uri="{FF2B5EF4-FFF2-40B4-BE49-F238E27FC236}">
                    <a16:creationId xmlns:a16="http://schemas.microsoft.com/office/drawing/2014/main" id="{118086CB-08A1-C950-3F37-F418C3EA8045}"/>
                  </a:ext>
                </a:extLst>
              </p14:cNvPr>
              <p14:cNvContentPartPr/>
              <p14:nvPr/>
            </p14:nvContentPartPr>
            <p14:xfrm>
              <a:off x="7930020" y="4160280"/>
              <a:ext cx="360" cy="332640"/>
            </p14:xfrm>
          </p:contentPart>
        </mc:Choice>
        <mc:Fallback xmlns="">
          <p:pic>
            <p:nvPicPr>
              <p:cNvPr id="24" name="Szabadkéz 23">
                <a:extLst>
                  <a:ext uri="{FF2B5EF4-FFF2-40B4-BE49-F238E27FC236}">
                    <a16:creationId xmlns:a16="http://schemas.microsoft.com/office/drawing/2014/main" id="{118086CB-08A1-C950-3F37-F418C3EA8045}"/>
                  </a:ext>
                </a:extLst>
              </p:cNvPr>
              <p:cNvPicPr/>
              <p:nvPr/>
            </p:nvPicPr>
            <p:blipFill>
              <a:blip r:embed="rId15"/>
              <a:stretch>
                <a:fillRect/>
              </a:stretch>
            </p:blipFill>
            <p:spPr>
              <a:xfrm>
                <a:off x="7921020" y="4151280"/>
                <a:ext cx="18000" cy="350280"/>
              </a:xfrm>
              <a:prstGeom prst="rect">
                <a:avLst/>
              </a:prstGeom>
            </p:spPr>
          </p:pic>
        </mc:Fallback>
      </mc:AlternateContent>
    </p:spTree>
    <p:extLst>
      <p:ext uri="{BB962C8B-B14F-4D97-AF65-F5344CB8AC3E}">
        <p14:creationId xmlns:p14="http://schemas.microsoft.com/office/powerpoint/2010/main" val="2869414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Decision tables - Example - Calculating discount</a:t>
            </a:r>
            <a:endParaRPr lang="en-US" sz="4000" dirty="0">
              <a:solidFill>
                <a:schemeClr val="accent2"/>
              </a:solidFill>
            </a:endParaRPr>
          </a:p>
        </p:txBody>
      </p:sp>
      <p:sp>
        <p:nvSpPr>
          <p:cNvPr id="4" name="Content Placeholder 3">
            <a:extLst>
              <a:ext uri="{FF2B5EF4-FFF2-40B4-BE49-F238E27FC236}">
                <a16:creationId xmlns:a16="http://schemas.microsoft.com/office/drawing/2014/main" id="{735F0A51-1A45-4BFC-A4CF-680253A9A2D8}"/>
              </a:ext>
            </a:extLst>
          </p:cNvPr>
          <p:cNvSpPr txBox="1">
            <a:spLocks/>
          </p:cNvSpPr>
          <p:nvPr/>
        </p:nvSpPr>
        <p:spPr>
          <a:xfrm>
            <a:off x="357188" y="1079500"/>
            <a:ext cx="8429625" cy="3397250"/>
          </a:xfrm>
          <a:prstGeom prst="rect">
            <a:avLst/>
          </a:prstGeom>
        </p:spPr>
        <p:txBody>
          <a:bodyPr vert="horz" lIns="0" tIns="0" rIns="0" bIns="0" rtlCol="0" anchor="t">
            <a:no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8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1"/>
                </a:solidFill>
                <a:cs typeface="Calibri Light"/>
              </a:rPr>
              <a:t>Fill the end results</a:t>
            </a:r>
            <a:r>
              <a:rPr lang="hu-HU" sz="1800" dirty="0">
                <a:solidFill>
                  <a:schemeClr val="bg1"/>
                </a:solidFill>
                <a:cs typeface="Calibri Light"/>
              </a:rPr>
              <a:t>:</a:t>
            </a:r>
            <a:endParaRPr lang="hu-HU" dirty="0">
              <a:cs typeface="Calibri Light"/>
            </a:endParaRPr>
          </a:p>
          <a:p>
            <a:r>
              <a:rPr lang="en-US" dirty="0">
                <a:cs typeface="Calibri Light"/>
              </a:rPr>
              <a:t>1. New customers get a 15% discount</a:t>
            </a:r>
          </a:p>
          <a:p>
            <a:r>
              <a:rPr lang="en-US" dirty="0">
                <a:cs typeface="Calibri Light"/>
              </a:rPr>
              <a:t>2. Loyalty card holders get a 10% discount</a:t>
            </a:r>
          </a:p>
          <a:p>
            <a:r>
              <a:rPr lang="en-US" dirty="0">
                <a:cs typeface="Calibri Light"/>
              </a:rPr>
              <a:t>3. Coupons provide a 20% discount (but cannot be used with the 'new customer' discount)</a:t>
            </a:r>
          </a:p>
        </p:txBody>
      </p:sp>
      <p:graphicFrame>
        <p:nvGraphicFramePr>
          <p:cNvPr id="6" name="Table 4">
            <a:extLst>
              <a:ext uri="{FF2B5EF4-FFF2-40B4-BE49-F238E27FC236}">
                <a16:creationId xmlns:a16="http://schemas.microsoft.com/office/drawing/2014/main" id="{93B09615-6CFC-4C2A-B0E6-F8E37E97C982}"/>
              </a:ext>
            </a:extLst>
          </p:cNvPr>
          <p:cNvGraphicFramePr>
            <a:graphicFrameLocks noGrp="1"/>
          </p:cNvGraphicFramePr>
          <p:nvPr>
            <p:extLst>
              <p:ext uri="{D42A27DB-BD31-4B8C-83A1-F6EECF244321}">
                <p14:modId xmlns:p14="http://schemas.microsoft.com/office/powerpoint/2010/main" val="3677212116"/>
              </p:ext>
            </p:extLst>
          </p:nvPr>
        </p:nvGraphicFramePr>
        <p:xfrm>
          <a:off x="474663" y="3024011"/>
          <a:ext cx="8266168" cy="1850751"/>
        </p:xfrm>
        <a:graphic>
          <a:graphicData uri="http://schemas.openxmlformats.org/drawingml/2006/table">
            <a:tbl>
              <a:tblPr firstRow="1" bandRow="1">
                <a:tableStyleId>{7DF18680-E054-41AD-8BC1-D1AEF772440D}</a:tableStyleId>
              </a:tblPr>
              <a:tblGrid>
                <a:gridCol w="1828800">
                  <a:extLst>
                    <a:ext uri="{9D8B030D-6E8A-4147-A177-3AD203B41FA5}">
                      <a16:colId xmlns:a16="http://schemas.microsoft.com/office/drawing/2014/main" val="2362781264"/>
                    </a:ext>
                  </a:extLst>
                </a:gridCol>
                <a:gridCol w="804671">
                  <a:extLst>
                    <a:ext uri="{9D8B030D-6E8A-4147-A177-3AD203B41FA5}">
                      <a16:colId xmlns:a16="http://schemas.microsoft.com/office/drawing/2014/main" val="2421730407"/>
                    </a:ext>
                  </a:extLst>
                </a:gridCol>
                <a:gridCol w="804671">
                  <a:extLst>
                    <a:ext uri="{9D8B030D-6E8A-4147-A177-3AD203B41FA5}">
                      <a16:colId xmlns:a16="http://schemas.microsoft.com/office/drawing/2014/main" val="4060557729"/>
                    </a:ext>
                  </a:extLst>
                </a:gridCol>
                <a:gridCol w="804671">
                  <a:extLst>
                    <a:ext uri="{9D8B030D-6E8A-4147-A177-3AD203B41FA5}">
                      <a16:colId xmlns:a16="http://schemas.microsoft.com/office/drawing/2014/main" val="3889091500"/>
                    </a:ext>
                  </a:extLst>
                </a:gridCol>
                <a:gridCol w="804671">
                  <a:extLst>
                    <a:ext uri="{9D8B030D-6E8A-4147-A177-3AD203B41FA5}">
                      <a16:colId xmlns:a16="http://schemas.microsoft.com/office/drawing/2014/main" val="1277966501"/>
                    </a:ext>
                  </a:extLst>
                </a:gridCol>
                <a:gridCol w="804671">
                  <a:extLst>
                    <a:ext uri="{9D8B030D-6E8A-4147-A177-3AD203B41FA5}">
                      <a16:colId xmlns:a16="http://schemas.microsoft.com/office/drawing/2014/main" val="3075170436"/>
                    </a:ext>
                  </a:extLst>
                </a:gridCol>
                <a:gridCol w="804671">
                  <a:extLst>
                    <a:ext uri="{9D8B030D-6E8A-4147-A177-3AD203B41FA5}">
                      <a16:colId xmlns:a16="http://schemas.microsoft.com/office/drawing/2014/main" val="285381484"/>
                    </a:ext>
                  </a:extLst>
                </a:gridCol>
                <a:gridCol w="804671">
                  <a:extLst>
                    <a:ext uri="{9D8B030D-6E8A-4147-A177-3AD203B41FA5}">
                      <a16:colId xmlns:a16="http://schemas.microsoft.com/office/drawing/2014/main" val="3153830123"/>
                    </a:ext>
                  </a:extLst>
                </a:gridCol>
                <a:gridCol w="804671">
                  <a:extLst>
                    <a:ext uri="{9D8B030D-6E8A-4147-A177-3AD203B41FA5}">
                      <a16:colId xmlns:a16="http://schemas.microsoft.com/office/drawing/2014/main" val="563753643"/>
                    </a:ext>
                  </a:extLst>
                </a:gridCol>
              </a:tblGrid>
              <a:tr h="367392">
                <a:tc>
                  <a:txBody>
                    <a:bodyPr/>
                    <a:lstStyle/>
                    <a:p>
                      <a:r>
                        <a:rPr lang="en-US" dirty="0"/>
                        <a:t>Conditions</a:t>
                      </a:r>
                    </a:p>
                  </a:txBody>
                  <a:tcPr/>
                </a:tc>
                <a:tc>
                  <a:txBody>
                    <a:bodyPr/>
                    <a:lstStyle/>
                    <a:p>
                      <a:r>
                        <a:rPr lang="en-US" dirty="0"/>
                        <a:t>Case 1</a:t>
                      </a:r>
                    </a:p>
                  </a:txBody>
                  <a:tcPr/>
                </a:tc>
                <a:tc>
                  <a:txBody>
                    <a:bodyPr/>
                    <a:lstStyle/>
                    <a:p>
                      <a:r>
                        <a:rPr lang="en-US" dirty="0"/>
                        <a:t>Case 2</a:t>
                      </a:r>
                    </a:p>
                  </a:txBody>
                  <a:tcPr/>
                </a:tc>
                <a:tc>
                  <a:txBody>
                    <a:bodyPr/>
                    <a:lstStyle/>
                    <a:p>
                      <a:r>
                        <a:rPr lang="en-US" dirty="0"/>
                        <a:t>Case 3</a:t>
                      </a:r>
                    </a:p>
                  </a:txBody>
                  <a:tcPr/>
                </a:tc>
                <a:tc>
                  <a:txBody>
                    <a:bodyPr/>
                    <a:lstStyle/>
                    <a:p>
                      <a:pPr algn="ctr"/>
                      <a:r>
                        <a:rPr lang="en-US" dirty="0"/>
                        <a:t>Case 4</a:t>
                      </a:r>
                    </a:p>
                  </a:txBody>
                  <a:tcPr/>
                </a:tc>
                <a:tc>
                  <a:txBody>
                    <a:bodyPr/>
                    <a:lstStyle/>
                    <a:p>
                      <a:r>
                        <a:rPr lang="en-US" dirty="0"/>
                        <a:t>Case 5</a:t>
                      </a:r>
                    </a:p>
                  </a:txBody>
                  <a:tcPr/>
                </a:tc>
                <a:tc>
                  <a:txBody>
                    <a:bodyPr/>
                    <a:lstStyle/>
                    <a:p>
                      <a:r>
                        <a:rPr lang="en-US" dirty="0"/>
                        <a:t>Case 6</a:t>
                      </a:r>
                    </a:p>
                  </a:txBody>
                  <a:tcPr/>
                </a:tc>
                <a:tc>
                  <a:txBody>
                    <a:bodyPr/>
                    <a:lstStyle/>
                    <a:p>
                      <a:r>
                        <a:rPr lang="en-US" dirty="0"/>
                        <a:t>Case 7</a:t>
                      </a:r>
                    </a:p>
                  </a:txBody>
                  <a:tcPr/>
                </a:tc>
                <a:tc>
                  <a:txBody>
                    <a:bodyPr/>
                    <a:lstStyle/>
                    <a:p>
                      <a:r>
                        <a:rPr lang="en-US" dirty="0"/>
                        <a:t>Case 8</a:t>
                      </a:r>
                    </a:p>
                  </a:txBody>
                  <a:tcPr/>
                </a:tc>
                <a:extLst>
                  <a:ext uri="{0D108BD9-81ED-4DB2-BD59-A6C34878D82A}">
                    <a16:rowId xmlns:a16="http://schemas.microsoft.com/office/drawing/2014/main" val="2887102930"/>
                  </a:ext>
                </a:extLst>
              </a:tr>
              <a:tr h="370840">
                <a:tc>
                  <a:txBody>
                    <a:bodyPr/>
                    <a:lstStyle/>
                    <a:p>
                      <a:r>
                        <a:rPr lang="en-US" dirty="0"/>
                        <a:t>New customer</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889028140"/>
                  </a:ext>
                </a:extLst>
              </a:tr>
              <a:tr h="370840">
                <a:tc>
                  <a:txBody>
                    <a:bodyPr/>
                    <a:lstStyle/>
                    <a:p>
                      <a:r>
                        <a:rPr lang="en-US" dirty="0"/>
                        <a:t>Has loyalty card</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254227619"/>
                  </a:ext>
                </a:extLst>
              </a:tr>
              <a:tr h="370839">
                <a:tc>
                  <a:txBody>
                    <a:bodyPr/>
                    <a:lstStyle/>
                    <a:p>
                      <a:r>
                        <a:rPr lang="en-US" dirty="0"/>
                        <a:t>Has coupon</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lvl="0" algn="ctr">
                        <a:buNone/>
                      </a:pPr>
                      <a:r>
                        <a:rPr lang="en-US" dirty="0"/>
                        <a:t>F</a:t>
                      </a:r>
                    </a:p>
                  </a:txBody>
                  <a:tcPr/>
                </a:tc>
                <a:tc>
                  <a:txBody>
                    <a:bodyPr/>
                    <a:lstStyle/>
                    <a:p>
                      <a:pPr algn="ctr"/>
                      <a:r>
                        <a:rPr lang="en-US" dirty="0"/>
                        <a:t>T</a:t>
                      </a:r>
                    </a:p>
                  </a:txBody>
                  <a:tcPr/>
                </a:tc>
                <a:tc>
                  <a:txBody>
                    <a:bodyPr/>
                    <a:lstStyle/>
                    <a:p>
                      <a:pPr algn="ctr"/>
                      <a:r>
                        <a:rPr lang="en-US" dirty="0"/>
                        <a:t>F</a:t>
                      </a:r>
                    </a:p>
                  </a:txBody>
                  <a:tcPr/>
                </a:tc>
                <a:extLst>
                  <a:ext uri="{0D108BD9-81ED-4DB2-BD59-A6C34878D82A}">
                    <a16:rowId xmlns:a16="http://schemas.microsoft.com/office/drawing/2014/main" val="2552461323"/>
                  </a:ext>
                </a:extLst>
              </a:tr>
              <a:tr h="370840">
                <a:tc>
                  <a:txBody>
                    <a:bodyPr/>
                    <a:lstStyle/>
                    <a:p>
                      <a:r>
                        <a:rPr lang="en-US" dirty="0"/>
                        <a:t>Discount amount</a:t>
                      </a:r>
                    </a:p>
                  </a:txBody>
                  <a:tcPr>
                    <a:solidFill>
                      <a:schemeClr val="accent4">
                        <a:lumMod val="40000"/>
                        <a:lumOff val="60000"/>
                      </a:schemeClr>
                    </a:solidFill>
                  </a:tcPr>
                </a:tc>
                <a:tc>
                  <a:txBody>
                    <a:bodyPr/>
                    <a:lstStyle/>
                    <a:p>
                      <a:pPr algn="ctr"/>
                      <a:r>
                        <a:rPr lang="en-US" dirty="0"/>
                        <a:t>X</a:t>
                      </a:r>
                    </a:p>
                  </a:txBody>
                  <a:tcPr>
                    <a:solidFill>
                      <a:schemeClr val="accent4">
                        <a:lumMod val="40000"/>
                        <a:lumOff val="60000"/>
                      </a:schemeClr>
                    </a:solidFill>
                  </a:tcPr>
                </a:tc>
                <a:tc>
                  <a:txBody>
                    <a:bodyPr/>
                    <a:lstStyle/>
                    <a:p>
                      <a:pPr algn="ctr"/>
                      <a:r>
                        <a:rPr lang="en-US" dirty="0"/>
                        <a:t>X</a:t>
                      </a:r>
                    </a:p>
                  </a:txBody>
                  <a:tcPr>
                    <a:solidFill>
                      <a:schemeClr val="accent4">
                        <a:lumMod val="40000"/>
                        <a:lumOff val="60000"/>
                      </a:schemeClr>
                    </a:solidFill>
                  </a:tcPr>
                </a:tc>
                <a:tc>
                  <a:txBody>
                    <a:bodyPr/>
                    <a:lstStyle/>
                    <a:p>
                      <a:pPr algn="ctr"/>
                      <a:r>
                        <a:rPr lang="en-US" dirty="0"/>
                        <a:t>20</a:t>
                      </a:r>
                    </a:p>
                  </a:txBody>
                  <a:tcPr>
                    <a:solidFill>
                      <a:schemeClr val="accent4">
                        <a:lumMod val="40000"/>
                        <a:lumOff val="60000"/>
                      </a:schemeClr>
                    </a:solidFill>
                  </a:tcPr>
                </a:tc>
                <a:tc>
                  <a:txBody>
                    <a:bodyPr/>
                    <a:lstStyle/>
                    <a:p>
                      <a:pPr algn="ctr"/>
                      <a:r>
                        <a:rPr lang="en-US" dirty="0"/>
                        <a:t>15</a:t>
                      </a:r>
                    </a:p>
                  </a:txBody>
                  <a:tcPr>
                    <a:solidFill>
                      <a:schemeClr val="accent4">
                        <a:lumMod val="40000"/>
                        <a:lumOff val="60000"/>
                      </a:schemeClr>
                    </a:solidFill>
                  </a:tcPr>
                </a:tc>
                <a:tc>
                  <a:txBody>
                    <a:bodyPr/>
                    <a:lstStyle/>
                    <a:p>
                      <a:pPr algn="ctr"/>
                      <a:r>
                        <a:rPr lang="en-US" dirty="0"/>
                        <a:t>30</a:t>
                      </a:r>
                    </a:p>
                  </a:txBody>
                  <a:tcPr>
                    <a:solidFill>
                      <a:schemeClr val="accent4">
                        <a:lumMod val="40000"/>
                        <a:lumOff val="60000"/>
                      </a:schemeClr>
                    </a:solidFill>
                  </a:tcPr>
                </a:tc>
                <a:tc>
                  <a:txBody>
                    <a:bodyPr/>
                    <a:lstStyle/>
                    <a:p>
                      <a:pPr algn="ctr"/>
                      <a:r>
                        <a:rPr lang="en-US" dirty="0"/>
                        <a:t>10</a:t>
                      </a:r>
                    </a:p>
                  </a:txBody>
                  <a:tcPr>
                    <a:solidFill>
                      <a:schemeClr val="accent4">
                        <a:lumMod val="40000"/>
                        <a:lumOff val="60000"/>
                      </a:schemeClr>
                    </a:solidFill>
                  </a:tcPr>
                </a:tc>
                <a:tc>
                  <a:txBody>
                    <a:bodyPr/>
                    <a:lstStyle/>
                    <a:p>
                      <a:pPr algn="ctr"/>
                      <a:r>
                        <a:rPr lang="en-US" dirty="0"/>
                        <a:t>20</a:t>
                      </a:r>
                    </a:p>
                  </a:txBody>
                  <a:tcPr>
                    <a:solidFill>
                      <a:schemeClr val="accent4">
                        <a:lumMod val="40000"/>
                        <a:lumOff val="60000"/>
                      </a:schemeClr>
                    </a:solidFill>
                  </a:tcPr>
                </a:tc>
                <a:tc>
                  <a:txBody>
                    <a:bodyPr/>
                    <a:lstStyle/>
                    <a:p>
                      <a:pPr algn="ctr"/>
                      <a:r>
                        <a:rPr lang="en-US" dirty="0"/>
                        <a:t>0</a:t>
                      </a:r>
                    </a:p>
                  </a:txBody>
                  <a:tcPr>
                    <a:solidFill>
                      <a:schemeClr val="accent4">
                        <a:lumMod val="40000"/>
                        <a:lumOff val="60000"/>
                      </a:schemeClr>
                    </a:solidFill>
                  </a:tcPr>
                </a:tc>
                <a:extLst>
                  <a:ext uri="{0D108BD9-81ED-4DB2-BD59-A6C34878D82A}">
                    <a16:rowId xmlns:a16="http://schemas.microsoft.com/office/drawing/2014/main" val="1136341571"/>
                  </a:ext>
                </a:extLst>
              </a:tr>
            </a:tbl>
          </a:graphicData>
        </a:graphic>
      </p:graphicFrame>
    </p:spTree>
    <p:extLst>
      <p:ext uri="{BB962C8B-B14F-4D97-AF65-F5344CB8AC3E}">
        <p14:creationId xmlns:p14="http://schemas.microsoft.com/office/powerpoint/2010/main" val="764909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FB7-D5FD-4F1C-AF0A-F499B4712C52}"/>
              </a:ext>
            </a:extLst>
          </p:cNvPr>
          <p:cNvSpPr>
            <a:spLocks noGrp="1"/>
          </p:cNvSpPr>
          <p:nvPr>
            <p:ph type="title"/>
          </p:nvPr>
        </p:nvSpPr>
        <p:spPr>
          <a:xfrm>
            <a:off x="474663" y="127490"/>
            <a:ext cx="10427116" cy="553998"/>
          </a:xfrm>
        </p:spPr>
        <p:txBody>
          <a:bodyPr wrap="square" anchor="t">
            <a:normAutofit/>
          </a:bodyPr>
          <a:lstStyle/>
          <a:p>
            <a:pPr>
              <a:lnSpc>
                <a:spcPct val="90000"/>
              </a:lnSpc>
            </a:pPr>
            <a:r>
              <a:rPr lang="en-GB" sz="4000" dirty="0">
                <a:solidFill>
                  <a:schemeClr val="accent2"/>
                </a:solidFill>
              </a:rPr>
              <a:t>Decision tables - Example - Calculating discount</a:t>
            </a:r>
            <a:endParaRPr lang="en-US" sz="4000" dirty="0">
              <a:solidFill>
                <a:schemeClr val="accent2"/>
              </a:solidFill>
            </a:endParaRPr>
          </a:p>
        </p:txBody>
      </p:sp>
      <p:sp>
        <p:nvSpPr>
          <p:cNvPr id="4" name="Content Placeholder 3">
            <a:extLst>
              <a:ext uri="{FF2B5EF4-FFF2-40B4-BE49-F238E27FC236}">
                <a16:creationId xmlns:a16="http://schemas.microsoft.com/office/drawing/2014/main" id="{735F0A51-1A45-4BFC-A4CF-680253A9A2D8}"/>
              </a:ext>
            </a:extLst>
          </p:cNvPr>
          <p:cNvSpPr txBox="1">
            <a:spLocks/>
          </p:cNvSpPr>
          <p:nvPr/>
        </p:nvSpPr>
        <p:spPr>
          <a:xfrm>
            <a:off x="357188" y="1079500"/>
            <a:ext cx="8429625" cy="3397250"/>
          </a:xfrm>
          <a:prstGeom prst="rect">
            <a:avLst/>
          </a:prstGeom>
        </p:spPr>
        <p:txBody>
          <a:bodyPr vert="horz" lIns="0" tIns="0" rIns="0" bIns="0" rtlCol="0" anchor="t">
            <a:no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8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1"/>
                </a:solidFill>
                <a:cs typeface="Calibri Light"/>
              </a:rPr>
              <a:t>Simplify table if possible</a:t>
            </a:r>
            <a:r>
              <a:rPr lang="hu-HU" sz="1800" dirty="0">
                <a:solidFill>
                  <a:schemeClr val="bg1"/>
                </a:solidFill>
                <a:cs typeface="Calibri Light"/>
              </a:rPr>
              <a:t>:</a:t>
            </a:r>
            <a:endParaRPr lang="hu-HU" dirty="0">
              <a:cs typeface="Calibri Light"/>
            </a:endParaRPr>
          </a:p>
          <a:p>
            <a:r>
              <a:rPr lang="en-US" dirty="0">
                <a:cs typeface="Calibri Light"/>
              </a:rPr>
              <a:t>1. New customers get a 15% discount</a:t>
            </a:r>
          </a:p>
          <a:p>
            <a:r>
              <a:rPr lang="en-US" dirty="0">
                <a:cs typeface="Calibri Light"/>
              </a:rPr>
              <a:t>2. Loyalty card holders get a 10% discount</a:t>
            </a:r>
          </a:p>
          <a:p>
            <a:r>
              <a:rPr lang="en-US" dirty="0">
                <a:cs typeface="Calibri Light"/>
              </a:rPr>
              <a:t>3. Coupons provide a 20% discount (but cannot be used with the 'new customer' discount)</a:t>
            </a:r>
          </a:p>
        </p:txBody>
      </p:sp>
      <p:graphicFrame>
        <p:nvGraphicFramePr>
          <p:cNvPr id="5" name="Table 4">
            <a:extLst>
              <a:ext uri="{FF2B5EF4-FFF2-40B4-BE49-F238E27FC236}">
                <a16:creationId xmlns:a16="http://schemas.microsoft.com/office/drawing/2014/main" id="{2382F40E-B7D9-4039-9651-240F977CB7A0}"/>
              </a:ext>
            </a:extLst>
          </p:cNvPr>
          <p:cNvGraphicFramePr>
            <a:graphicFrameLocks noGrp="1"/>
          </p:cNvGraphicFramePr>
          <p:nvPr>
            <p:extLst>
              <p:ext uri="{D42A27DB-BD31-4B8C-83A1-F6EECF244321}">
                <p14:modId xmlns:p14="http://schemas.microsoft.com/office/powerpoint/2010/main" val="3442195114"/>
              </p:ext>
            </p:extLst>
          </p:nvPr>
        </p:nvGraphicFramePr>
        <p:xfrm>
          <a:off x="474663" y="3024011"/>
          <a:ext cx="8266168" cy="1850751"/>
        </p:xfrm>
        <a:graphic>
          <a:graphicData uri="http://schemas.openxmlformats.org/drawingml/2006/table">
            <a:tbl>
              <a:tblPr firstRow="1" bandRow="1">
                <a:tableStyleId>{7DF18680-E054-41AD-8BC1-D1AEF772440D}</a:tableStyleId>
              </a:tblPr>
              <a:tblGrid>
                <a:gridCol w="1828800">
                  <a:extLst>
                    <a:ext uri="{9D8B030D-6E8A-4147-A177-3AD203B41FA5}">
                      <a16:colId xmlns:a16="http://schemas.microsoft.com/office/drawing/2014/main" val="2362781264"/>
                    </a:ext>
                  </a:extLst>
                </a:gridCol>
                <a:gridCol w="804671">
                  <a:extLst>
                    <a:ext uri="{9D8B030D-6E8A-4147-A177-3AD203B41FA5}">
                      <a16:colId xmlns:a16="http://schemas.microsoft.com/office/drawing/2014/main" val="2421730407"/>
                    </a:ext>
                  </a:extLst>
                </a:gridCol>
                <a:gridCol w="804671">
                  <a:extLst>
                    <a:ext uri="{9D8B030D-6E8A-4147-A177-3AD203B41FA5}">
                      <a16:colId xmlns:a16="http://schemas.microsoft.com/office/drawing/2014/main" val="4060557729"/>
                    </a:ext>
                  </a:extLst>
                </a:gridCol>
                <a:gridCol w="804671">
                  <a:extLst>
                    <a:ext uri="{9D8B030D-6E8A-4147-A177-3AD203B41FA5}">
                      <a16:colId xmlns:a16="http://schemas.microsoft.com/office/drawing/2014/main" val="3889091500"/>
                    </a:ext>
                  </a:extLst>
                </a:gridCol>
                <a:gridCol w="804671">
                  <a:extLst>
                    <a:ext uri="{9D8B030D-6E8A-4147-A177-3AD203B41FA5}">
                      <a16:colId xmlns:a16="http://schemas.microsoft.com/office/drawing/2014/main" val="1277966501"/>
                    </a:ext>
                  </a:extLst>
                </a:gridCol>
                <a:gridCol w="804671">
                  <a:extLst>
                    <a:ext uri="{9D8B030D-6E8A-4147-A177-3AD203B41FA5}">
                      <a16:colId xmlns:a16="http://schemas.microsoft.com/office/drawing/2014/main" val="3075170436"/>
                    </a:ext>
                  </a:extLst>
                </a:gridCol>
                <a:gridCol w="804671">
                  <a:extLst>
                    <a:ext uri="{9D8B030D-6E8A-4147-A177-3AD203B41FA5}">
                      <a16:colId xmlns:a16="http://schemas.microsoft.com/office/drawing/2014/main" val="285381484"/>
                    </a:ext>
                  </a:extLst>
                </a:gridCol>
                <a:gridCol w="804671">
                  <a:extLst>
                    <a:ext uri="{9D8B030D-6E8A-4147-A177-3AD203B41FA5}">
                      <a16:colId xmlns:a16="http://schemas.microsoft.com/office/drawing/2014/main" val="3153830123"/>
                    </a:ext>
                  </a:extLst>
                </a:gridCol>
                <a:gridCol w="804671">
                  <a:extLst>
                    <a:ext uri="{9D8B030D-6E8A-4147-A177-3AD203B41FA5}">
                      <a16:colId xmlns:a16="http://schemas.microsoft.com/office/drawing/2014/main" val="563753643"/>
                    </a:ext>
                  </a:extLst>
                </a:gridCol>
              </a:tblGrid>
              <a:tr h="367392">
                <a:tc>
                  <a:txBody>
                    <a:bodyPr/>
                    <a:lstStyle/>
                    <a:p>
                      <a:r>
                        <a:rPr lang="en-US" dirty="0"/>
                        <a:t>Conditions</a:t>
                      </a:r>
                    </a:p>
                  </a:txBody>
                  <a:tcPr/>
                </a:tc>
                <a:tc>
                  <a:txBody>
                    <a:bodyPr/>
                    <a:lstStyle/>
                    <a:p>
                      <a:r>
                        <a:rPr lang="en-US" dirty="0"/>
                        <a:t>Case 1</a:t>
                      </a:r>
                    </a:p>
                  </a:txBody>
                  <a:tcPr/>
                </a:tc>
                <a:tc>
                  <a:txBody>
                    <a:bodyPr/>
                    <a:lstStyle/>
                    <a:p>
                      <a:r>
                        <a:rPr lang="en-US" dirty="0"/>
                        <a:t>Case 2</a:t>
                      </a:r>
                    </a:p>
                  </a:txBody>
                  <a:tcPr/>
                </a:tc>
                <a:tc>
                  <a:txBody>
                    <a:bodyPr/>
                    <a:lstStyle/>
                    <a:p>
                      <a:r>
                        <a:rPr lang="en-US" dirty="0"/>
                        <a:t>Case 3</a:t>
                      </a:r>
                    </a:p>
                  </a:txBody>
                  <a:tcPr/>
                </a:tc>
                <a:tc>
                  <a:txBody>
                    <a:bodyPr/>
                    <a:lstStyle/>
                    <a:p>
                      <a:pPr algn="ctr"/>
                      <a:r>
                        <a:rPr lang="en-US" dirty="0"/>
                        <a:t>Case 4</a:t>
                      </a:r>
                    </a:p>
                  </a:txBody>
                  <a:tcPr/>
                </a:tc>
                <a:tc>
                  <a:txBody>
                    <a:bodyPr/>
                    <a:lstStyle/>
                    <a:p>
                      <a:r>
                        <a:rPr lang="en-US" dirty="0"/>
                        <a:t>Case 5</a:t>
                      </a:r>
                    </a:p>
                  </a:txBody>
                  <a:tcPr/>
                </a:tc>
                <a:tc>
                  <a:txBody>
                    <a:bodyPr/>
                    <a:lstStyle/>
                    <a:p>
                      <a:r>
                        <a:rPr lang="en-US" dirty="0"/>
                        <a:t>Case 6</a:t>
                      </a:r>
                    </a:p>
                  </a:txBody>
                  <a:tcPr/>
                </a:tc>
                <a:tc>
                  <a:txBody>
                    <a:bodyPr/>
                    <a:lstStyle/>
                    <a:p>
                      <a:r>
                        <a:rPr lang="en-US" dirty="0"/>
                        <a:t>Case 7</a:t>
                      </a:r>
                    </a:p>
                  </a:txBody>
                  <a:tcPr/>
                </a:tc>
                <a:tc>
                  <a:txBody>
                    <a:bodyPr/>
                    <a:lstStyle/>
                    <a:p>
                      <a:r>
                        <a:rPr lang="en-US" dirty="0"/>
                        <a:t>Case 8</a:t>
                      </a:r>
                    </a:p>
                  </a:txBody>
                  <a:tcPr/>
                </a:tc>
                <a:extLst>
                  <a:ext uri="{0D108BD9-81ED-4DB2-BD59-A6C34878D82A}">
                    <a16:rowId xmlns:a16="http://schemas.microsoft.com/office/drawing/2014/main" val="2887102930"/>
                  </a:ext>
                </a:extLst>
              </a:tr>
              <a:tr h="370840">
                <a:tc>
                  <a:txBody>
                    <a:bodyPr/>
                    <a:lstStyle/>
                    <a:p>
                      <a:r>
                        <a:rPr lang="en-US" dirty="0"/>
                        <a:t>New customer</a:t>
                      </a:r>
                    </a:p>
                  </a:txBody>
                  <a:tcPr/>
                </a:tc>
                <a:tc>
                  <a:txBody>
                    <a:bodyPr/>
                    <a:lstStyle/>
                    <a:p>
                      <a:pPr algn="ctr"/>
                      <a:r>
                        <a:rPr lang="en-US" i="0" u="none" strike="noStrike" dirty="0">
                          <a:solidFill>
                            <a:schemeClr val="bg2"/>
                          </a:solidFill>
                        </a:rPr>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889028140"/>
                  </a:ext>
                </a:extLst>
              </a:tr>
              <a:tr h="370840">
                <a:tc>
                  <a:txBody>
                    <a:bodyPr/>
                    <a:lstStyle/>
                    <a:p>
                      <a:r>
                        <a:rPr lang="en-US" dirty="0"/>
                        <a:t>Has loyalty card</a:t>
                      </a:r>
                    </a:p>
                  </a:txBody>
                  <a:tcPr/>
                </a:tc>
                <a:tc>
                  <a:txBody>
                    <a:bodyPr/>
                    <a:lstStyle/>
                    <a:p>
                      <a:pPr algn="ctr"/>
                      <a:r>
                        <a:rPr lang="en-US" i="0" u="none" strike="noStrike" dirty="0">
                          <a:solidFill>
                            <a:schemeClr val="bg2"/>
                          </a:solidFill>
                        </a:rPr>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3254227619"/>
                  </a:ext>
                </a:extLst>
              </a:tr>
              <a:tr h="370839">
                <a:tc>
                  <a:txBody>
                    <a:bodyPr/>
                    <a:lstStyle/>
                    <a:p>
                      <a:r>
                        <a:rPr lang="en-US" dirty="0"/>
                        <a:t>Has coupon</a:t>
                      </a:r>
                    </a:p>
                  </a:txBody>
                  <a:tcPr/>
                </a:tc>
                <a:tc>
                  <a:txBody>
                    <a:bodyPr/>
                    <a:lstStyle/>
                    <a:p>
                      <a:pPr algn="ctr"/>
                      <a:r>
                        <a:rPr lang="en-US" i="0" u="none" strike="noStrike" dirty="0">
                          <a:solidFill>
                            <a:schemeClr val="bg2"/>
                          </a:solidFill>
                        </a:rPr>
                        <a:t>X</a:t>
                      </a:r>
                    </a:p>
                  </a:txBody>
                  <a:tcPr/>
                </a:tc>
                <a:tc>
                  <a:txBody>
                    <a:bodyPr/>
                    <a:lstStyle/>
                    <a:p>
                      <a:pPr algn="ctr"/>
                      <a:r>
                        <a:rPr lang="en-US" dirty="0"/>
                        <a:t>X</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lvl="0" algn="ctr">
                        <a:buNone/>
                      </a:pPr>
                      <a:r>
                        <a:rPr lang="en-US" dirty="0"/>
                        <a:t>F</a:t>
                      </a:r>
                    </a:p>
                  </a:txBody>
                  <a:tcPr/>
                </a:tc>
                <a:tc>
                  <a:txBody>
                    <a:bodyPr/>
                    <a:lstStyle/>
                    <a:p>
                      <a:pPr algn="ctr"/>
                      <a:r>
                        <a:rPr lang="en-US" dirty="0"/>
                        <a:t>T</a:t>
                      </a:r>
                    </a:p>
                  </a:txBody>
                  <a:tcPr/>
                </a:tc>
                <a:tc>
                  <a:txBody>
                    <a:bodyPr/>
                    <a:lstStyle/>
                    <a:p>
                      <a:pPr algn="ctr"/>
                      <a:r>
                        <a:rPr lang="en-US" dirty="0"/>
                        <a:t>F</a:t>
                      </a:r>
                    </a:p>
                  </a:txBody>
                  <a:tcPr/>
                </a:tc>
                <a:extLst>
                  <a:ext uri="{0D108BD9-81ED-4DB2-BD59-A6C34878D82A}">
                    <a16:rowId xmlns:a16="http://schemas.microsoft.com/office/drawing/2014/main" val="2552461323"/>
                  </a:ext>
                </a:extLst>
              </a:tr>
              <a:tr h="370840">
                <a:tc>
                  <a:txBody>
                    <a:bodyPr/>
                    <a:lstStyle/>
                    <a:p>
                      <a:r>
                        <a:rPr lang="en-US" dirty="0"/>
                        <a:t>Discount amount</a:t>
                      </a:r>
                    </a:p>
                  </a:txBody>
                  <a:tcPr>
                    <a:solidFill>
                      <a:schemeClr val="accent4">
                        <a:lumMod val="40000"/>
                        <a:lumOff val="60000"/>
                      </a:schemeClr>
                    </a:solidFill>
                  </a:tcPr>
                </a:tc>
                <a:tc>
                  <a:txBody>
                    <a:bodyPr/>
                    <a:lstStyle/>
                    <a:p>
                      <a:pPr algn="ctr"/>
                      <a:r>
                        <a:rPr lang="en-US" i="0" u="none" strike="noStrike" dirty="0">
                          <a:solidFill>
                            <a:schemeClr val="bg2"/>
                          </a:solidFill>
                        </a:rPr>
                        <a:t>X</a:t>
                      </a:r>
                    </a:p>
                  </a:txBody>
                  <a:tcPr>
                    <a:solidFill>
                      <a:schemeClr val="accent4">
                        <a:lumMod val="40000"/>
                        <a:lumOff val="60000"/>
                      </a:schemeClr>
                    </a:solidFill>
                  </a:tcPr>
                </a:tc>
                <a:tc>
                  <a:txBody>
                    <a:bodyPr/>
                    <a:lstStyle/>
                    <a:p>
                      <a:pPr algn="ctr"/>
                      <a:r>
                        <a:rPr lang="en-US" dirty="0"/>
                        <a:t>X</a:t>
                      </a:r>
                    </a:p>
                  </a:txBody>
                  <a:tcPr>
                    <a:solidFill>
                      <a:schemeClr val="accent4">
                        <a:lumMod val="40000"/>
                        <a:lumOff val="60000"/>
                      </a:schemeClr>
                    </a:solidFill>
                  </a:tcPr>
                </a:tc>
                <a:tc>
                  <a:txBody>
                    <a:bodyPr/>
                    <a:lstStyle/>
                    <a:p>
                      <a:pPr algn="ctr"/>
                      <a:r>
                        <a:rPr lang="en-US" dirty="0"/>
                        <a:t>20</a:t>
                      </a:r>
                    </a:p>
                  </a:txBody>
                  <a:tcPr>
                    <a:solidFill>
                      <a:schemeClr val="accent4">
                        <a:lumMod val="40000"/>
                        <a:lumOff val="60000"/>
                      </a:schemeClr>
                    </a:solidFill>
                  </a:tcPr>
                </a:tc>
                <a:tc>
                  <a:txBody>
                    <a:bodyPr/>
                    <a:lstStyle/>
                    <a:p>
                      <a:pPr algn="ctr"/>
                      <a:r>
                        <a:rPr lang="en-US" dirty="0"/>
                        <a:t>15</a:t>
                      </a:r>
                    </a:p>
                  </a:txBody>
                  <a:tcPr>
                    <a:solidFill>
                      <a:schemeClr val="accent4">
                        <a:lumMod val="40000"/>
                        <a:lumOff val="60000"/>
                      </a:schemeClr>
                    </a:solidFill>
                  </a:tcPr>
                </a:tc>
                <a:tc>
                  <a:txBody>
                    <a:bodyPr/>
                    <a:lstStyle/>
                    <a:p>
                      <a:pPr algn="ctr"/>
                      <a:r>
                        <a:rPr lang="en-US" dirty="0"/>
                        <a:t>30</a:t>
                      </a:r>
                    </a:p>
                  </a:txBody>
                  <a:tcPr>
                    <a:solidFill>
                      <a:schemeClr val="accent4">
                        <a:lumMod val="40000"/>
                        <a:lumOff val="60000"/>
                      </a:schemeClr>
                    </a:solidFill>
                  </a:tcPr>
                </a:tc>
                <a:tc>
                  <a:txBody>
                    <a:bodyPr/>
                    <a:lstStyle/>
                    <a:p>
                      <a:pPr algn="ctr"/>
                      <a:r>
                        <a:rPr lang="en-US" dirty="0"/>
                        <a:t>10</a:t>
                      </a:r>
                    </a:p>
                  </a:txBody>
                  <a:tcPr>
                    <a:solidFill>
                      <a:schemeClr val="accent4">
                        <a:lumMod val="40000"/>
                        <a:lumOff val="60000"/>
                      </a:schemeClr>
                    </a:solidFill>
                  </a:tcPr>
                </a:tc>
                <a:tc>
                  <a:txBody>
                    <a:bodyPr/>
                    <a:lstStyle/>
                    <a:p>
                      <a:pPr algn="ctr"/>
                      <a:r>
                        <a:rPr lang="en-US" dirty="0"/>
                        <a:t>20</a:t>
                      </a:r>
                    </a:p>
                  </a:txBody>
                  <a:tcPr>
                    <a:solidFill>
                      <a:schemeClr val="accent4">
                        <a:lumMod val="40000"/>
                        <a:lumOff val="60000"/>
                      </a:schemeClr>
                    </a:solidFill>
                  </a:tcPr>
                </a:tc>
                <a:tc>
                  <a:txBody>
                    <a:bodyPr/>
                    <a:lstStyle/>
                    <a:p>
                      <a:pPr algn="ctr"/>
                      <a:r>
                        <a:rPr lang="en-US" dirty="0"/>
                        <a:t>0</a:t>
                      </a:r>
                    </a:p>
                  </a:txBody>
                  <a:tcPr>
                    <a:solidFill>
                      <a:schemeClr val="accent4">
                        <a:lumMod val="40000"/>
                        <a:lumOff val="60000"/>
                      </a:schemeClr>
                    </a:solidFill>
                  </a:tcPr>
                </a:tc>
                <a:extLst>
                  <a:ext uri="{0D108BD9-81ED-4DB2-BD59-A6C34878D82A}">
                    <a16:rowId xmlns:a16="http://schemas.microsoft.com/office/drawing/2014/main" val="1136341571"/>
                  </a:ext>
                </a:extLst>
              </a:tr>
            </a:tbl>
          </a:graphicData>
        </a:graphic>
      </p:graphicFrame>
    </p:spTree>
    <p:extLst>
      <p:ext uri="{BB962C8B-B14F-4D97-AF65-F5344CB8AC3E}">
        <p14:creationId xmlns:p14="http://schemas.microsoft.com/office/powerpoint/2010/main" val="2178092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BF95388-65FE-4B88-9467-7DE52DCE8793}"/>
              </a:ext>
            </a:extLst>
          </p:cNvPr>
          <p:cNvSpPr>
            <a:spLocks noGrp="1"/>
          </p:cNvSpPr>
          <p:nvPr>
            <p:ph type="body" sz="quarter" idx="10"/>
          </p:nvPr>
        </p:nvSpPr>
        <p:spPr>
          <a:xfrm>
            <a:off x="4407936" y="2789851"/>
            <a:ext cx="3376127" cy="639149"/>
          </a:xfrm>
        </p:spPr>
        <p:txBody>
          <a:bodyPr/>
          <a:lstStyle/>
          <a:p>
            <a:pPr rtl="0">
              <a:spcBef>
                <a:spcPts val="1080"/>
              </a:spcBef>
              <a:spcAft>
                <a:spcPts val="0"/>
              </a:spcAft>
            </a:pPr>
            <a:r>
              <a:rPr lang="en-GB" sz="4400" b="0" i="0" u="none" strike="noStrike" dirty="0">
                <a:effectLst/>
                <a:latin typeface="Trebuchet MS" panose="020B0603020202020204" pitchFamily="34" charset="0"/>
              </a:rPr>
              <a:t>Questions?</a:t>
            </a:r>
            <a:endParaRPr lang="en-US" sz="4400" dirty="0"/>
          </a:p>
        </p:txBody>
      </p:sp>
    </p:spTree>
    <p:extLst>
      <p:ext uri="{BB962C8B-B14F-4D97-AF65-F5344CB8AC3E}">
        <p14:creationId xmlns:p14="http://schemas.microsoft.com/office/powerpoint/2010/main" val="3191051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B1A04-149F-483B-9C36-B2E8E6079125}"/>
              </a:ext>
            </a:extLst>
          </p:cNvPr>
          <p:cNvSpPr>
            <a:spLocks noGrp="1"/>
          </p:cNvSpPr>
          <p:nvPr>
            <p:ph type="title"/>
          </p:nvPr>
        </p:nvSpPr>
        <p:spPr/>
        <p:txBody>
          <a:bodyPr/>
          <a:lstStyle/>
          <a:p>
            <a:r>
              <a:rPr lang="hu-HU" dirty="0" err="1"/>
              <a:t>Thank</a:t>
            </a:r>
            <a:r>
              <a:rPr lang="hu-HU" dirty="0"/>
              <a:t> </a:t>
            </a:r>
            <a:r>
              <a:rPr lang="hu-HU" dirty="0" err="1"/>
              <a:t>you</a:t>
            </a:r>
            <a:r>
              <a:rPr lang="hu-HU" dirty="0"/>
              <a:t>!</a:t>
            </a:r>
            <a:endParaRPr lang="en-US" dirty="0"/>
          </a:p>
        </p:txBody>
      </p:sp>
      <p:sp>
        <p:nvSpPr>
          <p:cNvPr id="3" name="Text Placeholder 2">
            <a:extLst>
              <a:ext uri="{FF2B5EF4-FFF2-40B4-BE49-F238E27FC236}">
                <a16:creationId xmlns:a16="http://schemas.microsoft.com/office/drawing/2014/main" id="{C20DB733-A96F-402B-9FC2-8727F29509EB}"/>
              </a:ext>
            </a:extLst>
          </p:cNvPr>
          <p:cNvSpPr>
            <a:spLocks noGrp="1"/>
          </p:cNvSpPr>
          <p:nvPr>
            <p:ph type="body" sz="quarter" idx="10"/>
          </p:nvPr>
        </p:nvSpPr>
        <p:spPr>
          <a:xfrm>
            <a:off x="7907338" y="2875002"/>
            <a:ext cx="3827462" cy="528093"/>
          </a:xfrm>
        </p:spPr>
        <p:txBody>
          <a:bodyPr/>
          <a:lstStyle/>
          <a:p>
            <a:r>
              <a:rPr lang="en-US" dirty="0"/>
              <a:t>For more information, contact me on this email:</a:t>
            </a:r>
          </a:p>
        </p:txBody>
      </p:sp>
      <p:sp>
        <p:nvSpPr>
          <p:cNvPr id="6" name="Text Placeholder 5">
            <a:extLst>
              <a:ext uri="{FF2B5EF4-FFF2-40B4-BE49-F238E27FC236}">
                <a16:creationId xmlns:a16="http://schemas.microsoft.com/office/drawing/2014/main" id="{28825BDA-BA32-4F1F-B6A3-85A38E19B993}"/>
              </a:ext>
            </a:extLst>
          </p:cNvPr>
          <p:cNvSpPr>
            <a:spLocks noGrp="1"/>
          </p:cNvSpPr>
          <p:nvPr>
            <p:ph type="body" sz="quarter" idx="13"/>
          </p:nvPr>
        </p:nvSpPr>
        <p:spPr/>
        <p:txBody>
          <a:bodyPr/>
          <a:lstStyle/>
          <a:p>
            <a:r>
              <a:rPr lang="hu-HU" dirty="0" err="1"/>
              <a:t>Balazs_Cservenak</a:t>
            </a:r>
            <a:r>
              <a:rPr lang="en-US" dirty="0"/>
              <a:t>@epam.com</a:t>
            </a:r>
          </a:p>
        </p:txBody>
      </p:sp>
    </p:spTree>
    <p:extLst>
      <p:ext uri="{BB962C8B-B14F-4D97-AF65-F5344CB8AC3E}">
        <p14:creationId xmlns:p14="http://schemas.microsoft.com/office/powerpoint/2010/main" val="2987446563"/>
      </p:ext>
    </p:extLst>
  </p:cSld>
  <p:clrMapOvr>
    <a:masterClrMapping/>
  </p:clrMapOvr>
</p:sld>
</file>

<file path=ppt/theme/theme1.xml><?xml version="1.0" encoding="utf-8"?>
<a:theme xmlns:a="http://schemas.openxmlformats.org/drawingml/2006/main" name="EPAM Master 2021.2">
  <a:themeElements>
    <a:clrScheme name="Custom 3">
      <a:dk1>
        <a:srgbClr val="222222"/>
      </a:dk1>
      <a:lt1>
        <a:srgbClr val="FFFFFF"/>
      </a:lt1>
      <a:dk2>
        <a:srgbClr val="A0A0A0"/>
      </a:dk2>
      <a:lt2>
        <a:srgbClr val="F6F6F6"/>
      </a:lt2>
      <a:accent1>
        <a:srgbClr val="222222"/>
      </a:accent1>
      <a:accent2>
        <a:srgbClr val="76CDD8"/>
      </a:accent2>
      <a:accent3>
        <a:srgbClr val="FFC000"/>
      </a:accent3>
      <a:accent4>
        <a:srgbClr val="445464"/>
      </a:accent4>
      <a:accent5>
        <a:srgbClr val="008ACE"/>
      </a:accent5>
      <a:accent6>
        <a:srgbClr val="38C2D7"/>
      </a:accent6>
      <a:hlink>
        <a:srgbClr val="76CDD8"/>
      </a:hlink>
      <a:folHlink>
        <a:srgbClr val="A0A0A0"/>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smtClean="0"/>
        </a:defPPr>
      </a:lstStyle>
    </a:txDef>
  </a:objectDefaults>
  <a:extraClrSchemeLst/>
  <a:custClrLst>
    <a:custClr name="PALINA BLUE">
      <a:srgbClr val="A9C9D7"/>
    </a:custClr>
    <a:custClr name="DARK PURPLE ">
      <a:srgbClr val="8A7CBB"/>
    </a:custClr>
    <a:custClr name="LIGHT PURPLE">
      <a:srgbClr val="AE9BD8"/>
    </a:custClr>
    <a:custClr name="BRIGHT CORAL">
      <a:srgbClr val="FF4E33"/>
    </a:custClr>
    <a:custClr name="EPAM CORAL">
      <a:srgbClr val="FF8468"/>
    </a:custClr>
    <a:custClr name="BRIGHT ORANGE">
      <a:srgbClr val="FF8500"/>
    </a:custClr>
    <a:custClr name="ORANGE ">
      <a:srgbClr val="FFA436"/>
    </a:custClr>
    <a:custClr name="DARK GREEN">
      <a:srgbClr val="62A230"/>
    </a:custClr>
    <a:custClr name="BRIGHT GREEN">
      <a:srgbClr val="9BC838"/>
    </a:custClr>
    <a:custClr name="LIME GREEN">
      <a:srgbClr val="C8DE49"/>
    </a:custClr>
  </a:custClr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um" ma:contentTypeID="0x0101002FCA334FE686704CAC98A9E3E69BAA5C" ma:contentTypeVersion="10" ma:contentTypeDescription="Új dokumentum létrehozása." ma:contentTypeScope="" ma:versionID="c37b7406566599909dcaa1f0bfa6157e">
  <xsd:schema xmlns:xsd="http://www.w3.org/2001/XMLSchema" xmlns:xs="http://www.w3.org/2001/XMLSchema" xmlns:p="http://schemas.microsoft.com/office/2006/metadata/properties" xmlns:ns2="a0dd759c-32c4-4035-bc4d-98911fa752ec" xmlns:ns3="81ee9c2e-6268-45a0-bd0a-c80bd3a55b67" targetNamespace="http://schemas.microsoft.com/office/2006/metadata/properties" ma:root="true" ma:fieldsID="e24624d1ff903cbd973f140a8f1845f6" ns2:_="" ns3:_="">
    <xsd:import namespace="a0dd759c-32c4-4035-bc4d-98911fa752ec"/>
    <xsd:import namespace="81ee9c2e-6268-45a0-bd0a-c80bd3a55b6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dd759c-32c4-4035-bc4d-98911fa75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Képcímkék" ma:readOnly="false" ma:fieldId="{5cf76f15-5ced-4ddc-b409-7134ff3c332f}" ma:taxonomyMulti="true" ma:sspId="05e7e27f-e892-4f83-94e1-90b55e231c0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ee9c2e-6268-45a0-bd0a-c80bd3a55b6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fa8c420-a9fc-42be-9aed-b6ca13ba4a74}" ma:internalName="TaxCatchAll" ma:showField="CatchAllData" ma:web="81ee9c2e-6268-45a0-bd0a-c80bd3a55b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1ee9c2e-6268-45a0-bd0a-c80bd3a55b67" xsi:nil="true"/>
    <lcf76f155ced4ddcb4097134ff3c332f xmlns="a0dd759c-32c4-4035-bc4d-98911fa752e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736FC5-3B7F-4069-8D9B-65DFD0D1B675}"/>
</file>

<file path=customXml/itemProps2.xml><?xml version="1.0" encoding="utf-8"?>
<ds:datastoreItem xmlns:ds="http://schemas.openxmlformats.org/officeDocument/2006/customXml" ds:itemID="{412E3419-B313-4514-AD24-D56E1F80A63A}">
  <ds:schemaRefs>
    <ds:schemaRef ds:uri="http://schemas.microsoft.com/office/2006/metadata/properties"/>
    <ds:schemaRef ds:uri="http://schemas.microsoft.com/office/infopath/2007/PartnerControls"/>
    <ds:schemaRef ds:uri="ba7f2db4-a52b-4d74-9216-ebf707ef889e"/>
    <ds:schemaRef ds:uri="11a5dca0-3636-42de-813f-044b243ee258"/>
  </ds:schemaRefs>
</ds:datastoreItem>
</file>

<file path=customXml/itemProps3.xml><?xml version="1.0" encoding="utf-8"?>
<ds:datastoreItem xmlns:ds="http://schemas.openxmlformats.org/officeDocument/2006/customXml" ds:itemID="{87CA341C-74C1-4577-8C96-EF2605DC526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3672</TotalTime>
  <Words>1560</Words>
  <Application>Microsoft Office PowerPoint</Application>
  <PresentationFormat>Szélesvásznú</PresentationFormat>
  <Paragraphs>391</Paragraphs>
  <Slides>21</Slides>
  <Notes>2</Notes>
  <HiddenSlides>0</HiddenSlides>
  <MMClips>0</MMClips>
  <ScaleCrop>false</ScaleCrop>
  <HeadingPairs>
    <vt:vector size="6" baseType="variant">
      <vt:variant>
        <vt:lpstr>Használt betűtípusok</vt:lpstr>
      </vt:variant>
      <vt:variant>
        <vt:i4>6</vt:i4>
      </vt:variant>
      <vt:variant>
        <vt:lpstr>Téma</vt:lpstr>
      </vt:variant>
      <vt:variant>
        <vt:i4>1</vt:i4>
      </vt:variant>
      <vt:variant>
        <vt:lpstr>Diacímek</vt:lpstr>
      </vt:variant>
      <vt:variant>
        <vt:i4>21</vt:i4>
      </vt:variant>
    </vt:vector>
  </HeadingPairs>
  <TitlesOfParts>
    <vt:vector size="28" baseType="lpstr">
      <vt:lpstr>Arial</vt:lpstr>
      <vt:lpstr>Calibri</vt:lpstr>
      <vt:lpstr>Calibri Bold</vt:lpstr>
      <vt:lpstr>Calibri Light</vt:lpstr>
      <vt:lpstr>MainBrandingFont</vt:lpstr>
      <vt:lpstr>Trebuchet MS</vt:lpstr>
      <vt:lpstr>EPAM Master 2021.2</vt:lpstr>
      <vt:lpstr>Black Box  Testing</vt:lpstr>
      <vt:lpstr>PowerPoint-bemutató</vt:lpstr>
      <vt:lpstr>BLACK BOX TESTING IN GENERAL</vt:lpstr>
      <vt:lpstr>BLACK BOX TESTING IN GENERAL</vt:lpstr>
      <vt:lpstr>Equivalence Class Partitioning/Boundary Value Analysis</vt:lpstr>
      <vt:lpstr>Equivalence Class Partitioning/Boundary Value Analysis</vt:lpstr>
      <vt:lpstr>State transition testing</vt:lpstr>
      <vt:lpstr>State transition testing</vt:lpstr>
      <vt:lpstr>State transition testing</vt:lpstr>
      <vt:lpstr>Test case, Positive and Negative test cases</vt:lpstr>
      <vt:lpstr>State transition testing</vt:lpstr>
      <vt:lpstr>Decision tables</vt:lpstr>
      <vt:lpstr>Decision tables - Example - Calculating discount </vt:lpstr>
      <vt:lpstr>Decision tables - Example - Calculating discount</vt:lpstr>
      <vt:lpstr>Decision tables - Example - Calculating discount</vt:lpstr>
      <vt:lpstr>Decision tables - Example - Calculating discount</vt:lpstr>
      <vt:lpstr>Decision tables - Example - Calculating discount</vt:lpstr>
      <vt:lpstr>Decision tables - Example - Calculating discount</vt:lpstr>
      <vt:lpstr>Decision tables - Example - Calculating discount</vt:lpstr>
      <vt:lpstr>PowerPoint-bemutató</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Palina Vilava</dc:creator>
  <cp:lastModifiedBy>Balazs Cservenak</cp:lastModifiedBy>
  <cp:revision>47</cp:revision>
  <dcterms:created xsi:type="dcterms:W3CDTF">2020-10-27T12:12:11Z</dcterms:created>
  <dcterms:modified xsi:type="dcterms:W3CDTF">2024-11-06T11:53:17Z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0x0101002FCA334FE686704CAC98A9E3E69BAA5C</vt:lpwstr>
  </property>
  <property fmtid="{D5CDD505-2E9C-101B-9397-08002B2CF9AE}" pid="3" name="MediaServiceImageTags">
    <vt:lpwstr/>
  </property>
</Properties>
</file>