
<file path=[Content_Types].xml><?xml version="1.0" encoding="utf-8"?>
<Types xmlns="http://schemas.openxmlformats.org/package/2006/content-types">
  <Default Extension="png" ContentType="image/png"/>
  <Default Extension="svg" ContentType="image/svg+xml"/>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3.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4.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5.xml" ContentType="application/vnd.openxmlformats-officedocument.theme+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6.xml" ContentType="application/vnd.openxmlformats-officedocument.theme+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theme/theme7.xml" ContentType="application/vnd.openxmlformats-officedocument.theme+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theme/theme8.xml" ContentType="application/vnd.openxmlformats-officedocument.theme+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theme/theme9.xml" ContentType="application/vnd.openxmlformats-officedocument.theme+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theme/theme10.xml" ContentType="application/vnd.openxmlformats-officedocument.theme+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theme/theme11.xml" ContentType="application/vnd.openxmlformats-officedocument.theme+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theme/theme12.xml" ContentType="application/vnd.openxmlformats-officedocument.theme+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theme/theme13.xml" ContentType="application/vnd.openxmlformats-officedocument.theme+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theme/theme14.xml" ContentType="application/vnd.openxmlformats-officedocument.theme+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4"/>
    <p:sldMasterId id="2147483676" r:id="rId5"/>
    <p:sldMasterId id="2147483663" r:id="rId6"/>
    <p:sldMasterId id="2147483700" r:id="rId7"/>
    <p:sldMasterId id="2147483707" r:id="rId8"/>
    <p:sldMasterId id="2147483724" r:id="rId9"/>
    <p:sldMasterId id="2147483741" r:id="rId10"/>
    <p:sldMasterId id="2147483758" r:id="rId11"/>
    <p:sldMasterId id="2147483775" r:id="rId12"/>
    <p:sldMasterId id="2147483790" r:id="rId13"/>
    <p:sldMasterId id="2147483805" r:id="rId14"/>
    <p:sldMasterId id="2147483820" r:id="rId15"/>
    <p:sldMasterId id="2147483835" r:id="rId16"/>
    <p:sldMasterId id="2147483850" r:id="rId17"/>
    <p:sldMasterId id="2147483865" r:id="rId18"/>
  </p:sldMasterIdLst>
  <p:notesMasterIdLst>
    <p:notesMasterId r:id="rId49"/>
  </p:notesMasterIdLst>
  <p:handoutMasterIdLst>
    <p:handoutMasterId r:id="rId50"/>
  </p:handoutMasterIdLst>
  <p:sldIdLst>
    <p:sldId id="256" r:id="rId19"/>
    <p:sldId id="331" r:id="rId20"/>
    <p:sldId id="329" r:id="rId21"/>
    <p:sldId id="296" r:id="rId22"/>
    <p:sldId id="299" r:id="rId23"/>
    <p:sldId id="300" r:id="rId24"/>
    <p:sldId id="306" r:id="rId25"/>
    <p:sldId id="313" r:id="rId26"/>
    <p:sldId id="310" r:id="rId27"/>
    <p:sldId id="330" r:id="rId28"/>
    <p:sldId id="332" r:id="rId29"/>
    <p:sldId id="333" r:id="rId30"/>
    <p:sldId id="334" r:id="rId31"/>
    <p:sldId id="335" r:id="rId32"/>
    <p:sldId id="336" r:id="rId33"/>
    <p:sldId id="337" r:id="rId34"/>
    <p:sldId id="338" r:id="rId35"/>
    <p:sldId id="339" r:id="rId36"/>
    <p:sldId id="340" r:id="rId37"/>
    <p:sldId id="341" r:id="rId38"/>
    <p:sldId id="342" r:id="rId39"/>
    <p:sldId id="343" r:id="rId40"/>
    <p:sldId id="344" r:id="rId41"/>
    <p:sldId id="345" r:id="rId42"/>
    <p:sldId id="346" r:id="rId43"/>
    <p:sldId id="347" r:id="rId44"/>
    <p:sldId id="348" r:id="rId45"/>
    <p:sldId id="349" r:id="rId46"/>
    <p:sldId id="350" r:id="rId47"/>
    <p:sldId id="351" r:id="rId48"/>
  </p:sldIdLst>
  <p:sldSz cx="9144000" cy="5143500" type="screen16x9"/>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736" userDrawn="1">
          <p15:clr>
            <a:srgbClr val="A4A3A4"/>
          </p15:clr>
        </p15:guide>
        <p15:guide id="2" pos="1477"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33C41"/>
    <a:srgbClr val="FEFEFE"/>
    <a:srgbClr val="F5F5F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62" d="100"/>
          <a:sy n="162" d="100"/>
        </p:scale>
        <p:origin x="174" y="150"/>
      </p:cViewPr>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2736"/>
        <p:guide pos="1477"/>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0.xml"/><Relationship Id="rId18" Type="http://schemas.openxmlformats.org/officeDocument/2006/relationships/slideMaster" Target="slideMasters/slideMaster15.xml"/><Relationship Id="rId26" Type="http://schemas.openxmlformats.org/officeDocument/2006/relationships/slide" Target="slides/slide8.xml"/><Relationship Id="rId39" Type="http://schemas.openxmlformats.org/officeDocument/2006/relationships/slide" Target="slides/slide21.xml"/><Relationship Id="rId21" Type="http://schemas.openxmlformats.org/officeDocument/2006/relationships/slide" Target="slides/slide3.xml"/><Relationship Id="rId34" Type="http://schemas.openxmlformats.org/officeDocument/2006/relationships/slide" Target="slides/slide16.xml"/><Relationship Id="rId42" Type="http://schemas.openxmlformats.org/officeDocument/2006/relationships/slide" Target="slides/slide24.xml"/><Relationship Id="rId47" Type="http://schemas.openxmlformats.org/officeDocument/2006/relationships/slide" Target="slides/slide29.xml"/><Relationship Id="rId50" Type="http://schemas.openxmlformats.org/officeDocument/2006/relationships/handoutMaster" Target="handoutMasters/handoutMaster1.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Master" Target="slideMasters/slideMaster13.xml"/><Relationship Id="rId29" Type="http://schemas.openxmlformats.org/officeDocument/2006/relationships/slide" Target="slides/slide11.xml"/><Relationship Id="rId11" Type="http://schemas.openxmlformats.org/officeDocument/2006/relationships/slideMaster" Target="slideMasters/slideMaster8.xml"/><Relationship Id="rId24" Type="http://schemas.openxmlformats.org/officeDocument/2006/relationships/slide" Target="slides/slide6.xml"/><Relationship Id="rId32" Type="http://schemas.openxmlformats.org/officeDocument/2006/relationships/slide" Target="slides/slide14.xml"/><Relationship Id="rId37" Type="http://schemas.openxmlformats.org/officeDocument/2006/relationships/slide" Target="slides/slide19.xml"/><Relationship Id="rId40" Type="http://schemas.openxmlformats.org/officeDocument/2006/relationships/slide" Target="slides/slide22.xml"/><Relationship Id="rId45" Type="http://schemas.openxmlformats.org/officeDocument/2006/relationships/slide" Target="slides/slide27.xml"/><Relationship Id="rId53" Type="http://schemas.openxmlformats.org/officeDocument/2006/relationships/theme" Target="theme/theme1.xml"/><Relationship Id="rId5" Type="http://schemas.openxmlformats.org/officeDocument/2006/relationships/slideMaster" Target="slideMasters/slideMaster2.xml"/><Relationship Id="rId10" Type="http://schemas.openxmlformats.org/officeDocument/2006/relationships/slideMaster" Target="slideMasters/slideMaster7.xml"/><Relationship Id="rId19" Type="http://schemas.openxmlformats.org/officeDocument/2006/relationships/slide" Target="slides/slide1.xml"/><Relationship Id="rId31" Type="http://schemas.openxmlformats.org/officeDocument/2006/relationships/slide" Target="slides/slide13.xml"/><Relationship Id="rId44" Type="http://schemas.openxmlformats.org/officeDocument/2006/relationships/slide" Target="slides/slide26.xml"/><Relationship Id="rId52"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Master" Target="slideMasters/slideMaster11.xml"/><Relationship Id="rId22" Type="http://schemas.openxmlformats.org/officeDocument/2006/relationships/slide" Target="slides/slide4.xml"/><Relationship Id="rId27" Type="http://schemas.openxmlformats.org/officeDocument/2006/relationships/slide" Target="slides/slide9.xml"/><Relationship Id="rId30" Type="http://schemas.openxmlformats.org/officeDocument/2006/relationships/slide" Target="slides/slide12.xml"/><Relationship Id="rId35" Type="http://schemas.openxmlformats.org/officeDocument/2006/relationships/slide" Target="slides/slide17.xml"/><Relationship Id="rId43" Type="http://schemas.openxmlformats.org/officeDocument/2006/relationships/slide" Target="slides/slide25.xml"/><Relationship Id="rId48" Type="http://schemas.openxmlformats.org/officeDocument/2006/relationships/slide" Target="slides/slide30.xml"/><Relationship Id="rId8" Type="http://schemas.openxmlformats.org/officeDocument/2006/relationships/slideMaster" Target="slideMasters/slideMaster5.xml"/><Relationship Id="rId5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Master" Target="slideMasters/slideMaster14.xml"/><Relationship Id="rId25" Type="http://schemas.openxmlformats.org/officeDocument/2006/relationships/slide" Target="slides/slide7.xml"/><Relationship Id="rId33" Type="http://schemas.openxmlformats.org/officeDocument/2006/relationships/slide" Target="slides/slide15.xml"/><Relationship Id="rId38" Type="http://schemas.openxmlformats.org/officeDocument/2006/relationships/slide" Target="slides/slide20.xml"/><Relationship Id="rId46" Type="http://schemas.openxmlformats.org/officeDocument/2006/relationships/slide" Target="slides/slide28.xml"/><Relationship Id="rId20" Type="http://schemas.openxmlformats.org/officeDocument/2006/relationships/slide" Target="slides/slide2.xml"/><Relationship Id="rId41" Type="http://schemas.openxmlformats.org/officeDocument/2006/relationships/slide" Target="slides/slide23.xml"/><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Master" Target="slideMasters/slideMaster12.xml"/><Relationship Id="rId23" Type="http://schemas.openxmlformats.org/officeDocument/2006/relationships/slide" Target="slides/slide5.xml"/><Relationship Id="rId28" Type="http://schemas.openxmlformats.org/officeDocument/2006/relationships/slide" Target="slides/slide10.xml"/><Relationship Id="rId36" Type="http://schemas.openxmlformats.org/officeDocument/2006/relationships/slide" Target="slides/slide18.xml"/><Relationship Id="rId49"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FDC14FC-A894-4869-A797-1EC82735D106}" type="datetimeFigureOut">
              <a:rPr lang="en-US" smtClean="0"/>
              <a:t>10/13/2025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CD33E97-F2BE-44DB-A57D-0C85E2CBF508}" type="slidenum">
              <a:rPr lang="en-US" smtClean="0"/>
              <a:t>‹#›</a:t>
            </a:fld>
            <a:endParaRPr lang="en-US"/>
          </a:p>
        </p:txBody>
      </p:sp>
    </p:spTree>
    <p:extLst>
      <p:ext uri="{BB962C8B-B14F-4D97-AF65-F5344CB8AC3E}">
        <p14:creationId xmlns:p14="http://schemas.microsoft.com/office/powerpoint/2010/main" val="29677781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F99C05-63F9-4248-8E20-3ACD9DF9DE7F}" type="datetimeFigureOut">
              <a:rPr lang="en-US" smtClean="0"/>
              <a:t>10/13/2025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74FABB-6DBE-47C4-B626-20167906F475}" type="slidenum">
              <a:rPr lang="en-US" smtClean="0"/>
              <a:t>‹#›</a:t>
            </a:fld>
            <a:endParaRPr lang="en-US"/>
          </a:p>
        </p:txBody>
      </p:sp>
    </p:spTree>
    <p:extLst>
      <p:ext uri="{BB962C8B-B14F-4D97-AF65-F5344CB8AC3E}">
        <p14:creationId xmlns:p14="http://schemas.microsoft.com/office/powerpoint/2010/main" val="4274864021"/>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x-axis represents time, and the y-axis refers to the amount of work left to complete, measured in either story points or hours. The goal is to have all the forecasted work completed by the end of the sprint.</a:t>
            </a:r>
          </a:p>
          <a:p>
            <a:endParaRPr lang="en-US"/>
          </a:p>
          <a:p>
            <a:pPr fontAlgn="base"/>
            <a:r>
              <a:rPr lang="en-US" sz="900" b="1" i="0" kern="1200">
                <a:solidFill>
                  <a:schemeClr val="tx1"/>
                </a:solidFill>
                <a:effectLst/>
                <a:latin typeface="+mn-lt"/>
                <a:ea typeface="+mn-ea"/>
                <a:cs typeface="+mn-cs"/>
              </a:rPr>
              <a:t>1) Estimation statistic</a:t>
            </a:r>
            <a:r>
              <a:rPr lang="en-US" sz="900" b="0" i="0" kern="1200">
                <a:solidFill>
                  <a:schemeClr val="tx1"/>
                </a:solidFill>
                <a:effectLst/>
                <a:latin typeface="+mn-lt"/>
                <a:ea typeface="+mn-ea"/>
                <a:cs typeface="+mn-cs"/>
              </a:rPr>
              <a:t>: The vertical axis represents the estimation statistic that you've selected.</a:t>
            </a:r>
          </a:p>
          <a:p>
            <a:pPr fontAlgn="base"/>
            <a:r>
              <a:rPr lang="en-US" sz="900" b="1" i="0" kern="1200">
                <a:solidFill>
                  <a:schemeClr val="tx1"/>
                </a:solidFill>
                <a:effectLst/>
                <a:latin typeface="+mn-lt"/>
                <a:ea typeface="+mn-ea"/>
                <a:cs typeface="+mn-cs"/>
              </a:rPr>
              <a:t>2) Remaining values</a:t>
            </a:r>
            <a:r>
              <a:rPr lang="en-US" sz="900" b="0" i="0" kern="1200">
                <a:solidFill>
                  <a:schemeClr val="tx1"/>
                </a:solidFill>
                <a:effectLst/>
                <a:latin typeface="+mn-lt"/>
                <a:ea typeface="+mn-ea"/>
                <a:cs typeface="+mn-cs"/>
              </a:rPr>
              <a:t>: The red line represents the total amount of work left in the sprint, according to your team's estimates.</a:t>
            </a:r>
          </a:p>
          <a:p>
            <a:pPr fontAlgn="base"/>
            <a:r>
              <a:rPr lang="en-US" sz="900" b="1" i="0" kern="1200">
                <a:solidFill>
                  <a:schemeClr val="tx1"/>
                </a:solidFill>
                <a:effectLst/>
                <a:latin typeface="+mn-lt"/>
                <a:ea typeface="+mn-ea"/>
                <a:cs typeface="+mn-cs"/>
              </a:rPr>
              <a:t>3) Guideline</a:t>
            </a:r>
            <a:r>
              <a:rPr lang="en-US" sz="900" b="0" i="0" kern="1200">
                <a:solidFill>
                  <a:schemeClr val="tx1"/>
                </a:solidFill>
                <a:effectLst/>
                <a:latin typeface="+mn-lt"/>
                <a:ea typeface="+mn-ea"/>
                <a:cs typeface="+mn-cs"/>
              </a:rPr>
              <a:t>: The grey line shows an approximation of where your team should be, assuming linear progress. If the red line is below this line, congratulations - your team's on track to completing all their work by the end of the sprint. This isn't foolproof though; it's just another piece of information to use while monitoring team progress.</a:t>
            </a:r>
          </a:p>
        </p:txBody>
      </p:sp>
      <p:sp>
        <p:nvSpPr>
          <p:cNvPr id="4" name="Slide Number Placeholder 3"/>
          <p:cNvSpPr>
            <a:spLocks noGrp="1"/>
          </p:cNvSpPr>
          <p:nvPr>
            <p:ph type="sldNum" sz="quarter" idx="5"/>
          </p:nvPr>
        </p:nvSpPr>
        <p:spPr/>
        <p:txBody>
          <a:bodyPr/>
          <a:lstStyle/>
          <a:p>
            <a:fld id="{A874FABB-6DBE-47C4-B626-20167906F475}" type="slidenum">
              <a:rPr lang="en-US" smtClean="0"/>
              <a:t>9</a:t>
            </a:fld>
            <a:endParaRPr lang="en-US"/>
          </a:p>
        </p:txBody>
      </p:sp>
    </p:spTree>
    <p:extLst>
      <p:ext uri="{BB962C8B-B14F-4D97-AF65-F5344CB8AC3E}">
        <p14:creationId xmlns:p14="http://schemas.microsoft.com/office/powerpoint/2010/main" val="19940084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u-HU"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258C698-DA39-4FF4-8EE5-13A3FE00420C}" type="slidenum">
              <a:rPr kumimoji="0" lang="hu-H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hu-HU" sz="1200" b="0" i="0" u="none" strike="noStrike" kern="1200" cap="none" spc="0" normalizeH="0" baseline="0" noProof="0" smtClean="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459347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u-HU"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258C698-DA39-4FF4-8EE5-13A3FE00420C}" type="slidenum">
              <a:rPr kumimoji="0" lang="hu-H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hu-HU" sz="1200" b="0" i="0" u="none" strike="noStrike" kern="1200" cap="none" spc="0" normalizeH="0" baseline="0" noProof="0" smtClean="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915971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u-HU"/>
              <a:t>Traditional architect drawback IBM case study:</a:t>
            </a:r>
          </a:p>
          <a:p>
            <a:pPr marL="171450" indent="-171450">
              <a:buFont typeface="Arial" panose="020B0604020202020204" pitchFamily="34" charset="0"/>
              <a:buChar char="•"/>
            </a:pPr>
            <a:r>
              <a:rPr lang="hu-HU"/>
              <a:t>Project: U.S. Air Traffic control system</a:t>
            </a:r>
          </a:p>
          <a:p>
            <a:pPr marL="171450" indent="-171450">
              <a:buFont typeface="Arial" panose="020B0604020202020204" pitchFamily="34" charset="0"/>
              <a:buChar char="•"/>
            </a:pPr>
            <a:r>
              <a:rPr lang="hu-HU"/>
              <a:t>After one year desinging the system became out-dated</a:t>
            </a:r>
          </a:p>
          <a:p>
            <a:pPr marL="514350" lvl="1" indent="-171450">
              <a:buFont typeface="Arial" panose="020B0604020202020204" pitchFamily="34" charset="0"/>
              <a:buChar char="•"/>
            </a:pPr>
            <a:r>
              <a:rPr lang="hu-HU"/>
              <a:t>The hardware and the air traffic control practices had moved on</a:t>
            </a:r>
          </a:p>
          <a:p>
            <a:pPr marL="171450" lvl="0" indent="-171450">
              <a:buFont typeface="Arial" panose="020B0604020202020204" pitchFamily="34" charset="0"/>
              <a:buChar char="•"/>
            </a:pPr>
            <a:r>
              <a:rPr lang="hu-HU"/>
              <a:t>They started over and came up another design</a:t>
            </a:r>
          </a:p>
          <a:p>
            <a:pPr marL="514350" lvl="1" indent="-171450">
              <a:buFont typeface="Arial" panose="020B0604020202020204" pitchFamily="34" charset="0"/>
              <a:buChar char="•"/>
            </a:pPr>
            <a:r>
              <a:rPr lang="hu-HU"/>
              <a:t>It became out-dates again</a:t>
            </a:r>
          </a:p>
          <a:p>
            <a:pPr marL="171450" lvl="0" indent="-171450">
              <a:buFont typeface="Arial" panose="020B0604020202020204" pitchFamily="34" charset="0"/>
              <a:buChar char="•"/>
            </a:pPr>
            <a:r>
              <a:rPr lang="hu-HU"/>
              <a:t>They were doing in 10 years and nothing was built</a:t>
            </a:r>
          </a:p>
        </p:txBody>
      </p:sp>
      <p:sp>
        <p:nvSpPr>
          <p:cNvPr id="4" name="Slide Number Placeholder 3"/>
          <p:cNvSpPr>
            <a:spLocks noGrp="1"/>
          </p:cNvSpPr>
          <p:nvPr>
            <p:ph type="sldNum" sz="quarter" idx="5"/>
          </p:nvPr>
        </p:nvSpPr>
        <p:spPr/>
        <p:txBody>
          <a:bodyPr/>
          <a:lstStyle/>
          <a:p>
            <a:fld id="{A874FABB-6DBE-47C4-B626-20167906F475}" type="slidenum">
              <a:rPr lang="en-US" smtClean="0"/>
              <a:t>16</a:t>
            </a:fld>
            <a:endParaRPr lang="en-US"/>
          </a:p>
        </p:txBody>
      </p:sp>
    </p:spTree>
    <p:extLst>
      <p:ext uri="{BB962C8B-B14F-4D97-AF65-F5344CB8AC3E}">
        <p14:creationId xmlns:p14="http://schemas.microsoft.com/office/powerpoint/2010/main" val="16183653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6334d36884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6334d36884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52891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6334d36884_2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6334d36884_2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577550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6334d36884_2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 name="Google Shape;150;g6334d36884_2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281201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6334d36884_2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 name="Google Shape;184;g6334d36884_2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988544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6334d36884_2_1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 name="Google Shape;218;g6334d36884_2_1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725973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g6334d36884_2_1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4" name="Google Shape;314;g6334d36884_2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980753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g6334d36884_2_2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0" name="Google Shape;320;g6334d36884_2_2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18928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g63473a2468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3" name="Google Shape;333;g63473a2468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6396377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4.xml"/><Relationship Id="rId4" Type="http://schemas.openxmlformats.org/officeDocument/2006/relationships/image" Target="../media/image3.emf"/></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8.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7.png"/><Relationship Id="rId1" Type="http://schemas.openxmlformats.org/officeDocument/2006/relationships/slideMaster" Target="../slideMasters/slideMaster9.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7.png"/><Relationship Id="rId1" Type="http://schemas.openxmlformats.org/officeDocument/2006/relationships/slideMaster" Target="../slideMasters/slideMaster10.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7.png"/><Relationship Id="rId1" Type="http://schemas.openxmlformats.org/officeDocument/2006/relationships/slideMaster" Target="../slideMasters/slideMaster11.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5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7.png"/><Relationship Id="rId1" Type="http://schemas.openxmlformats.org/officeDocument/2006/relationships/slideMaster" Target="../slideMasters/slideMaster12.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6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7.png"/><Relationship Id="rId1" Type="http://schemas.openxmlformats.org/officeDocument/2006/relationships/slideMaster" Target="../slideMasters/slideMaster13.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7.png"/><Relationship Id="rId1" Type="http://schemas.openxmlformats.org/officeDocument/2006/relationships/slideMaster" Target="../slideMasters/slideMaster14.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9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7.png"/><Relationship Id="rId1" Type="http://schemas.openxmlformats.org/officeDocument/2006/relationships/slideMaster" Target="../slideMasters/slideMaster1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31466" y="1412416"/>
            <a:ext cx="4315968" cy="1421928"/>
          </a:xfrm>
        </p:spPr>
        <p:txBody>
          <a:bodyPr/>
          <a:lstStyle>
            <a:lvl1pPr>
              <a:defRPr>
                <a:solidFill>
                  <a:schemeClr val="bg1"/>
                </a:solidFill>
              </a:defRPr>
            </a:lvl1pPr>
          </a:lstStyle>
          <a:p>
            <a:r>
              <a:rPr lang="en-US"/>
              <a:t>Please add title here</a:t>
            </a:r>
          </a:p>
        </p:txBody>
      </p:sp>
      <p:sp>
        <p:nvSpPr>
          <p:cNvPr id="3" name="Date Placeholder 2"/>
          <p:cNvSpPr>
            <a:spLocks noGrp="1"/>
          </p:cNvSpPr>
          <p:nvPr>
            <p:ph type="dt" sz="half" idx="10"/>
          </p:nvPr>
        </p:nvSpPr>
        <p:spPr/>
        <p:txBody>
          <a:bodyPr tIns="0" anchor="ctr" anchorCtr="0"/>
          <a:lstStyle>
            <a:lvl1pPr>
              <a:defRPr cap="all" baseline="0">
                <a:solidFill>
                  <a:schemeClr val="bg1"/>
                </a:solidFill>
              </a:defRPr>
            </a:lvl1pPr>
          </a:lstStyle>
          <a:p>
            <a:r>
              <a:rPr lang="en-US"/>
              <a:t>DATE OR VENUE</a:t>
            </a:r>
          </a:p>
        </p:txBody>
      </p:sp>
      <p:sp>
        <p:nvSpPr>
          <p:cNvPr id="7" name="Text Placeholder 6"/>
          <p:cNvSpPr>
            <a:spLocks noGrp="1"/>
          </p:cNvSpPr>
          <p:nvPr>
            <p:ph type="body" sz="quarter" idx="11" hasCustomPrompt="1"/>
          </p:nvPr>
        </p:nvSpPr>
        <p:spPr>
          <a:xfrm>
            <a:off x="531466" y="3049747"/>
            <a:ext cx="4315968" cy="313932"/>
          </a:xfrm>
          <a:prstGeom prst="rect">
            <a:avLst/>
          </a:prstGeom>
        </p:spPr>
        <p:txBody>
          <a:bodyPr wrap="square" lIns="0" tIns="0" rIns="0" bIns="0" anchor="ctr">
            <a:noAutofit/>
          </a:bodyPr>
          <a:lstStyle>
            <a:lvl1pPr>
              <a:defRPr>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stStyle>
          <a:p>
            <a:pPr lvl="0"/>
            <a:r>
              <a:rPr lang="en-US"/>
              <a:t>Please add subtitle here</a:t>
            </a:r>
          </a:p>
        </p:txBody>
      </p:sp>
      <p:pic>
        <p:nvPicPr>
          <p:cNvPr id="5" name="Picture Placeholder 6"/>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333937" y="0"/>
            <a:ext cx="3810000" cy="5143500"/>
          </a:xfrm>
          <a:prstGeom prst="rect">
            <a:avLst/>
          </a:prstGeom>
        </p:spPr>
      </p:pic>
      <p:sp>
        <p:nvSpPr>
          <p:cNvPr id="6" name="Rectangle 5"/>
          <p:cNvSpPr/>
          <p:nvPr userDrawn="1"/>
        </p:nvSpPr>
        <p:spPr>
          <a:xfrm>
            <a:off x="5333937" y="0"/>
            <a:ext cx="3810000" cy="5143500"/>
          </a:xfrm>
          <a:prstGeom prst="rect">
            <a:avLst/>
          </a:prstGeom>
          <a:solidFill>
            <a:srgbClr val="464547">
              <a:alpha val="15000"/>
            </a:srgbClr>
          </a:solidFill>
          <a:ln>
            <a:noFill/>
          </a:ln>
          <a:effectLst/>
        </p:spPr>
        <p:style>
          <a:lnRef idx="1">
            <a:schemeClr val="accent1"/>
          </a:lnRef>
          <a:fillRef idx="3">
            <a:schemeClr val="accent1"/>
          </a:fillRef>
          <a:effectRef idx="2">
            <a:schemeClr val="accent1"/>
          </a:effectRef>
          <a:fontRef idx="minor">
            <a:schemeClr val="lt1"/>
          </a:fontRef>
        </p:style>
        <p:txBody>
          <a:bodyPr lIns="91434" tIns="45717" rIns="91434" bIns="45717" rtlCol="0" anchor="ctr"/>
          <a:lstStyle/>
          <a:p>
            <a:pPr algn="ctr"/>
            <a:endParaRPr lang="en-US"/>
          </a:p>
        </p:txBody>
      </p:sp>
      <p:pic>
        <p:nvPicPr>
          <p:cNvPr id="8" name="Picture 7"/>
          <p:cNvPicPr>
            <a:picLocks noChangeAspect="1"/>
          </p:cNvPicPr>
          <p:nvPr userDrawn="1"/>
        </p:nvPicPr>
        <p:blipFill rotWithShape="1">
          <a:blip r:embed="rId3" cstate="print">
            <a:extLst>
              <a:ext uri="{28A0092B-C50C-407E-A947-70E740481C1C}">
                <a14:useLocalDpi xmlns:a14="http://schemas.microsoft.com/office/drawing/2010/main" val="0"/>
              </a:ext>
            </a:extLst>
          </a:blip>
          <a:srcRect l="-1"/>
          <a:stretch/>
        </p:blipFill>
        <p:spPr>
          <a:xfrm rot="5400000">
            <a:off x="2767227" y="2306574"/>
            <a:ext cx="5143500" cy="530352"/>
          </a:xfrm>
          <a:prstGeom prst="rect">
            <a:avLst/>
          </a:prstGeom>
        </p:spPr>
      </p:pic>
      <p:pic>
        <p:nvPicPr>
          <p:cNvPr id="9" name="Picture 8"/>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rot="10800000" flipH="1" flipV="1">
            <a:off x="627880" y="511280"/>
            <a:ext cx="891284" cy="316033"/>
          </a:xfrm>
          <a:prstGeom prst="rect">
            <a:avLst/>
          </a:prstGeom>
        </p:spPr>
      </p:pic>
    </p:spTree>
    <p:extLst>
      <p:ext uri="{BB962C8B-B14F-4D97-AF65-F5344CB8AC3E}">
        <p14:creationId xmlns:p14="http://schemas.microsoft.com/office/powerpoint/2010/main" val="2653978089"/>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with Custom Pictur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31466" y="1412416"/>
            <a:ext cx="4315968" cy="1421928"/>
          </a:xfrm>
        </p:spPr>
        <p:txBody>
          <a:bodyPr/>
          <a:lstStyle>
            <a:lvl1pPr>
              <a:defRPr>
                <a:solidFill>
                  <a:schemeClr val="bg1"/>
                </a:solidFill>
              </a:defRPr>
            </a:lvl1pPr>
          </a:lstStyle>
          <a:p>
            <a:r>
              <a:rPr lang="en-US"/>
              <a:t>Please add title here</a:t>
            </a:r>
          </a:p>
        </p:txBody>
      </p:sp>
      <p:sp>
        <p:nvSpPr>
          <p:cNvPr id="3" name="Date Placeholder 2"/>
          <p:cNvSpPr>
            <a:spLocks noGrp="1"/>
          </p:cNvSpPr>
          <p:nvPr>
            <p:ph type="dt" sz="half" idx="10"/>
          </p:nvPr>
        </p:nvSpPr>
        <p:spPr>
          <a:xfrm>
            <a:off x="531466" y="3843769"/>
            <a:ext cx="1945326" cy="399456"/>
          </a:xfrm>
        </p:spPr>
        <p:txBody>
          <a:bodyPr tIns="0" anchor="ctr" anchorCtr="0"/>
          <a:lstStyle>
            <a:lvl1pPr>
              <a:defRPr cap="all" baseline="0">
                <a:solidFill>
                  <a:schemeClr val="bg1"/>
                </a:solidFill>
              </a:defRPr>
            </a:lvl1pPr>
          </a:lstStyle>
          <a:p>
            <a:r>
              <a:rPr lang="en-US"/>
              <a:t>DATE OR VENUE</a:t>
            </a:r>
          </a:p>
        </p:txBody>
      </p:sp>
      <p:sp>
        <p:nvSpPr>
          <p:cNvPr id="7" name="Text Placeholder 6"/>
          <p:cNvSpPr>
            <a:spLocks noGrp="1"/>
          </p:cNvSpPr>
          <p:nvPr>
            <p:ph type="body" sz="quarter" idx="11" hasCustomPrompt="1"/>
          </p:nvPr>
        </p:nvSpPr>
        <p:spPr>
          <a:xfrm>
            <a:off x="531466" y="3049747"/>
            <a:ext cx="4315968" cy="313932"/>
          </a:xfrm>
          <a:prstGeom prst="rect">
            <a:avLst/>
          </a:prstGeom>
        </p:spPr>
        <p:txBody>
          <a:bodyPr wrap="square" lIns="0" tIns="0" rIns="0" bIns="0" anchor="ctr">
            <a:noAutofit/>
          </a:bodyPr>
          <a:lstStyle>
            <a:lvl1pPr>
              <a:defRPr>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stStyle>
          <a:p>
            <a:pPr lvl="0"/>
            <a:r>
              <a:rPr lang="en-US"/>
              <a:t>Please add subtitle here</a:t>
            </a:r>
          </a:p>
        </p:txBody>
      </p:sp>
      <p:sp>
        <p:nvSpPr>
          <p:cNvPr id="5" name="Picture Placeholder 4"/>
          <p:cNvSpPr>
            <a:spLocks noGrp="1"/>
          </p:cNvSpPr>
          <p:nvPr>
            <p:ph type="pic" sz="quarter" idx="12" hasCustomPrompt="1"/>
          </p:nvPr>
        </p:nvSpPr>
        <p:spPr>
          <a:xfrm>
            <a:off x="5334000" y="0"/>
            <a:ext cx="3810000" cy="5143500"/>
          </a:xfrm>
          <a:prstGeom prst="rect">
            <a:avLst/>
          </a:prstGeom>
          <a:noFill/>
          <a:ln>
            <a:noFill/>
          </a:ln>
        </p:spPr>
        <p:txBody>
          <a:bodyPr anchor="ctr"/>
          <a:lstStyle>
            <a:lvl1pPr algn="ctr">
              <a:defRPr baseline="0"/>
            </a:lvl1pPr>
          </a:lstStyle>
          <a:p>
            <a:r>
              <a:rPr lang="en-US"/>
              <a:t>Please add cover picture here</a:t>
            </a:r>
          </a:p>
          <a:p>
            <a:endParaRPr lang="en-US"/>
          </a:p>
          <a:p>
            <a:endParaRPr lang="en-US"/>
          </a:p>
        </p:txBody>
      </p:sp>
      <p:sp>
        <p:nvSpPr>
          <p:cNvPr id="11" name="Text Placeholder 10"/>
          <p:cNvSpPr>
            <a:spLocks noGrp="1"/>
          </p:cNvSpPr>
          <p:nvPr>
            <p:ph type="body" sz="quarter" idx="13" hasCustomPrompt="1"/>
          </p:nvPr>
        </p:nvSpPr>
        <p:spPr>
          <a:xfrm>
            <a:off x="5073801" y="0"/>
            <a:ext cx="530352" cy="5143500"/>
          </a:xfrm>
          <a:prstGeom prst="rect">
            <a:avLst/>
          </a:prstGeom>
          <a:blipFill>
            <a:blip r:embed="rId2"/>
            <a:stretch>
              <a:fillRect/>
            </a:stretch>
          </a:blipFill>
        </p:spPr>
        <p:txBody>
          <a:bodyPr/>
          <a:lstStyle/>
          <a:p>
            <a:pPr lvl="0"/>
            <a:r>
              <a:rPr lang="en-US"/>
              <a:t> </a:t>
            </a:r>
          </a:p>
        </p:txBody>
      </p:sp>
      <p:pic>
        <p:nvPicPr>
          <p:cNvPr id="8" name="Picture 7"/>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rot="10800000" flipH="1" flipV="1">
            <a:off x="627880" y="511280"/>
            <a:ext cx="891284" cy="316033"/>
          </a:xfrm>
          <a:prstGeom prst="rect">
            <a:avLst/>
          </a:prstGeom>
        </p:spPr>
      </p:pic>
      <p:sp>
        <p:nvSpPr>
          <p:cNvPr id="9" name="TextBox 8">
            <a:extLst>
              <a:ext uri="{FF2B5EF4-FFF2-40B4-BE49-F238E27FC236}">
                <a16:creationId xmlns:a16="http://schemas.microsoft.com/office/drawing/2014/main" id="{2581AF72-7AD6-334A-BFA2-32789379DA3D}"/>
              </a:ext>
            </a:extLst>
          </p:cNvPr>
          <p:cNvSpPr txBox="1"/>
          <p:nvPr userDrawn="1"/>
        </p:nvSpPr>
        <p:spPr>
          <a:xfrm>
            <a:off x="421400" y="4877348"/>
            <a:ext cx="2422187" cy="200055"/>
          </a:xfrm>
          <a:prstGeom prst="rect">
            <a:avLst/>
          </a:prstGeom>
          <a:noFill/>
        </p:spPr>
        <p:txBody>
          <a:bodyPr wrap="square" rtlCol="0">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700">
                <a:solidFill>
                  <a:schemeClr val="bg1"/>
                </a:solidFill>
                <a:latin typeface="+mj-lt"/>
              </a:rPr>
              <a:t>CONFIDENTIAL  |  </a:t>
            </a:r>
            <a:r>
              <a:rPr lang="en-US" sz="700" b="0" i="0" u="none" strike="noStrike" kern="1200" baseline="0">
                <a:solidFill>
                  <a:schemeClr val="bg1"/>
                </a:solidFill>
                <a:effectLst/>
                <a:latin typeface="+mj-lt"/>
                <a:ea typeface="+mn-ea"/>
                <a:cs typeface="+mn-cs"/>
              </a:rPr>
              <a:t>© 2021 EPAM Systems, Inc.</a:t>
            </a:r>
            <a:endParaRPr lang="en-US" sz="700">
              <a:latin typeface="+mj-lt"/>
            </a:endParaRPr>
          </a:p>
        </p:txBody>
      </p:sp>
    </p:spTree>
    <p:extLst>
      <p:ext uri="{BB962C8B-B14F-4D97-AF65-F5344CB8AC3E}">
        <p14:creationId xmlns:p14="http://schemas.microsoft.com/office/powerpoint/2010/main" val="2992641235"/>
      </p:ext>
    </p:extLst>
  </p:cSld>
  <p:clrMapOvr>
    <a:masterClrMapping/>
  </p:clrMapOvr>
  <p:extLst>
    <p:ext uri="{DCECCB84-F9BA-43D5-87BE-67443E8EF086}">
      <p15:sldGuideLst xmlns:p15="http://schemas.microsoft.com/office/powerpoint/2012/main">
        <p15:guide id="1" pos="33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anvas">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1E38DE0-131E-E04E-BD2E-B00FD5B34CB6}"/>
              </a:ext>
            </a:extLst>
          </p:cNvPr>
          <p:cNvSpPr txBox="1"/>
          <p:nvPr userDrawn="1"/>
        </p:nvSpPr>
        <p:spPr>
          <a:xfrm>
            <a:off x="130783" y="4877348"/>
            <a:ext cx="2422187" cy="200055"/>
          </a:xfrm>
          <a:prstGeom prst="rect">
            <a:avLst/>
          </a:prstGeom>
          <a:noFill/>
        </p:spPr>
        <p:txBody>
          <a:bodyPr wrap="square" rtlCol="0">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700">
                <a:solidFill>
                  <a:schemeClr val="bg1"/>
                </a:solidFill>
                <a:latin typeface="+mj-lt"/>
              </a:rPr>
              <a:t>CONFIDENTIAL  |  </a:t>
            </a:r>
            <a:r>
              <a:rPr lang="en-US" sz="700" b="0" i="0" u="none" strike="noStrike" kern="1200" baseline="0">
                <a:solidFill>
                  <a:schemeClr val="bg1"/>
                </a:solidFill>
                <a:effectLst/>
                <a:latin typeface="+mj-lt"/>
                <a:ea typeface="+mn-ea"/>
                <a:cs typeface="+mn-cs"/>
              </a:rPr>
              <a:t>© 2021 EPAM Systems, Inc.</a:t>
            </a:r>
            <a:endParaRPr lang="en-US" sz="700">
              <a:latin typeface="+mj-lt"/>
            </a:endParaRPr>
          </a:p>
        </p:txBody>
      </p:sp>
    </p:spTree>
    <p:extLst>
      <p:ext uri="{BB962C8B-B14F-4D97-AF65-F5344CB8AC3E}">
        <p14:creationId xmlns:p14="http://schemas.microsoft.com/office/powerpoint/2010/main" val="25078770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Content with Highligh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Please Add Slide Headline Here</a:t>
            </a:r>
          </a:p>
        </p:txBody>
      </p:sp>
      <p:sp>
        <p:nvSpPr>
          <p:cNvPr id="3" name="Content Placeholder 5"/>
          <p:cNvSpPr>
            <a:spLocks noGrp="1"/>
          </p:cNvSpPr>
          <p:nvPr>
            <p:ph sz="quarter" idx="10" hasCustomPrompt="1"/>
          </p:nvPr>
        </p:nvSpPr>
        <p:spPr>
          <a:xfrm>
            <a:off x="357188" y="1422400"/>
            <a:ext cx="8429625" cy="3054350"/>
          </a:xfrm>
        </p:spPr>
        <p:txBody>
          <a:bodyPr/>
          <a:lstStyle>
            <a:lvl1pPr marL="171450" marR="0" indent="-171450" algn="l" defTabSz="914400" rtl="0" eaLnBrk="1" fontAlgn="auto" latinLnBrk="0" hangingPunct="1">
              <a:lnSpc>
                <a:spcPts val="1600"/>
              </a:lnSpc>
              <a:spcBef>
                <a:spcPts val="264"/>
              </a:spcBef>
              <a:spcAft>
                <a:spcPts val="300"/>
              </a:spcAft>
              <a:buClrTx/>
              <a:buSzTx/>
              <a:buFont typeface="Arial" panose="020B0604020202020204" pitchFamily="34" charset="0"/>
              <a:buChar char="•"/>
              <a:tabLst/>
              <a:defRPr>
                <a:latin typeface="+mj-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 </a:t>
            </a:r>
            <a:br>
              <a:rPr lang="en-US"/>
            </a:br>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r>
              <a:rPr lang="en-US" err="1"/>
              <a:t>Aliquam</a:t>
            </a:r>
            <a:r>
              <a:rPr lang="en-US"/>
              <a:t> sit </a:t>
            </a:r>
            <a:r>
              <a:rPr lang="en-US" err="1"/>
              <a:t>amet</a:t>
            </a:r>
            <a:r>
              <a:rPr lang="en-US"/>
              <a:t> </a:t>
            </a:r>
            <a:r>
              <a:rPr lang="en-US" err="1"/>
              <a:t>leo</a:t>
            </a:r>
            <a:r>
              <a:rPr lang="en-US"/>
              <a:t> semper, </a:t>
            </a:r>
            <a:r>
              <a:rPr lang="en-US" err="1"/>
              <a:t>tincidunt</a:t>
            </a:r>
            <a:r>
              <a:rPr lang="en-US"/>
              <a:t> dolor a, </a:t>
            </a:r>
            <a:r>
              <a:rPr lang="en-US" err="1"/>
              <a:t>lobortis</a:t>
            </a:r>
            <a:r>
              <a:rPr lang="en-US"/>
              <a:t> </a:t>
            </a:r>
            <a:r>
              <a:rPr lang="en-US" err="1"/>
              <a:t>elit</a:t>
            </a:r>
            <a:r>
              <a:rPr lang="en-US"/>
              <a:t>. </a:t>
            </a:r>
            <a:r>
              <a:rPr lang="en-US" err="1"/>
              <a:t>Nulla</a:t>
            </a:r>
            <a:r>
              <a:rPr lang="en-US"/>
              <a:t> ipsum dolor, </a:t>
            </a:r>
            <a:r>
              <a:rPr lang="en-US" err="1"/>
              <a:t>condimentum</a:t>
            </a:r>
            <a:r>
              <a:rPr lang="en-US"/>
              <a:t> </a:t>
            </a:r>
            <a:br>
              <a:rPr lang="en-US"/>
            </a:br>
            <a:r>
              <a:rPr lang="en-US"/>
              <a:t>at nisi et, </a:t>
            </a:r>
            <a:r>
              <a:rPr lang="en-US" err="1"/>
              <a:t>varius</a:t>
            </a:r>
            <a:r>
              <a:rPr lang="en-US"/>
              <a:t> </a:t>
            </a:r>
            <a:r>
              <a:rPr lang="en-US" err="1"/>
              <a:t>lobortis</a:t>
            </a:r>
            <a:r>
              <a:rPr lang="en-US"/>
              <a:t> </a:t>
            </a:r>
            <a:r>
              <a:rPr lang="en-US" err="1"/>
              <a:t>lectus</a:t>
            </a:r>
            <a:r>
              <a:rPr lang="en-US"/>
              <a:t>. </a:t>
            </a:r>
            <a:r>
              <a:rPr lang="en-US" err="1"/>
              <a:t>Fusce</a:t>
            </a:r>
            <a:r>
              <a:rPr lang="en-US"/>
              <a:t> </a:t>
            </a:r>
            <a:r>
              <a:rPr lang="en-US" err="1"/>
              <a:t>fermentum</a:t>
            </a:r>
            <a:r>
              <a:rPr lang="en-US"/>
              <a:t> </a:t>
            </a:r>
            <a:r>
              <a:rPr lang="en-US" err="1"/>
              <a:t>bibendum</a:t>
            </a:r>
            <a:r>
              <a:rPr lang="en-US"/>
              <a:t> </a:t>
            </a:r>
            <a:r>
              <a:rPr lang="en-US" err="1"/>
              <a:t>varius</a:t>
            </a:r>
            <a:r>
              <a:rPr lang="en-US"/>
              <a:t>. </a:t>
            </a: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r>
              <a:rPr lang="en-US"/>
              <a:t> </a:t>
            </a:r>
            <a:br>
              <a:rPr lang="en-US"/>
            </a:br>
            <a:r>
              <a:rPr lang="en-US"/>
              <a:t>fames ac </a:t>
            </a:r>
            <a:r>
              <a:rPr lang="en-US" err="1"/>
              <a:t>turpis</a:t>
            </a:r>
            <a:r>
              <a:rPr lang="en-US"/>
              <a:t> </a:t>
            </a:r>
            <a:r>
              <a:rPr lang="en-US" err="1"/>
              <a:t>egestas</a:t>
            </a:r>
            <a:r>
              <a:rPr lang="en-US"/>
              <a:t>.</a:t>
            </a:r>
          </a:p>
          <a:p>
            <a:pPr marL="171450" marR="0" lvl="0" indent="-171450" algn="l" defTabSz="914400" rtl="0" eaLnBrk="1" fontAlgn="auto" latinLnBrk="0" hangingPunct="1">
              <a:lnSpc>
                <a:spcPts val="1600"/>
              </a:lnSpc>
              <a:spcBef>
                <a:spcPts val="264"/>
              </a:spcBef>
              <a:spcAft>
                <a:spcPts val="300"/>
              </a:spcAft>
              <a:buClrTx/>
              <a:buSzTx/>
              <a:tabLst/>
              <a:defRPr/>
            </a:pPr>
            <a:r>
              <a:rPr lang="en-US" sz="1100">
                <a:latin typeface="+mj-lt"/>
              </a:rPr>
              <a:t>In </a:t>
            </a:r>
            <a:r>
              <a:rPr lang="en-US" sz="1100" err="1">
                <a:latin typeface="+mj-lt"/>
              </a:rPr>
              <a:t>egestas</a:t>
            </a:r>
            <a:r>
              <a:rPr lang="en-US" sz="1100">
                <a:latin typeface="+mj-lt"/>
              </a:rPr>
              <a:t> </a:t>
            </a:r>
            <a:r>
              <a:rPr lang="en-US" sz="1100" err="1">
                <a:latin typeface="+mj-lt"/>
              </a:rPr>
              <a:t>orci</a:t>
            </a:r>
            <a:r>
              <a:rPr lang="en-US" sz="1100">
                <a:latin typeface="+mj-lt"/>
              </a:rPr>
              <a:t> </a:t>
            </a:r>
            <a:r>
              <a:rPr lang="en-US" sz="1100" err="1">
                <a:latin typeface="+mj-lt"/>
              </a:rPr>
              <a:t>eu</a:t>
            </a:r>
            <a:r>
              <a:rPr lang="en-US" sz="1100">
                <a:latin typeface="+mj-lt"/>
              </a:rPr>
              <a:t> </a:t>
            </a:r>
            <a:r>
              <a:rPr lang="en-US" sz="1100" err="1">
                <a:latin typeface="+mj-lt"/>
              </a:rPr>
              <a:t>lacinia</a:t>
            </a:r>
            <a:r>
              <a:rPr lang="en-US" sz="1100">
                <a:latin typeface="+mj-lt"/>
              </a:rPr>
              <a:t> </a:t>
            </a:r>
            <a:r>
              <a:rPr lang="en-US" sz="1100" err="1">
                <a:latin typeface="+mj-lt"/>
              </a:rPr>
              <a:t>consectetur</a:t>
            </a:r>
            <a:r>
              <a:rPr lang="en-US" sz="1100">
                <a:latin typeface="+mj-lt"/>
              </a:rPr>
              <a:t>. In dolor ipsum, gravida et </a:t>
            </a:r>
            <a:r>
              <a:rPr lang="en-US" sz="1100" err="1">
                <a:latin typeface="+mj-lt"/>
              </a:rPr>
              <a:t>sagittis</a:t>
            </a:r>
            <a:r>
              <a:rPr lang="en-US" sz="1100">
                <a:latin typeface="+mj-lt"/>
              </a:rPr>
              <a:t> id, </a:t>
            </a:r>
            <a:r>
              <a:rPr lang="en-US" sz="1100" err="1">
                <a:latin typeface="+mj-lt"/>
              </a:rPr>
              <a:t>sollicitudin</a:t>
            </a:r>
            <a:r>
              <a:rPr lang="en-US" sz="1100">
                <a:latin typeface="+mj-lt"/>
              </a:rPr>
              <a:t> </a:t>
            </a:r>
            <a:r>
              <a:rPr lang="en-US" sz="1100" err="1">
                <a:latin typeface="+mj-lt"/>
              </a:rPr>
              <a:t>ut</a:t>
            </a:r>
            <a:r>
              <a:rPr lang="en-US" sz="1100">
                <a:latin typeface="+mj-lt"/>
              </a:rPr>
              <a:t> </a:t>
            </a:r>
            <a:r>
              <a:rPr lang="en-US" sz="1100" err="1">
                <a:latin typeface="+mj-lt"/>
              </a:rPr>
              <a:t>nisl</a:t>
            </a:r>
            <a:r>
              <a:rPr lang="en-US" sz="1100">
                <a:latin typeface="+mj-lt"/>
              </a:rPr>
              <a:t>. </a:t>
            </a:r>
            <a:r>
              <a:rPr lang="en-US" sz="1100" err="1">
                <a:latin typeface="+mj-lt"/>
              </a:rPr>
              <a:t>Praesent</a:t>
            </a:r>
            <a:r>
              <a:rPr lang="en-US" sz="1100">
                <a:latin typeface="+mj-lt"/>
              </a:rPr>
              <a:t> </a:t>
            </a:r>
            <a:r>
              <a:rPr lang="en-US" sz="1100" err="1">
                <a:latin typeface="+mj-lt"/>
              </a:rPr>
              <a:t>bibendum</a:t>
            </a:r>
            <a:r>
              <a:rPr lang="en-US" sz="1100">
                <a:latin typeface="+mj-lt"/>
              </a:rPr>
              <a:t> tempus </a:t>
            </a:r>
            <a:r>
              <a:rPr lang="en-US" sz="1100" err="1">
                <a:latin typeface="+mj-lt"/>
              </a:rPr>
              <a:t>tellus</a:t>
            </a:r>
            <a:r>
              <a:rPr lang="en-US" sz="1100">
                <a:latin typeface="+mj-lt"/>
              </a:rPr>
              <a:t> </a:t>
            </a:r>
            <a:r>
              <a:rPr lang="en-US" sz="1100" err="1">
                <a:latin typeface="+mj-lt"/>
              </a:rPr>
              <a:t>nec</a:t>
            </a:r>
            <a:r>
              <a:rPr lang="en-US" sz="1100">
                <a:latin typeface="+mj-lt"/>
              </a:rPr>
              <a:t> </a:t>
            </a:r>
            <a:r>
              <a:rPr lang="en-US" sz="1100" err="1">
                <a:latin typeface="+mj-lt"/>
              </a:rPr>
              <a:t>hendrerit</a:t>
            </a:r>
            <a:r>
              <a:rPr lang="en-US" sz="1100">
                <a:latin typeface="+mj-lt"/>
              </a:rPr>
              <a:t>. Nam in </a:t>
            </a:r>
            <a:r>
              <a:rPr lang="en-US" sz="1100" err="1">
                <a:latin typeface="+mj-lt"/>
              </a:rPr>
              <a:t>tempor</a:t>
            </a:r>
            <a:r>
              <a:rPr lang="en-US" sz="1100">
                <a:latin typeface="+mj-lt"/>
              </a:rPr>
              <a:t> </a:t>
            </a:r>
            <a:r>
              <a:rPr lang="en-US" sz="1100" err="1">
                <a:latin typeface="+mj-lt"/>
              </a:rPr>
              <a:t>metus</a:t>
            </a:r>
            <a:r>
              <a:rPr lang="en-US" sz="1100">
                <a:latin typeface="+mj-lt"/>
              </a:rPr>
              <a:t>, ac </a:t>
            </a:r>
            <a:r>
              <a:rPr lang="en-US" sz="1100" err="1">
                <a:latin typeface="+mj-lt"/>
              </a:rPr>
              <a:t>finibus</a:t>
            </a:r>
            <a:r>
              <a:rPr lang="en-US" sz="1100">
                <a:latin typeface="+mj-lt"/>
              </a:rPr>
              <a:t> </a:t>
            </a:r>
            <a:r>
              <a:rPr lang="en-US" sz="1100" err="1">
                <a:latin typeface="+mj-lt"/>
              </a:rPr>
              <a:t>purus</a:t>
            </a:r>
            <a:r>
              <a:rPr lang="en-US" sz="1100">
                <a:latin typeface="+mj-lt"/>
              </a:rPr>
              <a:t>. </a:t>
            </a:r>
            <a:r>
              <a:rPr lang="en-US" sz="1100" err="1">
                <a:latin typeface="+mj-lt"/>
              </a:rPr>
              <a:t>Praesent</a:t>
            </a:r>
            <a:r>
              <a:rPr lang="en-US" sz="1100">
                <a:latin typeface="+mj-lt"/>
              </a:rPr>
              <a:t> </a:t>
            </a:r>
            <a:r>
              <a:rPr lang="en-US" sz="1100" err="1">
                <a:latin typeface="+mj-lt"/>
              </a:rPr>
              <a:t>consequat</a:t>
            </a:r>
            <a:r>
              <a:rPr lang="en-US" sz="1100">
                <a:latin typeface="+mj-lt"/>
              </a:rPr>
              <a:t> </a:t>
            </a:r>
            <a:r>
              <a:rPr lang="en-US" sz="1100" err="1">
                <a:latin typeface="+mj-lt"/>
              </a:rPr>
              <a:t>lectus</a:t>
            </a:r>
            <a:r>
              <a:rPr lang="en-US" sz="1100">
                <a:latin typeface="+mj-lt"/>
              </a:rPr>
              <a:t> sit </a:t>
            </a:r>
            <a:r>
              <a:rPr lang="en-US" sz="1100" err="1">
                <a:latin typeface="+mj-lt"/>
              </a:rPr>
              <a:t>amet</a:t>
            </a:r>
            <a:r>
              <a:rPr lang="en-US" sz="1100">
                <a:latin typeface="+mj-lt"/>
              </a:rPr>
              <a:t> </a:t>
            </a:r>
            <a:r>
              <a:rPr lang="en-US" sz="1100" err="1">
                <a:latin typeface="+mj-lt"/>
              </a:rPr>
              <a:t>tortor</a:t>
            </a:r>
            <a:r>
              <a:rPr lang="en-US" sz="1100">
                <a:latin typeface="+mj-lt"/>
              </a:rPr>
              <a:t> pharetra, </a:t>
            </a:r>
            <a:r>
              <a:rPr lang="en-US" sz="1100" err="1">
                <a:latin typeface="+mj-lt"/>
              </a:rPr>
              <a:t>sed</a:t>
            </a:r>
            <a:r>
              <a:rPr lang="en-US" sz="1100">
                <a:latin typeface="+mj-lt"/>
              </a:rPr>
              <a:t> </a:t>
            </a:r>
            <a:r>
              <a:rPr lang="en-US" sz="1100" err="1">
                <a:latin typeface="+mj-lt"/>
              </a:rPr>
              <a:t>venenatis</a:t>
            </a:r>
            <a:r>
              <a:rPr lang="en-US" sz="1100">
                <a:latin typeface="+mj-lt"/>
              </a:rPr>
              <a:t> </a:t>
            </a:r>
            <a:r>
              <a:rPr lang="en-US" sz="1100" err="1">
                <a:latin typeface="+mj-lt"/>
              </a:rPr>
              <a:t>eros</a:t>
            </a:r>
            <a:r>
              <a:rPr lang="en-US" sz="1100">
                <a:latin typeface="+mj-lt"/>
              </a:rPr>
              <a:t> </a:t>
            </a:r>
            <a:r>
              <a:rPr lang="en-US" sz="1100" err="1">
                <a:latin typeface="+mj-lt"/>
              </a:rPr>
              <a:t>lacinia</a:t>
            </a:r>
            <a:r>
              <a:rPr lang="en-US" sz="1100">
                <a:latin typeface="+mj-lt"/>
              </a:rPr>
              <a:t>. In </a:t>
            </a:r>
            <a:r>
              <a:rPr lang="en-US" sz="1100" err="1">
                <a:latin typeface="+mj-lt"/>
              </a:rPr>
              <a:t>sed</a:t>
            </a:r>
            <a:r>
              <a:rPr lang="en-US" sz="1100">
                <a:latin typeface="+mj-lt"/>
              </a:rPr>
              <a:t> </a:t>
            </a:r>
            <a:r>
              <a:rPr lang="en-US" sz="1100" err="1">
                <a:latin typeface="+mj-lt"/>
              </a:rPr>
              <a:t>erat</a:t>
            </a:r>
            <a:r>
              <a:rPr lang="en-US" sz="1100">
                <a:latin typeface="+mj-lt"/>
              </a:rPr>
              <a:t> libero. </a:t>
            </a:r>
            <a:r>
              <a:rPr lang="en-US" sz="1100" err="1">
                <a:latin typeface="+mj-lt"/>
              </a:rPr>
              <a:t>Sed</a:t>
            </a:r>
            <a:r>
              <a:rPr lang="en-US" sz="1100">
                <a:latin typeface="+mj-lt"/>
              </a:rPr>
              <a:t> lorem </a:t>
            </a:r>
            <a:r>
              <a:rPr lang="en-US" sz="1100" err="1">
                <a:latin typeface="+mj-lt"/>
              </a:rPr>
              <a:t>neque</a:t>
            </a:r>
            <a:r>
              <a:rPr lang="en-US" sz="1100">
                <a:latin typeface="+mj-lt"/>
              </a:rPr>
              <a:t>, </a:t>
            </a:r>
            <a:r>
              <a:rPr lang="en-US" sz="1100" err="1">
                <a:latin typeface="+mj-lt"/>
              </a:rPr>
              <a:t>commodo</a:t>
            </a:r>
            <a:r>
              <a:rPr lang="en-US" sz="1100">
                <a:latin typeface="+mj-lt"/>
              </a:rPr>
              <a:t> vitae ex at, pharetra convallis </a:t>
            </a:r>
            <a:r>
              <a:rPr lang="en-US" sz="1100" err="1">
                <a:latin typeface="+mj-lt"/>
              </a:rPr>
              <a:t>nunc</a:t>
            </a:r>
            <a:r>
              <a:rPr lang="en-US" sz="1100">
                <a:latin typeface="+mj-lt"/>
              </a:rPr>
              <a:t>. In </a:t>
            </a:r>
            <a:r>
              <a:rPr lang="en-US" sz="1100" err="1">
                <a:latin typeface="+mj-lt"/>
              </a:rPr>
              <a:t>vehicula</a:t>
            </a:r>
            <a:r>
              <a:rPr lang="en-US" sz="1100">
                <a:latin typeface="+mj-lt"/>
              </a:rPr>
              <a:t> </a:t>
            </a:r>
            <a:r>
              <a:rPr lang="en-US" sz="1100" err="1">
                <a:latin typeface="+mj-lt"/>
              </a:rPr>
              <a:t>mauris</a:t>
            </a:r>
            <a:r>
              <a:rPr lang="en-US" sz="1100">
                <a:latin typeface="+mj-lt"/>
              </a:rPr>
              <a:t> ligula. </a:t>
            </a:r>
            <a:r>
              <a:rPr lang="en-US" sz="1100" err="1">
                <a:latin typeface="+mj-lt"/>
              </a:rPr>
              <a:t>Suspendisse</a:t>
            </a:r>
            <a:r>
              <a:rPr lang="en-US" sz="1100">
                <a:latin typeface="+mj-lt"/>
              </a:rPr>
              <a:t> in </a:t>
            </a:r>
            <a:r>
              <a:rPr lang="en-US" sz="1100" err="1">
                <a:latin typeface="+mj-lt"/>
              </a:rPr>
              <a:t>tellus</a:t>
            </a:r>
            <a:r>
              <a:rPr lang="en-US" sz="1100">
                <a:latin typeface="+mj-lt"/>
              </a:rPr>
              <a:t> </a:t>
            </a:r>
            <a:r>
              <a:rPr lang="en-US" sz="1100" err="1">
                <a:latin typeface="+mj-lt"/>
              </a:rPr>
              <a:t>congue</a:t>
            </a:r>
            <a:r>
              <a:rPr lang="en-US" sz="1100">
                <a:latin typeface="+mj-lt"/>
              </a:rPr>
              <a:t> </a:t>
            </a:r>
            <a:r>
              <a:rPr lang="en-US" sz="1100" err="1">
                <a:latin typeface="+mj-lt"/>
              </a:rPr>
              <a:t>odio</a:t>
            </a:r>
            <a:r>
              <a:rPr lang="en-US" sz="1100">
                <a:latin typeface="+mj-lt"/>
              </a:rPr>
              <a:t> pharetra </a:t>
            </a:r>
            <a:r>
              <a:rPr lang="en-US" sz="1100" err="1">
                <a:latin typeface="+mj-lt"/>
              </a:rPr>
              <a:t>finibus</a:t>
            </a:r>
            <a:r>
              <a:rPr lang="en-US" sz="1100">
                <a:latin typeface="+mj-lt"/>
              </a:rPr>
              <a:t>. Nam </a:t>
            </a:r>
            <a:r>
              <a:rPr lang="en-US" sz="1100" err="1">
                <a:latin typeface="+mj-lt"/>
              </a:rPr>
              <a:t>vel</a:t>
            </a:r>
            <a:r>
              <a:rPr lang="en-US" sz="1100">
                <a:latin typeface="+mj-lt"/>
              </a:rPr>
              <a:t> </a:t>
            </a:r>
            <a:r>
              <a:rPr lang="en-US" sz="1100" err="1">
                <a:latin typeface="+mj-lt"/>
              </a:rPr>
              <a:t>auctor</a:t>
            </a:r>
            <a:r>
              <a:rPr lang="en-US" sz="1100">
                <a:latin typeface="+mj-lt"/>
              </a:rPr>
              <a:t> </a:t>
            </a:r>
            <a:r>
              <a:rPr lang="en-US" sz="1100" err="1">
                <a:latin typeface="+mj-lt"/>
              </a:rPr>
              <a:t>justo</a:t>
            </a:r>
            <a:r>
              <a:rPr lang="en-US" sz="1100">
                <a:latin typeface="+mj-lt"/>
              </a:rPr>
              <a:t>, vitae </a:t>
            </a:r>
            <a:r>
              <a:rPr lang="en-US" sz="1100" err="1">
                <a:latin typeface="+mj-lt"/>
              </a:rPr>
              <a:t>hendrerit</a:t>
            </a:r>
            <a:r>
              <a:rPr lang="en-US" sz="1100">
                <a:latin typeface="+mj-lt"/>
              </a:rPr>
              <a:t> </a:t>
            </a:r>
            <a:r>
              <a:rPr lang="en-US" sz="1100" err="1">
                <a:latin typeface="+mj-lt"/>
              </a:rPr>
              <a:t>orci</a:t>
            </a:r>
            <a:r>
              <a:rPr lang="en-US" sz="1100">
                <a:latin typeface="+mj-lt"/>
              </a:rPr>
              <a:t>. </a:t>
            </a:r>
            <a:r>
              <a:rPr lang="en-US" sz="1100" err="1">
                <a:latin typeface="+mj-lt"/>
              </a:rPr>
              <a:t>Duis</a:t>
            </a:r>
            <a:r>
              <a:rPr lang="en-US" sz="1100">
                <a:latin typeface="+mj-lt"/>
              </a:rPr>
              <a:t> </a:t>
            </a:r>
            <a:r>
              <a:rPr lang="en-US" sz="1100" err="1">
                <a:latin typeface="+mj-lt"/>
              </a:rPr>
              <a:t>nec</a:t>
            </a:r>
            <a:r>
              <a:rPr lang="en-US" sz="1100">
                <a:latin typeface="+mj-lt"/>
              </a:rPr>
              <a:t> </a:t>
            </a:r>
            <a:r>
              <a:rPr lang="en-US" sz="1100" err="1">
                <a:latin typeface="+mj-lt"/>
              </a:rPr>
              <a:t>sapien</a:t>
            </a:r>
            <a:r>
              <a:rPr lang="en-US" sz="1100">
                <a:latin typeface="+mj-lt"/>
              </a:rPr>
              <a:t> </a:t>
            </a:r>
            <a:r>
              <a:rPr lang="en-US" sz="1100" err="1">
                <a:latin typeface="+mj-lt"/>
              </a:rPr>
              <a:t>viverra</a:t>
            </a:r>
            <a:r>
              <a:rPr lang="en-US" sz="1100">
                <a:latin typeface="+mj-lt"/>
              </a:rPr>
              <a:t>, </a:t>
            </a:r>
            <a:r>
              <a:rPr lang="en-US" sz="1100" err="1">
                <a:latin typeface="+mj-lt"/>
              </a:rPr>
              <a:t>bibendum</a:t>
            </a:r>
            <a:r>
              <a:rPr lang="en-US" sz="1100">
                <a:latin typeface="+mj-lt"/>
              </a:rPr>
              <a:t> </a:t>
            </a:r>
            <a:r>
              <a:rPr lang="en-US" sz="1100" err="1">
                <a:latin typeface="+mj-lt"/>
              </a:rPr>
              <a:t>tellus</a:t>
            </a:r>
            <a:r>
              <a:rPr lang="en-US" sz="1100">
                <a:latin typeface="+mj-lt"/>
              </a:rPr>
              <a:t> </a:t>
            </a:r>
            <a:r>
              <a:rPr lang="en-US" sz="1100" err="1">
                <a:latin typeface="+mj-lt"/>
              </a:rPr>
              <a:t>eget</a:t>
            </a:r>
            <a:r>
              <a:rPr lang="en-US" sz="1100">
                <a:latin typeface="+mj-lt"/>
              </a:rPr>
              <a:t>, </a:t>
            </a:r>
            <a:r>
              <a:rPr lang="en-US" sz="1100" err="1">
                <a:latin typeface="+mj-lt"/>
              </a:rPr>
              <a:t>pellentesque</a:t>
            </a:r>
            <a:r>
              <a:rPr lang="en-US" sz="1100">
                <a:latin typeface="+mj-lt"/>
              </a:rPr>
              <a:t> </a:t>
            </a:r>
            <a:r>
              <a:rPr lang="en-US" sz="1100" err="1">
                <a:latin typeface="+mj-lt"/>
              </a:rPr>
              <a:t>massa</a:t>
            </a:r>
            <a:r>
              <a:rPr lang="en-US" sz="1100">
                <a:latin typeface="+mj-lt"/>
              </a:rPr>
              <a:t>. </a:t>
            </a:r>
            <a:r>
              <a:rPr lang="en-US" sz="1100" err="1">
                <a:latin typeface="+mj-lt"/>
              </a:rPr>
              <a:t>Nulla</a:t>
            </a:r>
            <a:r>
              <a:rPr lang="en-US" sz="1100">
                <a:latin typeface="+mj-lt"/>
              </a:rPr>
              <a:t> </a:t>
            </a:r>
            <a:r>
              <a:rPr lang="en-US" sz="1100" err="1">
                <a:latin typeface="+mj-lt"/>
              </a:rPr>
              <a:t>feugiat</a:t>
            </a:r>
            <a:r>
              <a:rPr lang="en-US" sz="1100">
                <a:latin typeface="+mj-lt"/>
              </a:rPr>
              <a:t>, </a:t>
            </a:r>
            <a:r>
              <a:rPr lang="en-US" sz="1100" err="1">
                <a:latin typeface="+mj-lt"/>
              </a:rPr>
              <a:t>turpis</a:t>
            </a:r>
            <a:r>
              <a:rPr lang="en-US" sz="1100">
                <a:latin typeface="+mj-lt"/>
              </a:rPr>
              <a:t> et </a:t>
            </a:r>
            <a:r>
              <a:rPr lang="en-US" sz="1100" err="1">
                <a:latin typeface="+mj-lt"/>
              </a:rPr>
              <a:t>posuere</a:t>
            </a:r>
            <a:r>
              <a:rPr lang="en-US" sz="1100">
                <a:latin typeface="+mj-lt"/>
              </a:rPr>
              <a:t> </a:t>
            </a:r>
            <a:r>
              <a:rPr lang="en-US" sz="1100" err="1">
                <a:latin typeface="+mj-lt"/>
              </a:rPr>
              <a:t>viverra</a:t>
            </a:r>
            <a:r>
              <a:rPr lang="en-US" sz="1100">
                <a:latin typeface="+mj-lt"/>
              </a:rPr>
              <a:t>, ipsum </a:t>
            </a:r>
            <a:r>
              <a:rPr lang="en-US" sz="1100" err="1">
                <a:latin typeface="+mj-lt"/>
              </a:rPr>
              <a:t>sem</a:t>
            </a:r>
            <a:r>
              <a:rPr lang="en-US" sz="1100">
                <a:latin typeface="+mj-lt"/>
              </a:rPr>
              <a:t> </a:t>
            </a:r>
            <a:r>
              <a:rPr lang="en-US" sz="1100" err="1">
                <a:latin typeface="+mj-lt"/>
              </a:rPr>
              <a:t>tincidunt</a:t>
            </a:r>
            <a:r>
              <a:rPr lang="en-US" sz="1100">
                <a:latin typeface="+mj-lt"/>
              </a:rPr>
              <a:t> </a:t>
            </a:r>
            <a:r>
              <a:rPr lang="en-US" sz="1100" err="1">
                <a:latin typeface="+mj-lt"/>
              </a:rPr>
              <a:t>est</a:t>
            </a:r>
            <a:r>
              <a:rPr lang="en-US" sz="1100">
                <a:latin typeface="+mj-lt"/>
              </a:rPr>
              <a:t>, </a:t>
            </a:r>
            <a:r>
              <a:rPr lang="en-US" sz="1100" err="1">
                <a:latin typeface="+mj-lt"/>
              </a:rPr>
              <a:t>finibus</a:t>
            </a:r>
            <a:r>
              <a:rPr lang="en-US" sz="1100">
                <a:latin typeface="+mj-lt"/>
              </a:rPr>
              <a:t> </a:t>
            </a:r>
            <a:r>
              <a:rPr lang="en-US" sz="1100" err="1">
                <a:latin typeface="+mj-lt"/>
              </a:rPr>
              <a:t>tempor</a:t>
            </a:r>
            <a:r>
              <a:rPr lang="en-US" sz="1100">
                <a:latin typeface="+mj-lt"/>
              </a:rPr>
              <a:t> </a:t>
            </a:r>
            <a:r>
              <a:rPr lang="en-US" sz="1100" err="1">
                <a:latin typeface="+mj-lt"/>
              </a:rPr>
              <a:t>nibh</a:t>
            </a:r>
            <a:r>
              <a:rPr lang="en-US" sz="1100">
                <a:latin typeface="+mj-lt"/>
              </a:rPr>
              <a:t> ante semper diam. </a:t>
            </a:r>
            <a:r>
              <a:rPr lang="en-US" sz="1100" err="1">
                <a:latin typeface="+mj-lt"/>
              </a:rPr>
              <a:t>Nullam</a:t>
            </a:r>
            <a:r>
              <a:rPr lang="en-US" sz="1100">
                <a:latin typeface="+mj-lt"/>
              </a:rPr>
              <a:t> </a:t>
            </a:r>
            <a:r>
              <a:rPr lang="en-US" sz="1100" err="1">
                <a:latin typeface="+mj-lt"/>
              </a:rPr>
              <a:t>quis</a:t>
            </a:r>
            <a:r>
              <a:rPr lang="en-US" sz="1100">
                <a:latin typeface="+mj-lt"/>
              </a:rPr>
              <a:t> </a:t>
            </a:r>
            <a:r>
              <a:rPr lang="en-US" sz="1100" err="1">
                <a:latin typeface="+mj-lt"/>
              </a:rPr>
              <a:t>euismod</a:t>
            </a:r>
            <a:r>
              <a:rPr lang="en-US" sz="1100">
                <a:latin typeface="+mj-lt"/>
              </a:rPr>
              <a:t> </a:t>
            </a:r>
            <a:r>
              <a:rPr lang="en-US" sz="1100" err="1">
                <a:latin typeface="+mj-lt"/>
              </a:rPr>
              <a:t>neque</a:t>
            </a:r>
            <a:r>
              <a:rPr lang="en-US" sz="1100">
                <a:latin typeface="+mj-lt"/>
              </a:rPr>
              <a:t>, </a:t>
            </a:r>
            <a:r>
              <a:rPr lang="en-US" sz="1100" err="1">
                <a:latin typeface="+mj-lt"/>
              </a:rPr>
              <a:t>nec</a:t>
            </a:r>
            <a:r>
              <a:rPr lang="en-US" sz="1100">
                <a:latin typeface="+mj-lt"/>
              </a:rPr>
              <a:t> </a:t>
            </a:r>
            <a:r>
              <a:rPr lang="en-US" sz="1100" err="1">
                <a:latin typeface="+mj-lt"/>
              </a:rPr>
              <a:t>facilisis</a:t>
            </a:r>
            <a:r>
              <a:rPr lang="en-US" sz="1100">
                <a:latin typeface="+mj-lt"/>
              </a:rPr>
              <a:t> sem. </a:t>
            </a:r>
            <a:r>
              <a:rPr lang="en-US" sz="1100" err="1">
                <a:latin typeface="+mj-lt"/>
              </a:rPr>
              <a:t>Morbi</a:t>
            </a:r>
            <a:r>
              <a:rPr lang="en-US" sz="1100">
                <a:latin typeface="+mj-lt"/>
              </a:rPr>
              <a:t> </a:t>
            </a:r>
            <a:r>
              <a:rPr lang="en-US" sz="1100" err="1">
                <a:latin typeface="+mj-lt"/>
              </a:rPr>
              <a:t>egestas</a:t>
            </a:r>
            <a:r>
              <a:rPr lang="en-US" sz="1100">
                <a:latin typeface="+mj-lt"/>
              </a:rPr>
              <a:t> </a:t>
            </a:r>
            <a:r>
              <a:rPr lang="en-US" sz="1100" err="1">
                <a:latin typeface="+mj-lt"/>
              </a:rPr>
              <a:t>iaculis</a:t>
            </a:r>
            <a:r>
              <a:rPr lang="en-US" sz="1100">
                <a:latin typeface="+mj-lt"/>
              </a:rPr>
              <a:t> </a:t>
            </a:r>
            <a:r>
              <a:rPr lang="en-US" sz="1100" err="1">
                <a:latin typeface="+mj-lt"/>
              </a:rPr>
              <a:t>dignissim</a:t>
            </a:r>
            <a:r>
              <a:rPr lang="en-US" sz="1100">
                <a:latin typeface="+mj-lt"/>
              </a:rPr>
              <a:t>. In </a:t>
            </a:r>
            <a:r>
              <a:rPr lang="en-US" sz="1100" err="1">
                <a:latin typeface="+mj-lt"/>
              </a:rPr>
              <a:t>accumsan</a:t>
            </a:r>
            <a:r>
              <a:rPr lang="en-US" sz="1100">
                <a:latin typeface="+mj-lt"/>
              </a:rPr>
              <a:t> </a:t>
            </a:r>
            <a:r>
              <a:rPr lang="en-US" sz="1100" err="1">
                <a:latin typeface="+mj-lt"/>
              </a:rPr>
              <a:t>tortor</a:t>
            </a:r>
            <a:r>
              <a:rPr lang="en-US" sz="1100">
                <a:latin typeface="+mj-lt"/>
              </a:rPr>
              <a:t> </a:t>
            </a:r>
            <a:r>
              <a:rPr lang="en-US" sz="1100" err="1">
                <a:latin typeface="+mj-lt"/>
              </a:rPr>
              <a:t>elit</a:t>
            </a:r>
            <a:r>
              <a:rPr lang="en-US" sz="1100">
                <a:latin typeface="+mj-lt"/>
              </a:rPr>
              <a:t>, non </a:t>
            </a:r>
            <a:r>
              <a:rPr lang="en-US" sz="1100" err="1">
                <a:latin typeface="+mj-lt"/>
              </a:rPr>
              <a:t>euismod</a:t>
            </a:r>
            <a:r>
              <a:rPr lang="en-US" sz="1100">
                <a:latin typeface="+mj-lt"/>
              </a:rPr>
              <a:t> </a:t>
            </a:r>
            <a:r>
              <a:rPr lang="en-US" sz="1100" err="1">
                <a:latin typeface="+mj-lt"/>
              </a:rPr>
              <a:t>eros</a:t>
            </a:r>
            <a:r>
              <a:rPr lang="en-US" sz="1100">
                <a:latin typeface="+mj-lt"/>
              </a:rPr>
              <a:t> </a:t>
            </a:r>
            <a:r>
              <a:rPr lang="en-US" sz="1100" err="1">
                <a:latin typeface="+mj-lt"/>
              </a:rPr>
              <a:t>accumsan</a:t>
            </a:r>
            <a:r>
              <a:rPr lang="en-US" sz="1100">
                <a:latin typeface="+mj-lt"/>
              </a:rPr>
              <a:t> ac. </a:t>
            </a:r>
            <a:r>
              <a:rPr lang="en-US" sz="1100" err="1">
                <a:latin typeface="+mj-lt"/>
              </a:rPr>
              <a:t>Sed</a:t>
            </a:r>
            <a:r>
              <a:rPr lang="en-US" sz="1100">
                <a:latin typeface="+mj-lt"/>
              </a:rPr>
              <a:t> </a:t>
            </a:r>
            <a:r>
              <a:rPr lang="en-US" sz="1100" err="1">
                <a:latin typeface="+mj-lt"/>
              </a:rPr>
              <a:t>ultrices</a:t>
            </a:r>
            <a:r>
              <a:rPr lang="en-US" sz="1100">
                <a:latin typeface="+mj-lt"/>
              </a:rPr>
              <a:t> mi lorem, </a:t>
            </a:r>
            <a:r>
              <a:rPr lang="en-US" sz="1100" err="1">
                <a:latin typeface="+mj-lt"/>
              </a:rPr>
              <a:t>ut</a:t>
            </a:r>
            <a:r>
              <a:rPr lang="en-US" sz="1100">
                <a:latin typeface="+mj-lt"/>
              </a:rPr>
              <a:t> </a:t>
            </a:r>
            <a:r>
              <a:rPr lang="en-US" sz="1100" err="1">
                <a:latin typeface="+mj-lt"/>
              </a:rPr>
              <a:t>dignissim</a:t>
            </a:r>
            <a:r>
              <a:rPr lang="en-US" sz="1100">
                <a:latin typeface="+mj-lt"/>
              </a:rPr>
              <a:t> </a:t>
            </a:r>
            <a:r>
              <a:rPr lang="en-US" sz="1100" err="1">
                <a:latin typeface="+mj-lt"/>
              </a:rPr>
              <a:t>nibh</a:t>
            </a:r>
            <a:r>
              <a:rPr lang="en-US" sz="1100">
                <a:latin typeface="+mj-lt"/>
              </a:rPr>
              <a:t> </a:t>
            </a:r>
            <a:r>
              <a:rPr lang="en-US" sz="1100" err="1">
                <a:latin typeface="+mj-lt"/>
              </a:rPr>
              <a:t>facilisis</a:t>
            </a:r>
            <a:r>
              <a:rPr lang="en-US" sz="1100">
                <a:latin typeface="+mj-lt"/>
              </a:rPr>
              <a:t> vel.</a:t>
            </a:r>
          </a:p>
        </p:txBody>
      </p:sp>
      <p:sp>
        <p:nvSpPr>
          <p:cNvPr id="5" name="Text Placeholder 4"/>
          <p:cNvSpPr>
            <a:spLocks noGrp="1"/>
          </p:cNvSpPr>
          <p:nvPr>
            <p:ph type="body" sz="quarter" idx="11" hasCustomPrompt="1"/>
          </p:nvPr>
        </p:nvSpPr>
        <p:spPr>
          <a:xfrm>
            <a:off x="357188" y="1079500"/>
            <a:ext cx="8429625" cy="342900"/>
          </a:xfrm>
        </p:spPr>
        <p:txBody>
          <a:bodyPr wrap="none" bIns="0">
            <a:noAutofit/>
          </a:bodyPr>
          <a:lstStyle>
            <a:lvl1pPr marL="0" indent="0">
              <a:spcBef>
                <a:spcPts val="288"/>
              </a:spcBef>
              <a:buNone/>
              <a:defRPr sz="1200" b="1" i="0" cap="all" spc="200" baseline="0">
                <a:solidFill>
                  <a:schemeClr val="accent2"/>
                </a:solidFill>
              </a:defRPr>
            </a:lvl1pPr>
          </a:lstStyle>
          <a:p>
            <a:pPr lvl="0"/>
            <a:r>
              <a:rPr lang="en-US"/>
              <a:t>Highlight goes here</a:t>
            </a:r>
          </a:p>
        </p:txBody>
      </p:sp>
      <p:cxnSp>
        <p:nvCxnSpPr>
          <p:cNvPr id="6" name="Straight Connector 5"/>
          <p:cNvCxnSpPr/>
          <p:nvPr userDrawn="1"/>
        </p:nvCxnSpPr>
        <p:spPr>
          <a:xfrm>
            <a:off x="294409" y="716437"/>
            <a:ext cx="8555182"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8" name="Slide Number Placeholder 1"/>
          <p:cNvSpPr>
            <a:spLocks noGrp="1"/>
          </p:cNvSpPr>
          <p:nvPr>
            <p:ph type="sldNum" sz="quarter" idx="4"/>
          </p:nvPr>
        </p:nvSpPr>
        <p:spPr>
          <a:xfrm>
            <a:off x="7413441" y="4826639"/>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fld id="{3A707DD9-E92B-45E8-BE0A-E6B2EDF345EB}" type="slidenum">
              <a:rPr lang="en-US" smtClean="0"/>
              <a:pPr/>
              <a:t>‹#›</a:t>
            </a:fld>
            <a:endParaRPr lang="en-US"/>
          </a:p>
        </p:txBody>
      </p:sp>
    </p:spTree>
    <p:extLst>
      <p:ext uri="{BB962C8B-B14F-4D97-AF65-F5344CB8AC3E}">
        <p14:creationId xmlns:p14="http://schemas.microsoft.com/office/powerpoint/2010/main" val="22199490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Breaker - EPAM Blu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780955" y="1803228"/>
            <a:ext cx="5582093" cy="1220182"/>
          </a:xfrm>
          <a:ln w="6350">
            <a:solidFill>
              <a:schemeClr val="bg1"/>
            </a:solidFill>
          </a:ln>
        </p:spPr>
        <p:txBody>
          <a:bodyPr/>
          <a:lstStyle>
            <a:lvl1pPr algn="ctr">
              <a:lnSpc>
                <a:spcPct val="100000"/>
              </a:lnSpc>
              <a:spcBef>
                <a:spcPts val="380"/>
              </a:spcBef>
              <a:spcAft>
                <a:spcPts val="300"/>
              </a:spcAft>
              <a:defRPr sz="1600" b="1" spc="200" baseline="0">
                <a:latin typeface="+mn-lt"/>
              </a:defRPr>
            </a:lvl1pPr>
          </a:lstStyle>
          <a:p>
            <a:r>
              <a:rPr lang="en-US"/>
              <a:t>Please add BREAKER SLIDE TITLE HERE</a:t>
            </a:r>
            <a:br>
              <a:rPr lang="en-US"/>
            </a:br>
            <a:r>
              <a:rPr lang="en-US"/>
              <a:t>Please add SECOND LINE OF TITLE HERE</a:t>
            </a:r>
          </a:p>
        </p:txBody>
      </p:sp>
    </p:spTree>
    <p:extLst>
      <p:ext uri="{BB962C8B-B14F-4D97-AF65-F5344CB8AC3E}">
        <p14:creationId xmlns:p14="http://schemas.microsoft.com/office/powerpoint/2010/main" val="23179790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Please Add Slide Headline Here</a:t>
            </a:r>
          </a:p>
        </p:txBody>
      </p:sp>
      <p:sp>
        <p:nvSpPr>
          <p:cNvPr id="6" name="Content Placeholder 5"/>
          <p:cNvSpPr>
            <a:spLocks noGrp="1"/>
          </p:cNvSpPr>
          <p:nvPr>
            <p:ph sz="quarter" idx="10" hasCustomPrompt="1"/>
          </p:nvPr>
        </p:nvSpPr>
        <p:spPr>
          <a:xfrm>
            <a:off x="357188" y="1079500"/>
            <a:ext cx="8429625" cy="3397250"/>
          </a:xfrm>
        </p:spPr>
        <p:txBody>
          <a:bodyPr/>
          <a:lstStyle>
            <a:lvl1pPr marL="171450" marR="0" indent="-171450" algn="l" defTabSz="914400" rtl="0" eaLnBrk="1" fontAlgn="auto" latinLnBrk="0" hangingPunct="1">
              <a:lnSpc>
                <a:spcPts val="1600"/>
              </a:lnSpc>
              <a:spcBef>
                <a:spcPts val="264"/>
              </a:spcBef>
              <a:spcAft>
                <a:spcPts val="300"/>
              </a:spcAft>
              <a:buClrTx/>
              <a:buSzTx/>
              <a:buFont typeface="Arial" panose="020B0604020202020204" pitchFamily="34" charset="0"/>
              <a:buChar char="•"/>
              <a:tabLst/>
              <a:defRPr>
                <a:latin typeface="+mj-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 </a:t>
            </a:r>
            <a:br>
              <a:rPr lang="en-US"/>
            </a:br>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r>
              <a:rPr lang="en-US" err="1"/>
              <a:t>Aliquam</a:t>
            </a:r>
            <a:r>
              <a:rPr lang="en-US"/>
              <a:t> sit </a:t>
            </a:r>
            <a:r>
              <a:rPr lang="en-US" err="1"/>
              <a:t>amet</a:t>
            </a:r>
            <a:r>
              <a:rPr lang="en-US"/>
              <a:t> </a:t>
            </a:r>
            <a:r>
              <a:rPr lang="en-US" err="1"/>
              <a:t>leo</a:t>
            </a:r>
            <a:r>
              <a:rPr lang="en-US"/>
              <a:t> semper, </a:t>
            </a:r>
            <a:r>
              <a:rPr lang="en-US" err="1"/>
              <a:t>tincidunt</a:t>
            </a:r>
            <a:r>
              <a:rPr lang="en-US"/>
              <a:t> dolor a, </a:t>
            </a:r>
            <a:r>
              <a:rPr lang="en-US" err="1"/>
              <a:t>lobortis</a:t>
            </a:r>
            <a:r>
              <a:rPr lang="en-US"/>
              <a:t> </a:t>
            </a:r>
            <a:r>
              <a:rPr lang="en-US" err="1"/>
              <a:t>elit</a:t>
            </a:r>
            <a:r>
              <a:rPr lang="en-US"/>
              <a:t>. </a:t>
            </a:r>
            <a:r>
              <a:rPr lang="en-US" err="1"/>
              <a:t>Nulla</a:t>
            </a:r>
            <a:r>
              <a:rPr lang="en-US"/>
              <a:t> ipsum dolor, </a:t>
            </a:r>
            <a:r>
              <a:rPr lang="en-US" err="1"/>
              <a:t>condimentum</a:t>
            </a:r>
            <a:r>
              <a:rPr lang="en-US"/>
              <a:t> </a:t>
            </a:r>
            <a:br>
              <a:rPr lang="en-US"/>
            </a:br>
            <a:r>
              <a:rPr lang="en-US"/>
              <a:t>at nisi et, </a:t>
            </a:r>
            <a:r>
              <a:rPr lang="en-US" err="1"/>
              <a:t>varius</a:t>
            </a:r>
            <a:r>
              <a:rPr lang="en-US"/>
              <a:t> </a:t>
            </a:r>
            <a:r>
              <a:rPr lang="en-US" err="1"/>
              <a:t>lobortis</a:t>
            </a:r>
            <a:r>
              <a:rPr lang="en-US"/>
              <a:t> </a:t>
            </a:r>
            <a:r>
              <a:rPr lang="en-US" err="1"/>
              <a:t>lectus</a:t>
            </a:r>
            <a:r>
              <a:rPr lang="en-US"/>
              <a:t>. </a:t>
            </a:r>
            <a:r>
              <a:rPr lang="en-US" err="1"/>
              <a:t>Fusce</a:t>
            </a:r>
            <a:r>
              <a:rPr lang="en-US"/>
              <a:t> </a:t>
            </a:r>
            <a:r>
              <a:rPr lang="en-US" err="1"/>
              <a:t>fermentum</a:t>
            </a:r>
            <a:r>
              <a:rPr lang="en-US"/>
              <a:t> </a:t>
            </a:r>
            <a:r>
              <a:rPr lang="en-US" err="1"/>
              <a:t>bibendum</a:t>
            </a:r>
            <a:r>
              <a:rPr lang="en-US"/>
              <a:t> </a:t>
            </a:r>
            <a:r>
              <a:rPr lang="en-US" err="1"/>
              <a:t>varius</a:t>
            </a:r>
            <a:r>
              <a:rPr lang="en-US"/>
              <a:t>. </a:t>
            </a: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r>
              <a:rPr lang="en-US"/>
              <a:t> </a:t>
            </a:r>
            <a:br>
              <a:rPr lang="en-US"/>
            </a:br>
            <a:r>
              <a:rPr lang="en-US"/>
              <a:t>fames ac </a:t>
            </a:r>
            <a:r>
              <a:rPr lang="en-US" err="1"/>
              <a:t>turpis</a:t>
            </a:r>
            <a:r>
              <a:rPr lang="en-US"/>
              <a:t> </a:t>
            </a:r>
            <a:r>
              <a:rPr lang="en-US" err="1"/>
              <a:t>egestas</a:t>
            </a:r>
            <a:r>
              <a:rPr lang="en-US"/>
              <a:t>.</a:t>
            </a:r>
          </a:p>
          <a:p>
            <a:pPr marL="171450" marR="0" lvl="0" indent="-171450" algn="l" defTabSz="914400" rtl="0" eaLnBrk="1" fontAlgn="auto" latinLnBrk="0" hangingPunct="1">
              <a:lnSpc>
                <a:spcPts val="1600"/>
              </a:lnSpc>
              <a:spcBef>
                <a:spcPts val="264"/>
              </a:spcBef>
              <a:spcAft>
                <a:spcPts val="300"/>
              </a:spcAft>
              <a:buClrTx/>
              <a:buSzTx/>
              <a:tabLst/>
              <a:defRPr/>
            </a:pPr>
            <a:r>
              <a:rPr lang="en-US" sz="1100">
                <a:latin typeface="+mj-lt"/>
              </a:rPr>
              <a:t>In </a:t>
            </a:r>
            <a:r>
              <a:rPr lang="en-US" sz="1100" err="1">
                <a:latin typeface="+mj-lt"/>
              </a:rPr>
              <a:t>egestas</a:t>
            </a:r>
            <a:r>
              <a:rPr lang="en-US" sz="1100">
                <a:latin typeface="+mj-lt"/>
              </a:rPr>
              <a:t> </a:t>
            </a:r>
            <a:r>
              <a:rPr lang="en-US" sz="1100" err="1">
                <a:latin typeface="+mj-lt"/>
              </a:rPr>
              <a:t>orci</a:t>
            </a:r>
            <a:r>
              <a:rPr lang="en-US" sz="1100">
                <a:latin typeface="+mj-lt"/>
              </a:rPr>
              <a:t> </a:t>
            </a:r>
            <a:r>
              <a:rPr lang="en-US" sz="1100" err="1">
                <a:latin typeface="+mj-lt"/>
              </a:rPr>
              <a:t>eu</a:t>
            </a:r>
            <a:r>
              <a:rPr lang="en-US" sz="1100">
                <a:latin typeface="+mj-lt"/>
              </a:rPr>
              <a:t> </a:t>
            </a:r>
            <a:r>
              <a:rPr lang="en-US" sz="1100" err="1">
                <a:latin typeface="+mj-lt"/>
              </a:rPr>
              <a:t>lacinia</a:t>
            </a:r>
            <a:r>
              <a:rPr lang="en-US" sz="1100">
                <a:latin typeface="+mj-lt"/>
              </a:rPr>
              <a:t> </a:t>
            </a:r>
            <a:r>
              <a:rPr lang="en-US" sz="1100" err="1">
                <a:latin typeface="+mj-lt"/>
              </a:rPr>
              <a:t>consectetur</a:t>
            </a:r>
            <a:r>
              <a:rPr lang="en-US" sz="1100">
                <a:latin typeface="+mj-lt"/>
              </a:rPr>
              <a:t>. In dolor ipsum, gravida et </a:t>
            </a:r>
            <a:r>
              <a:rPr lang="en-US" sz="1100" err="1">
                <a:latin typeface="+mj-lt"/>
              </a:rPr>
              <a:t>sagittis</a:t>
            </a:r>
            <a:r>
              <a:rPr lang="en-US" sz="1100">
                <a:latin typeface="+mj-lt"/>
              </a:rPr>
              <a:t> id, </a:t>
            </a:r>
            <a:r>
              <a:rPr lang="en-US" sz="1100" err="1">
                <a:latin typeface="+mj-lt"/>
              </a:rPr>
              <a:t>sollicitudin</a:t>
            </a:r>
            <a:r>
              <a:rPr lang="en-US" sz="1100">
                <a:latin typeface="+mj-lt"/>
              </a:rPr>
              <a:t> </a:t>
            </a:r>
            <a:r>
              <a:rPr lang="en-US" sz="1100" err="1">
                <a:latin typeface="+mj-lt"/>
              </a:rPr>
              <a:t>ut</a:t>
            </a:r>
            <a:r>
              <a:rPr lang="en-US" sz="1100">
                <a:latin typeface="+mj-lt"/>
              </a:rPr>
              <a:t> </a:t>
            </a:r>
            <a:r>
              <a:rPr lang="en-US" sz="1100" err="1">
                <a:latin typeface="+mj-lt"/>
              </a:rPr>
              <a:t>nisl</a:t>
            </a:r>
            <a:r>
              <a:rPr lang="en-US" sz="1100">
                <a:latin typeface="+mj-lt"/>
              </a:rPr>
              <a:t>. </a:t>
            </a:r>
            <a:r>
              <a:rPr lang="en-US" sz="1100" err="1">
                <a:latin typeface="+mj-lt"/>
              </a:rPr>
              <a:t>Praesent</a:t>
            </a:r>
            <a:r>
              <a:rPr lang="en-US" sz="1100">
                <a:latin typeface="+mj-lt"/>
              </a:rPr>
              <a:t> </a:t>
            </a:r>
            <a:r>
              <a:rPr lang="en-US" sz="1100" err="1">
                <a:latin typeface="+mj-lt"/>
              </a:rPr>
              <a:t>bibendum</a:t>
            </a:r>
            <a:r>
              <a:rPr lang="en-US" sz="1100">
                <a:latin typeface="+mj-lt"/>
              </a:rPr>
              <a:t> tempus </a:t>
            </a:r>
            <a:r>
              <a:rPr lang="en-US" sz="1100" err="1">
                <a:latin typeface="+mj-lt"/>
              </a:rPr>
              <a:t>tellus</a:t>
            </a:r>
            <a:r>
              <a:rPr lang="en-US" sz="1100">
                <a:latin typeface="+mj-lt"/>
              </a:rPr>
              <a:t> </a:t>
            </a:r>
            <a:r>
              <a:rPr lang="en-US" sz="1100" err="1">
                <a:latin typeface="+mj-lt"/>
              </a:rPr>
              <a:t>nec</a:t>
            </a:r>
            <a:r>
              <a:rPr lang="en-US" sz="1100">
                <a:latin typeface="+mj-lt"/>
              </a:rPr>
              <a:t> </a:t>
            </a:r>
            <a:r>
              <a:rPr lang="en-US" sz="1100" err="1">
                <a:latin typeface="+mj-lt"/>
              </a:rPr>
              <a:t>hendrerit</a:t>
            </a:r>
            <a:r>
              <a:rPr lang="en-US" sz="1100">
                <a:latin typeface="+mj-lt"/>
              </a:rPr>
              <a:t>. Nam in </a:t>
            </a:r>
            <a:r>
              <a:rPr lang="en-US" sz="1100" err="1">
                <a:latin typeface="+mj-lt"/>
              </a:rPr>
              <a:t>tempor</a:t>
            </a:r>
            <a:r>
              <a:rPr lang="en-US" sz="1100">
                <a:latin typeface="+mj-lt"/>
              </a:rPr>
              <a:t> </a:t>
            </a:r>
            <a:r>
              <a:rPr lang="en-US" sz="1100" err="1">
                <a:latin typeface="+mj-lt"/>
              </a:rPr>
              <a:t>metus</a:t>
            </a:r>
            <a:r>
              <a:rPr lang="en-US" sz="1100">
                <a:latin typeface="+mj-lt"/>
              </a:rPr>
              <a:t>, ac </a:t>
            </a:r>
            <a:r>
              <a:rPr lang="en-US" sz="1100" err="1">
                <a:latin typeface="+mj-lt"/>
              </a:rPr>
              <a:t>finibus</a:t>
            </a:r>
            <a:r>
              <a:rPr lang="en-US" sz="1100">
                <a:latin typeface="+mj-lt"/>
              </a:rPr>
              <a:t> </a:t>
            </a:r>
            <a:r>
              <a:rPr lang="en-US" sz="1100" err="1">
                <a:latin typeface="+mj-lt"/>
              </a:rPr>
              <a:t>purus</a:t>
            </a:r>
            <a:r>
              <a:rPr lang="en-US" sz="1100">
                <a:latin typeface="+mj-lt"/>
              </a:rPr>
              <a:t>. </a:t>
            </a:r>
            <a:r>
              <a:rPr lang="en-US" sz="1100" err="1">
                <a:latin typeface="+mj-lt"/>
              </a:rPr>
              <a:t>Praesent</a:t>
            </a:r>
            <a:r>
              <a:rPr lang="en-US" sz="1100">
                <a:latin typeface="+mj-lt"/>
              </a:rPr>
              <a:t> </a:t>
            </a:r>
            <a:r>
              <a:rPr lang="en-US" sz="1100" err="1">
                <a:latin typeface="+mj-lt"/>
              </a:rPr>
              <a:t>consequat</a:t>
            </a:r>
            <a:r>
              <a:rPr lang="en-US" sz="1100">
                <a:latin typeface="+mj-lt"/>
              </a:rPr>
              <a:t> </a:t>
            </a:r>
            <a:r>
              <a:rPr lang="en-US" sz="1100" err="1">
                <a:latin typeface="+mj-lt"/>
              </a:rPr>
              <a:t>lectus</a:t>
            </a:r>
            <a:r>
              <a:rPr lang="en-US" sz="1100">
                <a:latin typeface="+mj-lt"/>
              </a:rPr>
              <a:t> sit </a:t>
            </a:r>
            <a:r>
              <a:rPr lang="en-US" sz="1100" err="1">
                <a:latin typeface="+mj-lt"/>
              </a:rPr>
              <a:t>amet</a:t>
            </a:r>
            <a:r>
              <a:rPr lang="en-US" sz="1100">
                <a:latin typeface="+mj-lt"/>
              </a:rPr>
              <a:t> </a:t>
            </a:r>
            <a:r>
              <a:rPr lang="en-US" sz="1100" err="1">
                <a:latin typeface="+mj-lt"/>
              </a:rPr>
              <a:t>tortor</a:t>
            </a:r>
            <a:r>
              <a:rPr lang="en-US" sz="1100">
                <a:latin typeface="+mj-lt"/>
              </a:rPr>
              <a:t> pharetra, </a:t>
            </a:r>
            <a:r>
              <a:rPr lang="en-US" sz="1100" err="1">
                <a:latin typeface="+mj-lt"/>
              </a:rPr>
              <a:t>sed</a:t>
            </a:r>
            <a:r>
              <a:rPr lang="en-US" sz="1100">
                <a:latin typeface="+mj-lt"/>
              </a:rPr>
              <a:t> </a:t>
            </a:r>
            <a:r>
              <a:rPr lang="en-US" sz="1100" err="1">
                <a:latin typeface="+mj-lt"/>
              </a:rPr>
              <a:t>venenatis</a:t>
            </a:r>
            <a:r>
              <a:rPr lang="en-US" sz="1100">
                <a:latin typeface="+mj-lt"/>
              </a:rPr>
              <a:t> </a:t>
            </a:r>
            <a:r>
              <a:rPr lang="en-US" sz="1100" err="1">
                <a:latin typeface="+mj-lt"/>
              </a:rPr>
              <a:t>eros</a:t>
            </a:r>
            <a:r>
              <a:rPr lang="en-US" sz="1100">
                <a:latin typeface="+mj-lt"/>
              </a:rPr>
              <a:t> </a:t>
            </a:r>
            <a:r>
              <a:rPr lang="en-US" sz="1100" err="1">
                <a:latin typeface="+mj-lt"/>
              </a:rPr>
              <a:t>lacinia</a:t>
            </a:r>
            <a:r>
              <a:rPr lang="en-US" sz="1100">
                <a:latin typeface="+mj-lt"/>
              </a:rPr>
              <a:t>. In </a:t>
            </a:r>
            <a:r>
              <a:rPr lang="en-US" sz="1100" err="1">
                <a:latin typeface="+mj-lt"/>
              </a:rPr>
              <a:t>sed</a:t>
            </a:r>
            <a:r>
              <a:rPr lang="en-US" sz="1100">
                <a:latin typeface="+mj-lt"/>
              </a:rPr>
              <a:t> </a:t>
            </a:r>
            <a:r>
              <a:rPr lang="en-US" sz="1100" err="1">
                <a:latin typeface="+mj-lt"/>
              </a:rPr>
              <a:t>erat</a:t>
            </a:r>
            <a:r>
              <a:rPr lang="en-US" sz="1100">
                <a:latin typeface="+mj-lt"/>
              </a:rPr>
              <a:t> libero. </a:t>
            </a:r>
            <a:r>
              <a:rPr lang="en-US" sz="1100" err="1">
                <a:latin typeface="+mj-lt"/>
              </a:rPr>
              <a:t>Sed</a:t>
            </a:r>
            <a:r>
              <a:rPr lang="en-US" sz="1100">
                <a:latin typeface="+mj-lt"/>
              </a:rPr>
              <a:t> lorem </a:t>
            </a:r>
            <a:r>
              <a:rPr lang="en-US" sz="1100" err="1">
                <a:latin typeface="+mj-lt"/>
              </a:rPr>
              <a:t>neque</a:t>
            </a:r>
            <a:r>
              <a:rPr lang="en-US" sz="1100">
                <a:latin typeface="+mj-lt"/>
              </a:rPr>
              <a:t>, </a:t>
            </a:r>
            <a:r>
              <a:rPr lang="en-US" sz="1100" err="1">
                <a:latin typeface="+mj-lt"/>
              </a:rPr>
              <a:t>commodo</a:t>
            </a:r>
            <a:r>
              <a:rPr lang="en-US" sz="1100">
                <a:latin typeface="+mj-lt"/>
              </a:rPr>
              <a:t> vitae ex at, pharetra convallis </a:t>
            </a:r>
            <a:r>
              <a:rPr lang="en-US" sz="1100" err="1">
                <a:latin typeface="+mj-lt"/>
              </a:rPr>
              <a:t>nunc</a:t>
            </a:r>
            <a:r>
              <a:rPr lang="en-US" sz="1100">
                <a:latin typeface="+mj-lt"/>
              </a:rPr>
              <a:t>. In </a:t>
            </a:r>
            <a:r>
              <a:rPr lang="en-US" sz="1100" err="1">
                <a:latin typeface="+mj-lt"/>
              </a:rPr>
              <a:t>vehicula</a:t>
            </a:r>
            <a:r>
              <a:rPr lang="en-US" sz="1100">
                <a:latin typeface="+mj-lt"/>
              </a:rPr>
              <a:t> </a:t>
            </a:r>
            <a:r>
              <a:rPr lang="en-US" sz="1100" err="1">
                <a:latin typeface="+mj-lt"/>
              </a:rPr>
              <a:t>mauris</a:t>
            </a:r>
            <a:r>
              <a:rPr lang="en-US" sz="1100">
                <a:latin typeface="+mj-lt"/>
              </a:rPr>
              <a:t> ligula. </a:t>
            </a:r>
            <a:r>
              <a:rPr lang="en-US" sz="1100" err="1">
                <a:latin typeface="+mj-lt"/>
              </a:rPr>
              <a:t>Suspendisse</a:t>
            </a:r>
            <a:r>
              <a:rPr lang="en-US" sz="1100">
                <a:latin typeface="+mj-lt"/>
              </a:rPr>
              <a:t> in </a:t>
            </a:r>
            <a:r>
              <a:rPr lang="en-US" sz="1100" err="1">
                <a:latin typeface="+mj-lt"/>
              </a:rPr>
              <a:t>tellus</a:t>
            </a:r>
            <a:r>
              <a:rPr lang="en-US" sz="1100">
                <a:latin typeface="+mj-lt"/>
              </a:rPr>
              <a:t> </a:t>
            </a:r>
            <a:r>
              <a:rPr lang="en-US" sz="1100" err="1">
                <a:latin typeface="+mj-lt"/>
              </a:rPr>
              <a:t>congue</a:t>
            </a:r>
            <a:r>
              <a:rPr lang="en-US" sz="1100">
                <a:latin typeface="+mj-lt"/>
              </a:rPr>
              <a:t> </a:t>
            </a:r>
            <a:r>
              <a:rPr lang="en-US" sz="1100" err="1">
                <a:latin typeface="+mj-lt"/>
              </a:rPr>
              <a:t>odio</a:t>
            </a:r>
            <a:r>
              <a:rPr lang="en-US" sz="1100">
                <a:latin typeface="+mj-lt"/>
              </a:rPr>
              <a:t> pharetra </a:t>
            </a:r>
            <a:r>
              <a:rPr lang="en-US" sz="1100" err="1">
                <a:latin typeface="+mj-lt"/>
              </a:rPr>
              <a:t>finibus</a:t>
            </a:r>
            <a:r>
              <a:rPr lang="en-US" sz="1100">
                <a:latin typeface="+mj-lt"/>
              </a:rPr>
              <a:t>. Nam </a:t>
            </a:r>
            <a:r>
              <a:rPr lang="en-US" sz="1100" err="1">
                <a:latin typeface="+mj-lt"/>
              </a:rPr>
              <a:t>vel</a:t>
            </a:r>
            <a:r>
              <a:rPr lang="en-US" sz="1100">
                <a:latin typeface="+mj-lt"/>
              </a:rPr>
              <a:t> </a:t>
            </a:r>
            <a:r>
              <a:rPr lang="en-US" sz="1100" err="1">
                <a:latin typeface="+mj-lt"/>
              </a:rPr>
              <a:t>auctor</a:t>
            </a:r>
            <a:r>
              <a:rPr lang="en-US" sz="1100">
                <a:latin typeface="+mj-lt"/>
              </a:rPr>
              <a:t> </a:t>
            </a:r>
            <a:r>
              <a:rPr lang="en-US" sz="1100" err="1">
                <a:latin typeface="+mj-lt"/>
              </a:rPr>
              <a:t>justo</a:t>
            </a:r>
            <a:r>
              <a:rPr lang="en-US" sz="1100">
                <a:latin typeface="+mj-lt"/>
              </a:rPr>
              <a:t>, vitae </a:t>
            </a:r>
            <a:r>
              <a:rPr lang="en-US" sz="1100" err="1">
                <a:latin typeface="+mj-lt"/>
              </a:rPr>
              <a:t>hendrerit</a:t>
            </a:r>
            <a:r>
              <a:rPr lang="en-US" sz="1100">
                <a:latin typeface="+mj-lt"/>
              </a:rPr>
              <a:t> </a:t>
            </a:r>
            <a:r>
              <a:rPr lang="en-US" sz="1100" err="1">
                <a:latin typeface="+mj-lt"/>
              </a:rPr>
              <a:t>orci</a:t>
            </a:r>
            <a:r>
              <a:rPr lang="en-US" sz="1100">
                <a:latin typeface="+mj-lt"/>
              </a:rPr>
              <a:t>. </a:t>
            </a:r>
            <a:r>
              <a:rPr lang="en-US" sz="1100" err="1">
                <a:latin typeface="+mj-lt"/>
              </a:rPr>
              <a:t>Duis</a:t>
            </a:r>
            <a:r>
              <a:rPr lang="en-US" sz="1100">
                <a:latin typeface="+mj-lt"/>
              </a:rPr>
              <a:t> </a:t>
            </a:r>
            <a:r>
              <a:rPr lang="en-US" sz="1100" err="1">
                <a:latin typeface="+mj-lt"/>
              </a:rPr>
              <a:t>nec</a:t>
            </a:r>
            <a:r>
              <a:rPr lang="en-US" sz="1100">
                <a:latin typeface="+mj-lt"/>
              </a:rPr>
              <a:t> </a:t>
            </a:r>
            <a:r>
              <a:rPr lang="en-US" sz="1100" err="1">
                <a:latin typeface="+mj-lt"/>
              </a:rPr>
              <a:t>sapien</a:t>
            </a:r>
            <a:r>
              <a:rPr lang="en-US" sz="1100">
                <a:latin typeface="+mj-lt"/>
              </a:rPr>
              <a:t> </a:t>
            </a:r>
            <a:r>
              <a:rPr lang="en-US" sz="1100" err="1">
                <a:latin typeface="+mj-lt"/>
              </a:rPr>
              <a:t>viverra</a:t>
            </a:r>
            <a:r>
              <a:rPr lang="en-US" sz="1100">
                <a:latin typeface="+mj-lt"/>
              </a:rPr>
              <a:t>, </a:t>
            </a:r>
            <a:r>
              <a:rPr lang="en-US" sz="1100" err="1">
                <a:latin typeface="+mj-lt"/>
              </a:rPr>
              <a:t>bibendum</a:t>
            </a:r>
            <a:r>
              <a:rPr lang="en-US" sz="1100">
                <a:latin typeface="+mj-lt"/>
              </a:rPr>
              <a:t> </a:t>
            </a:r>
            <a:r>
              <a:rPr lang="en-US" sz="1100" err="1">
                <a:latin typeface="+mj-lt"/>
              </a:rPr>
              <a:t>tellus</a:t>
            </a:r>
            <a:r>
              <a:rPr lang="en-US" sz="1100">
                <a:latin typeface="+mj-lt"/>
              </a:rPr>
              <a:t> </a:t>
            </a:r>
            <a:r>
              <a:rPr lang="en-US" sz="1100" err="1">
                <a:latin typeface="+mj-lt"/>
              </a:rPr>
              <a:t>eget</a:t>
            </a:r>
            <a:r>
              <a:rPr lang="en-US" sz="1100">
                <a:latin typeface="+mj-lt"/>
              </a:rPr>
              <a:t>, </a:t>
            </a:r>
            <a:r>
              <a:rPr lang="en-US" sz="1100" err="1">
                <a:latin typeface="+mj-lt"/>
              </a:rPr>
              <a:t>pellentesque</a:t>
            </a:r>
            <a:r>
              <a:rPr lang="en-US" sz="1100">
                <a:latin typeface="+mj-lt"/>
              </a:rPr>
              <a:t> </a:t>
            </a:r>
            <a:r>
              <a:rPr lang="en-US" sz="1100" err="1">
                <a:latin typeface="+mj-lt"/>
              </a:rPr>
              <a:t>massa</a:t>
            </a:r>
            <a:r>
              <a:rPr lang="en-US" sz="1100">
                <a:latin typeface="+mj-lt"/>
              </a:rPr>
              <a:t>. </a:t>
            </a:r>
            <a:r>
              <a:rPr lang="en-US" sz="1100" err="1">
                <a:latin typeface="+mj-lt"/>
              </a:rPr>
              <a:t>Nulla</a:t>
            </a:r>
            <a:r>
              <a:rPr lang="en-US" sz="1100">
                <a:latin typeface="+mj-lt"/>
              </a:rPr>
              <a:t> </a:t>
            </a:r>
            <a:r>
              <a:rPr lang="en-US" sz="1100" err="1">
                <a:latin typeface="+mj-lt"/>
              </a:rPr>
              <a:t>feugiat</a:t>
            </a:r>
            <a:r>
              <a:rPr lang="en-US" sz="1100">
                <a:latin typeface="+mj-lt"/>
              </a:rPr>
              <a:t>, </a:t>
            </a:r>
            <a:r>
              <a:rPr lang="en-US" sz="1100" err="1">
                <a:latin typeface="+mj-lt"/>
              </a:rPr>
              <a:t>turpis</a:t>
            </a:r>
            <a:r>
              <a:rPr lang="en-US" sz="1100">
                <a:latin typeface="+mj-lt"/>
              </a:rPr>
              <a:t> et </a:t>
            </a:r>
            <a:r>
              <a:rPr lang="en-US" sz="1100" err="1">
                <a:latin typeface="+mj-lt"/>
              </a:rPr>
              <a:t>posuere</a:t>
            </a:r>
            <a:r>
              <a:rPr lang="en-US" sz="1100">
                <a:latin typeface="+mj-lt"/>
              </a:rPr>
              <a:t> </a:t>
            </a:r>
            <a:r>
              <a:rPr lang="en-US" sz="1100" err="1">
                <a:latin typeface="+mj-lt"/>
              </a:rPr>
              <a:t>viverra</a:t>
            </a:r>
            <a:r>
              <a:rPr lang="en-US" sz="1100">
                <a:latin typeface="+mj-lt"/>
              </a:rPr>
              <a:t>, ipsum </a:t>
            </a:r>
            <a:r>
              <a:rPr lang="en-US" sz="1100" err="1">
                <a:latin typeface="+mj-lt"/>
              </a:rPr>
              <a:t>sem</a:t>
            </a:r>
            <a:r>
              <a:rPr lang="en-US" sz="1100">
                <a:latin typeface="+mj-lt"/>
              </a:rPr>
              <a:t> </a:t>
            </a:r>
            <a:r>
              <a:rPr lang="en-US" sz="1100" err="1">
                <a:latin typeface="+mj-lt"/>
              </a:rPr>
              <a:t>tincidunt</a:t>
            </a:r>
            <a:r>
              <a:rPr lang="en-US" sz="1100">
                <a:latin typeface="+mj-lt"/>
              </a:rPr>
              <a:t> </a:t>
            </a:r>
            <a:r>
              <a:rPr lang="en-US" sz="1100" err="1">
                <a:latin typeface="+mj-lt"/>
              </a:rPr>
              <a:t>est</a:t>
            </a:r>
            <a:r>
              <a:rPr lang="en-US" sz="1100">
                <a:latin typeface="+mj-lt"/>
              </a:rPr>
              <a:t>, </a:t>
            </a:r>
            <a:r>
              <a:rPr lang="en-US" sz="1100" err="1">
                <a:latin typeface="+mj-lt"/>
              </a:rPr>
              <a:t>finibus</a:t>
            </a:r>
            <a:r>
              <a:rPr lang="en-US" sz="1100">
                <a:latin typeface="+mj-lt"/>
              </a:rPr>
              <a:t> </a:t>
            </a:r>
            <a:r>
              <a:rPr lang="en-US" sz="1100" err="1">
                <a:latin typeface="+mj-lt"/>
              </a:rPr>
              <a:t>tempor</a:t>
            </a:r>
            <a:r>
              <a:rPr lang="en-US" sz="1100">
                <a:latin typeface="+mj-lt"/>
              </a:rPr>
              <a:t> </a:t>
            </a:r>
            <a:r>
              <a:rPr lang="en-US" sz="1100" err="1">
                <a:latin typeface="+mj-lt"/>
              </a:rPr>
              <a:t>nibh</a:t>
            </a:r>
            <a:r>
              <a:rPr lang="en-US" sz="1100">
                <a:latin typeface="+mj-lt"/>
              </a:rPr>
              <a:t> ante semper diam. </a:t>
            </a:r>
            <a:r>
              <a:rPr lang="en-US" sz="1100" err="1">
                <a:latin typeface="+mj-lt"/>
              </a:rPr>
              <a:t>Nullam</a:t>
            </a:r>
            <a:r>
              <a:rPr lang="en-US" sz="1100">
                <a:latin typeface="+mj-lt"/>
              </a:rPr>
              <a:t> </a:t>
            </a:r>
            <a:r>
              <a:rPr lang="en-US" sz="1100" err="1">
                <a:latin typeface="+mj-lt"/>
              </a:rPr>
              <a:t>quis</a:t>
            </a:r>
            <a:r>
              <a:rPr lang="en-US" sz="1100">
                <a:latin typeface="+mj-lt"/>
              </a:rPr>
              <a:t> </a:t>
            </a:r>
            <a:r>
              <a:rPr lang="en-US" sz="1100" err="1">
                <a:latin typeface="+mj-lt"/>
              </a:rPr>
              <a:t>euismod</a:t>
            </a:r>
            <a:r>
              <a:rPr lang="en-US" sz="1100">
                <a:latin typeface="+mj-lt"/>
              </a:rPr>
              <a:t> </a:t>
            </a:r>
            <a:r>
              <a:rPr lang="en-US" sz="1100" err="1">
                <a:latin typeface="+mj-lt"/>
              </a:rPr>
              <a:t>neque</a:t>
            </a:r>
            <a:r>
              <a:rPr lang="en-US" sz="1100">
                <a:latin typeface="+mj-lt"/>
              </a:rPr>
              <a:t>, </a:t>
            </a:r>
            <a:r>
              <a:rPr lang="en-US" sz="1100" err="1">
                <a:latin typeface="+mj-lt"/>
              </a:rPr>
              <a:t>nec</a:t>
            </a:r>
            <a:r>
              <a:rPr lang="en-US" sz="1100">
                <a:latin typeface="+mj-lt"/>
              </a:rPr>
              <a:t> </a:t>
            </a:r>
            <a:r>
              <a:rPr lang="en-US" sz="1100" err="1">
                <a:latin typeface="+mj-lt"/>
              </a:rPr>
              <a:t>facilisis</a:t>
            </a:r>
            <a:r>
              <a:rPr lang="en-US" sz="1100">
                <a:latin typeface="+mj-lt"/>
              </a:rPr>
              <a:t> sem. </a:t>
            </a:r>
            <a:r>
              <a:rPr lang="en-US" sz="1100" err="1">
                <a:latin typeface="+mj-lt"/>
              </a:rPr>
              <a:t>Morbi</a:t>
            </a:r>
            <a:r>
              <a:rPr lang="en-US" sz="1100">
                <a:latin typeface="+mj-lt"/>
              </a:rPr>
              <a:t> </a:t>
            </a:r>
            <a:r>
              <a:rPr lang="en-US" sz="1100" err="1">
                <a:latin typeface="+mj-lt"/>
              </a:rPr>
              <a:t>egestas</a:t>
            </a:r>
            <a:r>
              <a:rPr lang="en-US" sz="1100">
                <a:latin typeface="+mj-lt"/>
              </a:rPr>
              <a:t> </a:t>
            </a:r>
            <a:r>
              <a:rPr lang="en-US" sz="1100" err="1">
                <a:latin typeface="+mj-lt"/>
              </a:rPr>
              <a:t>iaculis</a:t>
            </a:r>
            <a:r>
              <a:rPr lang="en-US" sz="1100">
                <a:latin typeface="+mj-lt"/>
              </a:rPr>
              <a:t> </a:t>
            </a:r>
            <a:r>
              <a:rPr lang="en-US" sz="1100" err="1">
                <a:latin typeface="+mj-lt"/>
              </a:rPr>
              <a:t>dignissim</a:t>
            </a:r>
            <a:r>
              <a:rPr lang="en-US" sz="1100">
                <a:latin typeface="+mj-lt"/>
              </a:rPr>
              <a:t>. In </a:t>
            </a:r>
            <a:r>
              <a:rPr lang="en-US" sz="1100" err="1">
                <a:latin typeface="+mj-lt"/>
              </a:rPr>
              <a:t>accumsan</a:t>
            </a:r>
            <a:r>
              <a:rPr lang="en-US" sz="1100">
                <a:latin typeface="+mj-lt"/>
              </a:rPr>
              <a:t> </a:t>
            </a:r>
            <a:r>
              <a:rPr lang="en-US" sz="1100" err="1">
                <a:latin typeface="+mj-lt"/>
              </a:rPr>
              <a:t>tortor</a:t>
            </a:r>
            <a:r>
              <a:rPr lang="en-US" sz="1100">
                <a:latin typeface="+mj-lt"/>
              </a:rPr>
              <a:t> </a:t>
            </a:r>
            <a:r>
              <a:rPr lang="en-US" sz="1100" err="1">
                <a:latin typeface="+mj-lt"/>
              </a:rPr>
              <a:t>elit</a:t>
            </a:r>
            <a:r>
              <a:rPr lang="en-US" sz="1100">
                <a:latin typeface="+mj-lt"/>
              </a:rPr>
              <a:t>, non </a:t>
            </a:r>
            <a:r>
              <a:rPr lang="en-US" sz="1100" err="1">
                <a:latin typeface="+mj-lt"/>
              </a:rPr>
              <a:t>euismod</a:t>
            </a:r>
            <a:r>
              <a:rPr lang="en-US" sz="1100">
                <a:latin typeface="+mj-lt"/>
              </a:rPr>
              <a:t> </a:t>
            </a:r>
            <a:r>
              <a:rPr lang="en-US" sz="1100" err="1">
                <a:latin typeface="+mj-lt"/>
              </a:rPr>
              <a:t>eros</a:t>
            </a:r>
            <a:r>
              <a:rPr lang="en-US" sz="1100">
                <a:latin typeface="+mj-lt"/>
              </a:rPr>
              <a:t> </a:t>
            </a:r>
            <a:r>
              <a:rPr lang="en-US" sz="1100" err="1">
                <a:latin typeface="+mj-lt"/>
              </a:rPr>
              <a:t>accumsan</a:t>
            </a:r>
            <a:r>
              <a:rPr lang="en-US" sz="1100">
                <a:latin typeface="+mj-lt"/>
              </a:rPr>
              <a:t> ac. </a:t>
            </a:r>
            <a:r>
              <a:rPr lang="en-US" sz="1100" err="1">
                <a:latin typeface="+mj-lt"/>
              </a:rPr>
              <a:t>Sed</a:t>
            </a:r>
            <a:r>
              <a:rPr lang="en-US" sz="1100">
                <a:latin typeface="+mj-lt"/>
              </a:rPr>
              <a:t> </a:t>
            </a:r>
            <a:r>
              <a:rPr lang="en-US" sz="1100" err="1">
                <a:latin typeface="+mj-lt"/>
              </a:rPr>
              <a:t>ultrices</a:t>
            </a:r>
            <a:r>
              <a:rPr lang="en-US" sz="1100">
                <a:latin typeface="+mj-lt"/>
              </a:rPr>
              <a:t> mi lorem, </a:t>
            </a:r>
            <a:r>
              <a:rPr lang="en-US" sz="1100" err="1">
                <a:latin typeface="+mj-lt"/>
              </a:rPr>
              <a:t>ut</a:t>
            </a:r>
            <a:r>
              <a:rPr lang="en-US" sz="1100">
                <a:latin typeface="+mj-lt"/>
              </a:rPr>
              <a:t> </a:t>
            </a:r>
            <a:r>
              <a:rPr lang="en-US" sz="1100" err="1">
                <a:latin typeface="+mj-lt"/>
              </a:rPr>
              <a:t>dignissim</a:t>
            </a:r>
            <a:r>
              <a:rPr lang="en-US" sz="1100">
                <a:latin typeface="+mj-lt"/>
              </a:rPr>
              <a:t> </a:t>
            </a:r>
            <a:r>
              <a:rPr lang="en-US" sz="1100" err="1">
                <a:latin typeface="+mj-lt"/>
              </a:rPr>
              <a:t>nibh</a:t>
            </a:r>
            <a:r>
              <a:rPr lang="en-US" sz="1100">
                <a:latin typeface="+mj-lt"/>
              </a:rPr>
              <a:t> </a:t>
            </a:r>
            <a:r>
              <a:rPr lang="en-US" sz="1100" err="1">
                <a:latin typeface="+mj-lt"/>
              </a:rPr>
              <a:t>facilisis</a:t>
            </a:r>
            <a:r>
              <a:rPr lang="en-US" sz="1100">
                <a:latin typeface="+mj-lt"/>
              </a:rPr>
              <a:t> vel.</a:t>
            </a:r>
          </a:p>
        </p:txBody>
      </p:sp>
      <p:cxnSp>
        <p:nvCxnSpPr>
          <p:cNvPr id="4" name="Straight Connector 3"/>
          <p:cNvCxnSpPr/>
          <p:nvPr userDrawn="1"/>
        </p:nvCxnSpPr>
        <p:spPr>
          <a:xfrm>
            <a:off x="294409" y="716437"/>
            <a:ext cx="8555182"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5" name="Slide Number Placeholder 1"/>
          <p:cNvSpPr>
            <a:spLocks noGrp="1"/>
          </p:cNvSpPr>
          <p:nvPr>
            <p:ph type="sldNum" sz="quarter" idx="4"/>
          </p:nvPr>
        </p:nvSpPr>
        <p:spPr>
          <a:xfrm>
            <a:off x="7413441" y="4826639"/>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fld id="{3A707DD9-E92B-45E8-BE0A-E6B2EDF345EB}" type="slidenum">
              <a:rPr lang="en-US" smtClean="0"/>
              <a:pPr/>
              <a:t>‹#›</a:t>
            </a:fld>
            <a:endParaRPr lang="en-US"/>
          </a:p>
        </p:txBody>
      </p:sp>
    </p:spTree>
    <p:extLst>
      <p:ext uri="{BB962C8B-B14F-4D97-AF65-F5344CB8AC3E}">
        <p14:creationId xmlns:p14="http://schemas.microsoft.com/office/powerpoint/2010/main" val="27792842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Please Add Slide Headline Here</a:t>
            </a:r>
          </a:p>
        </p:txBody>
      </p:sp>
      <p:sp>
        <p:nvSpPr>
          <p:cNvPr id="6" name="Content Placeholder 5"/>
          <p:cNvSpPr>
            <a:spLocks noGrp="1"/>
          </p:cNvSpPr>
          <p:nvPr>
            <p:ph sz="quarter" idx="10" hasCustomPrompt="1"/>
          </p:nvPr>
        </p:nvSpPr>
        <p:spPr>
          <a:xfrm>
            <a:off x="357189" y="1079500"/>
            <a:ext cx="3986212" cy="3397250"/>
          </a:xfrm>
        </p:spPr>
        <p:txBody>
          <a:bodyPr/>
          <a:lstStyle>
            <a:lvl1pPr marL="171450" indent="-171450">
              <a:buFont typeface="Arial" panose="020B0604020202020204" pitchFamily="34" charset="0"/>
              <a:buChar char="•"/>
              <a:defRPr>
                <a:latin typeface="+mj-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a:t>
            </a:r>
          </a:p>
          <a:p>
            <a:pPr lvl="0"/>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r>
              <a:rPr lang="en-US" err="1"/>
              <a:t>Aliquam</a:t>
            </a:r>
            <a:r>
              <a:rPr lang="en-US"/>
              <a:t> sit </a:t>
            </a:r>
            <a:r>
              <a:rPr lang="en-US" err="1"/>
              <a:t>amet</a:t>
            </a:r>
            <a:r>
              <a:rPr lang="en-US"/>
              <a:t> </a:t>
            </a:r>
            <a:r>
              <a:rPr lang="en-US" err="1"/>
              <a:t>leo</a:t>
            </a:r>
            <a:r>
              <a:rPr lang="en-US"/>
              <a:t> semper, </a:t>
            </a:r>
            <a:r>
              <a:rPr lang="en-US" err="1"/>
              <a:t>tincidunt</a:t>
            </a:r>
            <a:r>
              <a:rPr lang="en-US"/>
              <a:t> dolor a, </a:t>
            </a:r>
            <a:r>
              <a:rPr lang="en-US" err="1"/>
              <a:t>lobortis</a:t>
            </a:r>
            <a:r>
              <a:rPr lang="en-US"/>
              <a:t> </a:t>
            </a:r>
            <a:r>
              <a:rPr lang="en-US" err="1"/>
              <a:t>elit</a:t>
            </a:r>
            <a:r>
              <a:rPr lang="en-US"/>
              <a:t>. </a:t>
            </a:r>
            <a:r>
              <a:rPr lang="en-US" err="1"/>
              <a:t>Nulla</a:t>
            </a:r>
            <a:r>
              <a:rPr lang="en-US"/>
              <a:t> ipsum dolor, </a:t>
            </a:r>
            <a:r>
              <a:rPr lang="en-US" err="1"/>
              <a:t>condimentum</a:t>
            </a:r>
            <a:endParaRPr lang="en-US"/>
          </a:p>
          <a:p>
            <a:pPr lvl="0"/>
            <a:r>
              <a:rPr lang="en-US"/>
              <a:t>at nisi et, </a:t>
            </a:r>
            <a:r>
              <a:rPr lang="en-US" err="1"/>
              <a:t>varius</a:t>
            </a:r>
            <a:r>
              <a:rPr lang="en-US"/>
              <a:t> </a:t>
            </a:r>
            <a:r>
              <a:rPr lang="en-US" err="1"/>
              <a:t>lobortis</a:t>
            </a:r>
            <a:r>
              <a:rPr lang="en-US"/>
              <a:t> </a:t>
            </a:r>
            <a:r>
              <a:rPr lang="en-US" err="1"/>
              <a:t>lectus</a:t>
            </a:r>
            <a:r>
              <a:rPr lang="en-US"/>
              <a:t>. </a:t>
            </a:r>
            <a:r>
              <a:rPr lang="en-US" err="1"/>
              <a:t>Fusce</a:t>
            </a:r>
            <a:r>
              <a:rPr lang="en-US"/>
              <a:t> </a:t>
            </a:r>
            <a:r>
              <a:rPr lang="en-US" err="1"/>
              <a:t>fermentum</a:t>
            </a:r>
            <a:r>
              <a:rPr lang="en-US"/>
              <a:t> </a:t>
            </a:r>
            <a:r>
              <a:rPr lang="en-US" err="1"/>
              <a:t>bibendum</a:t>
            </a:r>
            <a:r>
              <a:rPr lang="en-US"/>
              <a:t> </a:t>
            </a:r>
            <a:r>
              <a:rPr lang="en-US" err="1"/>
              <a:t>varius</a:t>
            </a:r>
            <a:r>
              <a:rPr lang="en-US"/>
              <a:t>. </a:t>
            </a: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r>
              <a:rPr lang="en-US"/>
              <a:t> </a:t>
            </a:r>
            <a:br>
              <a:rPr lang="en-US"/>
            </a:br>
            <a:r>
              <a:rPr lang="en-US"/>
              <a:t>fames ac </a:t>
            </a:r>
            <a:r>
              <a:rPr lang="en-US" err="1"/>
              <a:t>turpis</a:t>
            </a:r>
            <a:r>
              <a:rPr lang="en-US"/>
              <a:t> </a:t>
            </a:r>
            <a:r>
              <a:rPr lang="en-US" err="1"/>
              <a:t>egestas</a:t>
            </a:r>
            <a:r>
              <a:rPr lang="en-US"/>
              <a:t>.</a:t>
            </a:r>
          </a:p>
        </p:txBody>
      </p:sp>
      <p:sp>
        <p:nvSpPr>
          <p:cNvPr id="4" name="Content Placeholder 5"/>
          <p:cNvSpPr>
            <a:spLocks noGrp="1"/>
          </p:cNvSpPr>
          <p:nvPr>
            <p:ph sz="quarter" idx="11" hasCustomPrompt="1"/>
          </p:nvPr>
        </p:nvSpPr>
        <p:spPr>
          <a:xfrm>
            <a:off x="4800600" y="1079500"/>
            <a:ext cx="3986213" cy="3397250"/>
          </a:xfrm>
        </p:spPr>
        <p:txBody>
          <a:bodyPr/>
          <a:lstStyle>
            <a:lvl1pPr marL="171450" indent="-171450">
              <a:buFont typeface="Arial" panose="020B0604020202020204" pitchFamily="34" charset="0"/>
              <a:buChar char="•"/>
              <a:defRPr>
                <a:latin typeface="+mj-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a:t>
            </a:r>
          </a:p>
          <a:p>
            <a:pPr lvl="0"/>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r>
              <a:rPr lang="en-US" err="1"/>
              <a:t>Aliquam</a:t>
            </a:r>
            <a:r>
              <a:rPr lang="en-US"/>
              <a:t> sit </a:t>
            </a:r>
            <a:r>
              <a:rPr lang="en-US" err="1"/>
              <a:t>amet</a:t>
            </a:r>
            <a:r>
              <a:rPr lang="en-US"/>
              <a:t> </a:t>
            </a:r>
            <a:r>
              <a:rPr lang="en-US" err="1"/>
              <a:t>leo</a:t>
            </a:r>
            <a:r>
              <a:rPr lang="en-US"/>
              <a:t> semper, </a:t>
            </a:r>
            <a:r>
              <a:rPr lang="en-US" err="1"/>
              <a:t>tincidunt</a:t>
            </a:r>
            <a:r>
              <a:rPr lang="en-US"/>
              <a:t> dolor a, </a:t>
            </a:r>
            <a:r>
              <a:rPr lang="en-US" err="1"/>
              <a:t>lobortis</a:t>
            </a:r>
            <a:r>
              <a:rPr lang="en-US"/>
              <a:t> </a:t>
            </a:r>
            <a:r>
              <a:rPr lang="en-US" err="1"/>
              <a:t>elit</a:t>
            </a:r>
            <a:r>
              <a:rPr lang="en-US"/>
              <a:t>. </a:t>
            </a:r>
            <a:r>
              <a:rPr lang="en-US" err="1"/>
              <a:t>Nulla</a:t>
            </a:r>
            <a:r>
              <a:rPr lang="en-US"/>
              <a:t> ipsum dolor, </a:t>
            </a:r>
            <a:r>
              <a:rPr lang="en-US" err="1"/>
              <a:t>condimentum</a:t>
            </a:r>
            <a:endParaRPr lang="en-US"/>
          </a:p>
          <a:p>
            <a:pPr lvl="0"/>
            <a:r>
              <a:rPr lang="en-US"/>
              <a:t>at nisi et, </a:t>
            </a:r>
            <a:r>
              <a:rPr lang="en-US" err="1"/>
              <a:t>varius</a:t>
            </a:r>
            <a:r>
              <a:rPr lang="en-US"/>
              <a:t> </a:t>
            </a:r>
            <a:r>
              <a:rPr lang="en-US" err="1"/>
              <a:t>lobortis</a:t>
            </a:r>
            <a:r>
              <a:rPr lang="en-US"/>
              <a:t> </a:t>
            </a:r>
            <a:r>
              <a:rPr lang="en-US" err="1"/>
              <a:t>lectus</a:t>
            </a:r>
            <a:r>
              <a:rPr lang="en-US"/>
              <a:t>. </a:t>
            </a:r>
            <a:r>
              <a:rPr lang="en-US" err="1"/>
              <a:t>Fusce</a:t>
            </a:r>
            <a:r>
              <a:rPr lang="en-US"/>
              <a:t> </a:t>
            </a:r>
            <a:r>
              <a:rPr lang="en-US" err="1"/>
              <a:t>fermentum</a:t>
            </a:r>
            <a:r>
              <a:rPr lang="en-US"/>
              <a:t> </a:t>
            </a:r>
            <a:r>
              <a:rPr lang="en-US" err="1"/>
              <a:t>bibendum</a:t>
            </a:r>
            <a:r>
              <a:rPr lang="en-US"/>
              <a:t> </a:t>
            </a:r>
            <a:r>
              <a:rPr lang="en-US" err="1"/>
              <a:t>varius</a:t>
            </a:r>
            <a:r>
              <a:rPr lang="en-US"/>
              <a:t>. </a:t>
            </a: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r>
              <a:rPr lang="en-US"/>
              <a:t> </a:t>
            </a:r>
            <a:br>
              <a:rPr lang="en-US"/>
            </a:br>
            <a:r>
              <a:rPr lang="en-US"/>
              <a:t>fames ac </a:t>
            </a:r>
            <a:r>
              <a:rPr lang="en-US" err="1"/>
              <a:t>turpis</a:t>
            </a:r>
            <a:r>
              <a:rPr lang="en-US"/>
              <a:t> </a:t>
            </a:r>
            <a:r>
              <a:rPr lang="en-US" err="1"/>
              <a:t>egestas</a:t>
            </a:r>
            <a:r>
              <a:rPr lang="en-US"/>
              <a:t>.</a:t>
            </a:r>
          </a:p>
        </p:txBody>
      </p:sp>
      <p:cxnSp>
        <p:nvCxnSpPr>
          <p:cNvPr id="5" name="Straight Connector 4"/>
          <p:cNvCxnSpPr/>
          <p:nvPr userDrawn="1"/>
        </p:nvCxnSpPr>
        <p:spPr>
          <a:xfrm>
            <a:off x="294409" y="716437"/>
            <a:ext cx="8555182"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8" name="Slide Number Placeholder 1"/>
          <p:cNvSpPr>
            <a:spLocks noGrp="1"/>
          </p:cNvSpPr>
          <p:nvPr>
            <p:ph type="sldNum" sz="quarter" idx="4"/>
          </p:nvPr>
        </p:nvSpPr>
        <p:spPr>
          <a:xfrm>
            <a:off x="7413441" y="4826639"/>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fld id="{3A707DD9-E92B-45E8-BE0A-E6B2EDF345EB}" type="slidenum">
              <a:rPr lang="en-US" smtClean="0"/>
              <a:pPr/>
              <a:t>‹#›</a:t>
            </a:fld>
            <a:endParaRPr lang="en-US"/>
          </a:p>
        </p:txBody>
      </p:sp>
    </p:spTree>
    <p:extLst>
      <p:ext uri="{BB962C8B-B14F-4D97-AF65-F5344CB8AC3E}">
        <p14:creationId xmlns:p14="http://schemas.microsoft.com/office/powerpoint/2010/main" val="21430774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Highligh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Please Add Slide Headline Here</a:t>
            </a:r>
          </a:p>
        </p:txBody>
      </p:sp>
      <p:sp>
        <p:nvSpPr>
          <p:cNvPr id="3" name="Content Placeholder 5"/>
          <p:cNvSpPr>
            <a:spLocks noGrp="1"/>
          </p:cNvSpPr>
          <p:nvPr>
            <p:ph sz="quarter" idx="10" hasCustomPrompt="1"/>
          </p:nvPr>
        </p:nvSpPr>
        <p:spPr>
          <a:xfrm>
            <a:off x="357188" y="1422400"/>
            <a:ext cx="8429625" cy="3054350"/>
          </a:xfrm>
        </p:spPr>
        <p:txBody>
          <a:bodyPr/>
          <a:lstStyle>
            <a:lvl1pPr marL="171450" marR="0" indent="-171450" algn="l" defTabSz="914400" rtl="0" eaLnBrk="1" fontAlgn="auto" latinLnBrk="0" hangingPunct="1">
              <a:lnSpc>
                <a:spcPts val="1600"/>
              </a:lnSpc>
              <a:spcBef>
                <a:spcPts val="264"/>
              </a:spcBef>
              <a:spcAft>
                <a:spcPts val="300"/>
              </a:spcAft>
              <a:buClrTx/>
              <a:buSzTx/>
              <a:buFont typeface="Arial" panose="020B0604020202020204" pitchFamily="34" charset="0"/>
              <a:buChar char="•"/>
              <a:tabLst/>
              <a:defRPr>
                <a:latin typeface="+mj-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 </a:t>
            </a:r>
            <a:br>
              <a:rPr lang="en-US"/>
            </a:br>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r>
              <a:rPr lang="en-US" err="1"/>
              <a:t>Aliquam</a:t>
            </a:r>
            <a:r>
              <a:rPr lang="en-US"/>
              <a:t> sit </a:t>
            </a:r>
            <a:r>
              <a:rPr lang="en-US" err="1"/>
              <a:t>amet</a:t>
            </a:r>
            <a:r>
              <a:rPr lang="en-US"/>
              <a:t> </a:t>
            </a:r>
            <a:r>
              <a:rPr lang="en-US" err="1"/>
              <a:t>leo</a:t>
            </a:r>
            <a:r>
              <a:rPr lang="en-US"/>
              <a:t> semper, </a:t>
            </a:r>
            <a:r>
              <a:rPr lang="en-US" err="1"/>
              <a:t>tincidunt</a:t>
            </a:r>
            <a:r>
              <a:rPr lang="en-US"/>
              <a:t> dolor a, </a:t>
            </a:r>
            <a:r>
              <a:rPr lang="en-US" err="1"/>
              <a:t>lobortis</a:t>
            </a:r>
            <a:r>
              <a:rPr lang="en-US"/>
              <a:t> </a:t>
            </a:r>
            <a:r>
              <a:rPr lang="en-US" err="1"/>
              <a:t>elit</a:t>
            </a:r>
            <a:r>
              <a:rPr lang="en-US"/>
              <a:t>. </a:t>
            </a:r>
            <a:r>
              <a:rPr lang="en-US" err="1"/>
              <a:t>Nulla</a:t>
            </a:r>
            <a:r>
              <a:rPr lang="en-US"/>
              <a:t> ipsum dolor, </a:t>
            </a:r>
            <a:r>
              <a:rPr lang="en-US" err="1"/>
              <a:t>condimentum</a:t>
            </a:r>
            <a:r>
              <a:rPr lang="en-US"/>
              <a:t> </a:t>
            </a:r>
            <a:br>
              <a:rPr lang="en-US"/>
            </a:br>
            <a:r>
              <a:rPr lang="en-US"/>
              <a:t>at nisi et, </a:t>
            </a:r>
            <a:r>
              <a:rPr lang="en-US" err="1"/>
              <a:t>varius</a:t>
            </a:r>
            <a:r>
              <a:rPr lang="en-US"/>
              <a:t> </a:t>
            </a:r>
            <a:r>
              <a:rPr lang="en-US" err="1"/>
              <a:t>lobortis</a:t>
            </a:r>
            <a:r>
              <a:rPr lang="en-US"/>
              <a:t> </a:t>
            </a:r>
            <a:r>
              <a:rPr lang="en-US" err="1"/>
              <a:t>lectus</a:t>
            </a:r>
            <a:r>
              <a:rPr lang="en-US"/>
              <a:t>. </a:t>
            </a:r>
            <a:r>
              <a:rPr lang="en-US" err="1"/>
              <a:t>Fusce</a:t>
            </a:r>
            <a:r>
              <a:rPr lang="en-US"/>
              <a:t> </a:t>
            </a:r>
            <a:r>
              <a:rPr lang="en-US" err="1"/>
              <a:t>fermentum</a:t>
            </a:r>
            <a:r>
              <a:rPr lang="en-US"/>
              <a:t> </a:t>
            </a:r>
            <a:r>
              <a:rPr lang="en-US" err="1"/>
              <a:t>bibendum</a:t>
            </a:r>
            <a:r>
              <a:rPr lang="en-US"/>
              <a:t> </a:t>
            </a:r>
            <a:r>
              <a:rPr lang="en-US" err="1"/>
              <a:t>varius</a:t>
            </a:r>
            <a:r>
              <a:rPr lang="en-US"/>
              <a:t>. </a:t>
            </a: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r>
              <a:rPr lang="en-US"/>
              <a:t> </a:t>
            </a:r>
            <a:br>
              <a:rPr lang="en-US"/>
            </a:br>
            <a:r>
              <a:rPr lang="en-US"/>
              <a:t>fames ac </a:t>
            </a:r>
            <a:r>
              <a:rPr lang="en-US" err="1"/>
              <a:t>turpis</a:t>
            </a:r>
            <a:r>
              <a:rPr lang="en-US"/>
              <a:t> </a:t>
            </a:r>
            <a:r>
              <a:rPr lang="en-US" err="1"/>
              <a:t>egestas</a:t>
            </a:r>
            <a:r>
              <a:rPr lang="en-US"/>
              <a:t>.</a:t>
            </a:r>
          </a:p>
          <a:p>
            <a:pPr marL="171450" marR="0" lvl="0" indent="-171450" algn="l" defTabSz="914400" rtl="0" eaLnBrk="1" fontAlgn="auto" latinLnBrk="0" hangingPunct="1">
              <a:lnSpc>
                <a:spcPts val="1600"/>
              </a:lnSpc>
              <a:spcBef>
                <a:spcPts val="264"/>
              </a:spcBef>
              <a:spcAft>
                <a:spcPts val="300"/>
              </a:spcAft>
              <a:buClrTx/>
              <a:buSzTx/>
              <a:tabLst/>
              <a:defRPr/>
            </a:pPr>
            <a:r>
              <a:rPr lang="en-US" sz="1100">
                <a:latin typeface="+mj-lt"/>
              </a:rPr>
              <a:t>In </a:t>
            </a:r>
            <a:r>
              <a:rPr lang="en-US" sz="1100" err="1">
                <a:latin typeface="+mj-lt"/>
              </a:rPr>
              <a:t>egestas</a:t>
            </a:r>
            <a:r>
              <a:rPr lang="en-US" sz="1100">
                <a:latin typeface="+mj-lt"/>
              </a:rPr>
              <a:t> </a:t>
            </a:r>
            <a:r>
              <a:rPr lang="en-US" sz="1100" err="1">
                <a:latin typeface="+mj-lt"/>
              </a:rPr>
              <a:t>orci</a:t>
            </a:r>
            <a:r>
              <a:rPr lang="en-US" sz="1100">
                <a:latin typeface="+mj-lt"/>
              </a:rPr>
              <a:t> </a:t>
            </a:r>
            <a:r>
              <a:rPr lang="en-US" sz="1100" err="1">
                <a:latin typeface="+mj-lt"/>
              </a:rPr>
              <a:t>eu</a:t>
            </a:r>
            <a:r>
              <a:rPr lang="en-US" sz="1100">
                <a:latin typeface="+mj-lt"/>
              </a:rPr>
              <a:t> </a:t>
            </a:r>
            <a:r>
              <a:rPr lang="en-US" sz="1100" err="1">
                <a:latin typeface="+mj-lt"/>
              </a:rPr>
              <a:t>lacinia</a:t>
            </a:r>
            <a:r>
              <a:rPr lang="en-US" sz="1100">
                <a:latin typeface="+mj-lt"/>
              </a:rPr>
              <a:t> </a:t>
            </a:r>
            <a:r>
              <a:rPr lang="en-US" sz="1100" err="1">
                <a:latin typeface="+mj-lt"/>
              </a:rPr>
              <a:t>consectetur</a:t>
            </a:r>
            <a:r>
              <a:rPr lang="en-US" sz="1100">
                <a:latin typeface="+mj-lt"/>
              </a:rPr>
              <a:t>. In dolor ipsum, gravida et </a:t>
            </a:r>
            <a:r>
              <a:rPr lang="en-US" sz="1100" err="1">
                <a:latin typeface="+mj-lt"/>
              </a:rPr>
              <a:t>sagittis</a:t>
            </a:r>
            <a:r>
              <a:rPr lang="en-US" sz="1100">
                <a:latin typeface="+mj-lt"/>
              </a:rPr>
              <a:t> id, </a:t>
            </a:r>
            <a:r>
              <a:rPr lang="en-US" sz="1100" err="1">
                <a:latin typeface="+mj-lt"/>
              </a:rPr>
              <a:t>sollicitudin</a:t>
            </a:r>
            <a:r>
              <a:rPr lang="en-US" sz="1100">
                <a:latin typeface="+mj-lt"/>
              </a:rPr>
              <a:t> </a:t>
            </a:r>
            <a:r>
              <a:rPr lang="en-US" sz="1100" err="1">
                <a:latin typeface="+mj-lt"/>
              </a:rPr>
              <a:t>ut</a:t>
            </a:r>
            <a:r>
              <a:rPr lang="en-US" sz="1100">
                <a:latin typeface="+mj-lt"/>
              </a:rPr>
              <a:t> </a:t>
            </a:r>
            <a:r>
              <a:rPr lang="en-US" sz="1100" err="1">
                <a:latin typeface="+mj-lt"/>
              </a:rPr>
              <a:t>nisl</a:t>
            </a:r>
            <a:r>
              <a:rPr lang="en-US" sz="1100">
                <a:latin typeface="+mj-lt"/>
              </a:rPr>
              <a:t>. </a:t>
            </a:r>
            <a:r>
              <a:rPr lang="en-US" sz="1100" err="1">
                <a:latin typeface="+mj-lt"/>
              </a:rPr>
              <a:t>Praesent</a:t>
            </a:r>
            <a:r>
              <a:rPr lang="en-US" sz="1100">
                <a:latin typeface="+mj-lt"/>
              </a:rPr>
              <a:t> </a:t>
            </a:r>
            <a:r>
              <a:rPr lang="en-US" sz="1100" err="1">
                <a:latin typeface="+mj-lt"/>
              </a:rPr>
              <a:t>bibendum</a:t>
            </a:r>
            <a:r>
              <a:rPr lang="en-US" sz="1100">
                <a:latin typeface="+mj-lt"/>
              </a:rPr>
              <a:t> tempus </a:t>
            </a:r>
            <a:r>
              <a:rPr lang="en-US" sz="1100" err="1">
                <a:latin typeface="+mj-lt"/>
              </a:rPr>
              <a:t>tellus</a:t>
            </a:r>
            <a:r>
              <a:rPr lang="en-US" sz="1100">
                <a:latin typeface="+mj-lt"/>
              </a:rPr>
              <a:t> </a:t>
            </a:r>
            <a:r>
              <a:rPr lang="en-US" sz="1100" err="1">
                <a:latin typeface="+mj-lt"/>
              </a:rPr>
              <a:t>nec</a:t>
            </a:r>
            <a:r>
              <a:rPr lang="en-US" sz="1100">
                <a:latin typeface="+mj-lt"/>
              </a:rPr>
              <a:t> </a:t>
            </a:r>
            <a:r>
              <a:rPr lang="en-US" sz="1100" err="1">
                <a:latin typeface="+mj-lt"/>
              </a:rPr>
              <a:t>hendrerit</a:t>
            </a:r>
            <a:r>
              <a:rPr lang="en-US" sz="1100">
                <a:latin typeface="+mj-lt"/>
              </a:rPr>
              <a:t>. Nam in </a:t>
            </a:r>
            <a:r>
              <a:rPr lang="en-US" sz="1100" err="1">
                <a:latin typeface="+mj-lt"/>
              </a:rPr>
              <a:t>tempor</a:t>
            </a:r>
            <a:r>
              <a:rPr lang="en-US" sz="1100">
                <a:latin typeface="+mj-lt"/>
              </a:rPr>
              <a:t> </a:t>
            </a:r>
            <a:r>
              <a:rPr lang="en-US" sz="1100" err="1">
                <a:latin typeface="+mj-lt"/>
              </a:rPr>
              <a:t>metus</a:t>
            </a:r>
            <a:r>
              <a:rPr lang="en-US" sz="1100">
                <a:latin typeface="+mj-lt"/>
              </a:rPr>
              <a:t>, ac </a:t>
            </a:r>
            <a:r>
              <a:rPr lang="en-US" sz="1100" err="1">
                <a:latin typeface="+mj-lt"/>
              </a:rPr>
              <a:t>finibus</a:t>
            </a:r>
            <a:r>
              <a:rPr lang="en-US" sz="1100">
                <a:latin typeface="+mj-lt"/>
              </a:rPr>
              <a:t> </a:t>
            </a:r>
            <a:r>
              <a:rPr lang="en-US" sz="1100" err="1">
                <a:latin typeface="+mj-lt"/>
              </a:rPr>
              <a:t>purus</a:t>
            </a:r>
            <a:r>
              <a:rPr lang="en-US" sz="1100">
                <a:latin typeface="+mj-lt"/>
              </a:rPr>
              <a:t>. </a:t>
            </a:r>
            <a:r>
              <a:rPr lang="en-US" sz="1100" err="1">
                <a:latin typeface="+mj-lt"/>
              </a:rPr>
              <a:t>Praesent</a:t>
            </a:r>
            <a:r>
              <a:rPr lang="en-US" sz="1100">
                <a:latin typeface="+mj-lt"/>
              </a:rPr>
              <a:t> </a:t>
            </a:r>
            <a:r>
              <a:rPr lang="en-US" sz="1100" err="1">
                <a:latin typeface="+mj-lt"/>
              </a:rPr>
              <a:t>consequat</a:t>
            </a:r>
            <a:r>
              <a:rPr lang="en-US" sz="1100">
                <a:latin typeface="+mj-lt"/>
              </a:rPr>
              <a:t> </a:t>
            </a:r>
            <a:r>
              <a:rPr lang="en-US" sz="1100" err="1">
                <a:latin typeface="+mj-lt"/>
              </a:rPr>
              <a:t>lectus</a:t>
            </a:r>
            <a:r>
              <a:rPr lang="en-US" sz="1100">
                <a:latin typeface="+mj-lt"/>
              </a:rPr>
              <a:t> sit </a:t>
            </a:r>
            <a:r>
              <a:rPr lang="en-US" sz="1100" err="1">
                <a:latin typeface="+mj-lt"/>
              </a:rPr>
              <a:t>amet</a:t>
            </a:r>
            <a:r>
              <a:rPr lang="en-US" sz="1100">
                <a:latin typeface="+mj-lt"/>
              </a:rPr>
              <a:t> </a:t>
            </a:r>
            <a:r>
              <a:rPr lang="en-US" sz="1100" err="1">
                <a:latin typeface="+mj-lt"/>
              </a:rPr>
              <a:t>tortor</a:t>
            </a:r>
            <a:r>
              <a:rPr lang="en-US" sz="1100">
                <a:latin typeface="+mj-lt"/>
              </a:rPr>
              <a:t> pharetra, </a:t>
            </a:r>
            <a:r>
              <a:rPr lang="en-US" sz="1100" err="1">
                <a:latin typeface="+mj-lt"/>
              </a:rPr>
              <a:t>sed</a:t>
            </a:r>
            <a:r>
              <a:rPr lang="en-US" sz="1100">
                <a:latin typeface="+mj-lt"/>
              </a:rPr>
              <a:t> </a:t>
            </a:r>
            <a:r>
              <a:rPr lang="en-US" sz="1100" err="1">
                <a:latin typeface="+mj-lt"/>
              </a:rPr>
              <a:t>venenatis</a:t>
            </a:r>
            <a:r>
              <a:rPr lang="en-US" sz="1100">
                <a:latin typeface="+mj-lt"/>
              </a:rPr>
              <a:t> </a:t>
            </a:r>
            <a:r>
              <a:rPr lang="en-US" sz="1100" err="1">
                <a:latin typeface="+mj-lt"/>
              </a:rPr>
              <a:t>eros</a:t>
            </a:r>
            <a:r>
              <a:rPr lang="en-US" sz="1100">
                <a:latin typeface="+mj-lt"/>
              </a:rPr>
              <a:t> </a:t>
            </a:r>
            <a:r>
              <a:rPr lang="en-US" sz="1100" err="1">
                <a:latin typeface="+mj-lt"/>
              </a:rPr>
              <a:t>lacinia</a:t>
            </a:r>
            <a:r>
              <a:rPr lang="en-US" sz="1100">
                <a:latin typeface="+mj-lt"/>
              </a:rPr>
              <a:t>. In </a:t>
            </a:r>
            <a:r>
              <a:rPr lang="en-US" sz="1100" err="1">
                <a:latin typeface="+mj-lt"/>
              </a:rPr>
              <a:t>sed</a:t>
            </a:r>
            <a:r>
              <a:rPr lang="en-US" sz="1100">
                <a:latin typeface="+mj-lt"/>
              </a:rPr>
              <a:t> </a:t>
            </a:r>
            <a:r>
              <a:rPr lang="en-US" sz="1100" err="1">
                <a:latin typeface="+mj-lt"/>
              </a:rPr>
              <a:t>erat</a:t>
            </a:r>
            <a:r>
              <a:rPr lang="en-US" sz="1100">
                <a:latin typeface="+mj-lt"/>
              </a:rPr>
              <a:t> libero. </a:t>
            </a:r>
            <a:r>
              <a:rPr lang="en-US" sz="1100" err="1">
                <a:latin typeface="+mj-lt"/>
              </a:rPr>
              <a:t>Sed</a:t>
            </a:r>
            <a:r>
              <a:rPr lang="en-US" sz="1100">
                <a:latin typeface="+mj-lt"/>
              </a:rPr>
              <a:t> lorem </a:t>
            </a:r>
            <a:r>
              <a:rPr lang="en-US" sz="1100" err="1">
                <a:latin typeface="+mj-lt"/>
              </a:rPr>
              <a:t>neque</a:t>
            </a:r>
            <a:r>
              <a:rPr lang="en-US" sz="1100">
                <a:latin typeface="+mj-lt"/>
              </a:rPr>
              <a:t>, </a:t>
            </a:r>
            <a:r>
              <a:rPr lang="en-US" sz="1100" err="1">
                <a:latin typeface="+mj-lt"/>
              </a:rPr>
              <a:t>commodo</a:t>
            </a:r>
            <a:r>
              <a:rPr lang="en-US" sz="1100">
                <a:latin typeface="+mj-lt"/>
              </a:rPr>
              <a:t> vitae ex at, pharetra convallis </a:t>
            </a:r>
            <a:r>
              <a:rPr lang="en-US" sz="1100" err="1">
                <a:latin typeface="+mj-lt"/>
              </a:rPr>
              <a:t>nunc</a:t>
            </a:r>
            <a:r>
              <a:rPr lang="en-US" sz="1100">
                <a:latin typeface="+mj-lt"/>
              </a:rPr>
              <a:t>. In </a:t>
            </a:r>
            <a:r>
              <a:rPr lang="en-US" sz="1100" err="1">
                <a:latin typeface="+mj-lt"/>
              </a:rPr>
              <a:t>vehicula</a:t>
            </a:r>
            <a:r>
              <a:rPr lang="en-US" sz="1100">
                <a:latin typeface="+mj-lt"/>
              </a:rPr>
              <a:t> </a:t>
            </a:r>
            <a:r>
              <a:rPr lang="en-US" sz="1100" err="1">
                <a:latin typeface="+mj-lt"/>
              </a:rPr>
              <a:t>mauris</a:t>
            </a:r>
            <a:r>
              <a:rPr lang="en-US" sz="1100">
                <a:latin typeface="+mj-lt"/>
              </a:rPr>
              <a:t> ligula. </a:t>
            </a:r>
            <a:r>
              <a:rPr lang="en-US" sz="1100" err="1">
                <a:latin typeface="+mj-lt"/>
              </a:rPr>
              <a:t>Suspendisse</a:t>
            </a:r>
            <a:r>
              <a:rPr lang="en-US" sz="1100">
                <a:latin typeface="+mj-lt"/>
              </a:rPr>
              <a:t> in </a:t>
            </a:r>
            <a:r>
              <a:rPr lang="en-US" sz="1100" err="1">
                <a:latin typeface="+mj-lt"/>
              </a:rPr>
              <a:t>tellus</a:t>
            </a:r>
            <a:r>
              <a:rPr lang="en-US" sz="1100">
                <a:latin typeface="+mj-lt"/>
              </a:rPr>
              <a:t> </a:t>
            </a:r>
            <a:r>
              <a:rPr lang="en-US" sz="1100" err="1">
                <a:latin typeface="+mj-lt"/>
              </a:rPr>
              <a:t>congue</a:t>
            </a:r>
            <a:r>
              <a:rPr lang="en-US" sz="1100">
                <a:latin typeface="+mj-lt"/>
              </a:rPr>
              <a:t> </a:t>
            </a:r>
            <a:r>
              <a:rPr lang="en-US" sz="1100" err="1">
                <a:latin typeface="+mj-lt"/>
              </a:rPr>
              <a:t>odio</a:t>
            </a:r>
            <a:r>
              <a:rPr lang="en-US" sz="1100">
                <a:latin typeface="+mj-lt"/>
              </a:rPr>
              <a:t> pharetra </a:t>
            </a:r>
            <a:r>
              <a:rPr lang="en-US" sz="1100" err="1">
                <a:latin typeface="+mj-lt"/>
              </a:rPr>
              <a:t>finibus</a:t>
            </a:r>
            <a:r>
              <a:rPr lang="en-US" sz="1100">
                <a:latin typeface="+mj-lt"/>
              </a:rPr>
              <a:t>. Nam </a:t>
            </a:r>
            <a:r>
              <a:rPr lang="en-US" sz="1100" err="1">
                <a:latin typeface="+mj-lt"/>
              </a:rPr>
              <a:t>vel</a:t>
            </a:r>
            <a:r>
              <a:rPr lang="en-US" sz="1100">
                <a:latin typeface="+mj-lt"/>
              </a:rPr>
              <a:t> </a:t>
            </a:r>
            <a:r>
              <a:rPr lang="en-US" sz="1100" err="1">
                <a:latin typeface="+mj-lt"/>
              </a:rPr>
              <a:t>auctor</a:t>
            </a:r>
            <a:r>
              <a:rPr lang="en-US" sz="1100">
                <a:latin typeface="+mj-lt"/>
              </a:rPr>
              <a:t> </a:t>
            </a:r>
            <a:r>
              <a:rPr lang="en-US" sz="1100" err="1">
                <a:latin typeface="+mj-lt"/>
              </a:rPr>
              <a:t>justo</a:t>
            </a:r>
            <a:r>
              <a:rPr lang="en-US" sz="1100">
                <a:latin typeface="+mj-lt"/>
              </a:rPr>
              <a:t>, vitae </a:t>
            </a:r>
            <a:r>
              <a:rPr lang="en-US" sz="1100" err="1">
                <a:latin typeface="+mj-lt"/>
              </a:rPr>
              <a:t>hendrerit</a:t>
            </a:r>
            <a:r>
              <a:rPr lang="en-US" sz="1100">
                <a:latin typeface="+mj-lt"/>
              </a:rPr>
              <a:t> </a:t>
            </a:r>
            <a:r>
              <a:rPr lang="en-US" sz="1100" err="1">
                <a:latin typeface="+mj-lt"/>
              </a:rPr>
              <a:t>orci</a:t>
            </a:r>
            <a:r>
              <a:rPr lang="en-US" sz="1100">
                <a:latin typeface="+mj-lt"/>
              </a:rPr>
              <a:t>. </a:t>
            </a:r>
            <a:r>
              <a:rPr lang="en-US" sz="1100" err="1">
                <a:latin typeface="+mj-lt"/>
              </a:rPr>
              <a:t>Duis</a:t>
            </a:r>
            <a:r>
              <a:rPr lang="en-US" sz="1100">
                <a:latin typeface="+mj-lt"/>
              </a:rPr>
              <a:t> </a:t>
            </a:r>
            <a:r>
              <a:rPr lang="en-US" sz="1100" err="1">
                <a:latin typeface="+mj-lt"/>
              </a:rPr>
              <a:t>nec</a:t>
            </a:r>
            <a:r>
              <a:rPr lang="en-US" sz="1100">
                <a:latin typeface="+mj-lt"/>
              </a:rPr>
              <a:t> </a:t>
            </a:r>
            <a:r>
              <a:rPr lang="en-US" sz="1100" err="1">
                <a:latin typeface="+mj-lt"/>
              </a:rPr>
              <a:t>sapien</a:t>
            </a:r>
            <a:r>
              <a:rPr lang="en-US" sz="1100">
                <a:latin typeface="+mj-lt"/>
              </a:rPr>
              <a:t> </a:t>
            </a:r>
            <a:r>
              <a:rPr lang="en-US" sz="1100" err="1">
                <a:latin typeface="+mj-lt"/>
              </a:rPr>
              <a:t>viverra</a:t>
            </a:r>
            <a:r>
              <a:rPr lang="en-US" sz="1100">
                <a:latin typeface="+mj-lt"/>
              </a:rPr>
              <a:t>, </a:t>
            </a:r>
            <a:r>
              <a:rPr lang="en-US" sz="1100" err="1">
                <a:latin typeface="+mj-lt"/>
              </a:rPr>
              <a:t>bibendum</a:t>
            </a:r>
            <a:r>
              <a:rPr lang="en-US" sz="1100">
                <a:latin typeface="+mj-lt"/>
              </a:rPr>
              <a:t> </a:t>
            </a:r>
            <a:r>
              <a:rPr lang="en-US" sz="1100" err="1">
                <a:latin typeface="+mj-lt"/>
              </a:rPr>
              <a:t>tellus</a:t>
            </a:r>
            <a:r>
              <a:rPr lang="en-US" sz="1100">
                <a:latin typeface="+mj-lt"/>
              </a:rPr>
              <a:t> </a:t>
            </a:r>
            <a:r>
              <a:rPr lang="en-US" sz="1100" err="1">
                <a:latin typeface="+mj-lt"/>
              </a:rPr>
              <a:t>eget</a:t>
            </a:r>
            <a:r>
              <a:rPr lang="en-US" sz="1100">
                <a:latin typeface="+mj-lt"/>
              </a:rPr>
              <a:t>, </a:t>
            </a:r>
            <a:r>
              <a:rPr lang="en-US" sz="1100" err="1">
                <a:latin typeface="+mj-lt"/>
              </a:rPr>
              <a:t>pellentesque</a:t>
            </a:r>
            <a:r>
              <a:rPr lang="en-US" sz="1100">
                <a:latin typeface="+mj-lt"/>
              </a:rPr>
              <a:t> </a:t>
            </a:r>
            <a:r>
              <a:rPr lang="en-US" sz="1100" err="1">
                <a:latin typeface="+mj-lt"/>
              </a:rPr>
              <a:t>massa</a:t>
            </a:r>
            <a:r>
              <a:rPr lang="en-US" sz="1100">
                <a:latin typeface="+mj-lt"/>
              </a:rPr>
              <a:t>. </a:t>
            </a:r>
            <a:r>
              <a:rPr lang="en-US" sz="1100" err="1">
                <a:latin typeface="+mj-lt"/>
              </a:rPr>
              <a:t>Nulla</a:t>
            </a:r>
            <a:r>
              <a:rPr lang="en-US" sz="1100">
                <a:latin typeface="+mj-lt"/>
              </a:rPr>
              <a:t> </a:t>
            </a:r>
            <a:r>
              <a:rPr lang="en-US" sz="1100" err="1">
                <a:latin typeface="+mj-lt"/>
              </a:rPr>
              <a:t>feugiat</a:t>
            </a:r>
            <a:r>
              <a:rPr lang="en-US" sz="1100">
                <a:latin typeface="+mj-lt"/>
              </a:rPr>
              <a:t>, </a:t>
            </a:r>
            <a:r>
              <a:rPr lang="en-US" sz="1100" err="1">
                <a:latin typeface="+mj-lt"/>
              </a:rPr>
              <a:t>turpis</a:t>
            </a:r>
            <a:r>
              <a:rPr lang="en-US" sz="1100">
                <a:latin typeface="+mj-lt"/>
              </a:rPr>
              <a:t> et </a:t>
            </a:r>
            <a:r>
              <a:rPr lang="en-US" sz="1100" err="1">
                <a:latin typeface="+mj-lt"/>
              </a:rPr>
              <a:t>posuere</a:t>
            </a:r>
            <a:r>
              <a:rPr lang="en-US" sz="1100">
                <a:latin typeface="+mj-lt"/>
              </a:rPr>
              <a:t> </a:t>
            </a:r>
            <a:r>
              <a:rPr lang="en-US" sz="1100" err="1">
                <a:latin typeface="+mj-lt"/>
              </a:rPr>
              <a:t>viverra</a:t>
            </a:r>
            <a:r>
              <a:rPr lang="en-US" sz="1100">
                <a:latin typeface="+mj-lt"/>
              </a:rPr>
              <a:t>, ipsum </a:t>
            </a:r>
            <a:r>
              <a:rPr lang="en-US" sz="1100" err="1">
                <a:latin typeface="+mj-lt"/>
              </a:rPr>
              <a:t>sem</a:t>
            </a:r>
            <a:r>
              <a:rPr lang="en-US" sz="1100">
                <a:latin typeface="+mj-lt"/>
              </a:rPr>
              <a:t> </a:t>
            </a:r>
            <a:r>
              <a:rPr lang="en-US" sz="1100" err="1">
                <a:latin typeface="+mj-lt"/>
              </a:rPr>
              <a:t>tincidunt</a:t>
            </a:r>
            <a:r>
              <a:rPr lang="en-US" sz="1100">
                <a:latin typeface="+mj-lt"/>
              </a:rPr>
              <a:t> </a:t>
            </a:r>
            <a:r>
              <a:rPr lang="en-US" sz="1100" err="1">
                <a:latin typeface="+mj-lt"/>
              </a:rPr>
              <a:t>est</a:t>
            </a:r>
            <a:r>
              <a:rPr lang="en-US" sz="1100">
                <a:latin typeface="+mj-lt"/>
              </a:rPr>
              <a:t>, </a:t>
            </a:r>
            <a:r>
              <a:rPr lang="en-US" sz="1100" err="1">
                <a:latin typeface="+mj-lt"/>
              </a:rPr>
              <a:t>finibus</a:t>
            </a:r>
            <a:r>
              <a:rPr lang="en-US" sz="1100">
                <a:latin typeface="+mj-lt"/>
              </a:rPr>
              <a:t> </a:t>
            </a:r>
            <a:r>
              <a:rPr lang="en-US" sz="1100" err="1">
                <a:latin typeface="+mj-lt"/>
              </a:rPr>
              <a:t>tempor</a:t>
            </a:r>
            <a:r>
              <a:rPr lang="en-US" sz="1100">
                <a:latin typeface="+mj-lt"/>
              </a:rPr>
              <a:t> </a:t>
            </a:r>
            <a:r>
              <a:rPr lang="en-US" sz="1100" err="1">
                <a:latin typeface="+mj-lt"/>
              </a:rPr>
              <a:t>nibh</a:t>
            </a:r>
            <a:r>
              <a:rPr lang="en-US" sz="1100">
                <a:latin typeface="+mj-lt"/>
              </a:rPr>
              <a:t> ante semper diam. </a:t>
            </a:r>
            <a:r>
              <a:rPr lang="en-US" sz="1100" err="1">
                <a:latin typeface="+mj-lt"/>
              </a:rPr>
              <a:t>Nullam</a:t>
            </a:r>
            <a:r>
              <a:rPr lang="en-US" sz="1100">
                <a:latin typeface="+mj-lt"/>
              </a:rPr>
              <a:t> </a:t>
            </a:r>
            <a:r>
              <a:rPr lang="en-US" sz="1100" err="1">
                <a:latin typeface="+mj-lt"/>
              </a:rPr>
              <a:t>quis</a:t>
            </a:r>
            <a:r>
              <a:rPr lang="en-US" sz="1100">
                <a:latin typeface="+mj-lt"/>
              </a:rPr>
              <a:t> </a:t>
            </a:r>
            <a:r>
              <a:rPr lang="en-US" sz="1100" err="1">
                <a:latin typeface="+mj-lt"/>
              </a:rPr>
              <a:t>euismod</a:t>
            </a:r>
            <a:r>
              <a:rPr lang="en-US" sz="1100">
                <a:latin typeface="+mj-lt"/>
              </a:rPr>
              <a:t> </a:t>
            </a:r>
            <a:r>
              <a:rPr lang="en-US" sz="1100" err="1">
                <a:latin typeface="+mj-lt"/>
              </a:rPr>
              <a:t>neque</a:t>
            </a:r>
            <a:r>
              <a:rPr lang="en-US" sz="1100">
                <a:latin typeface="+mj-lt"/>
              </a:rPr>
              <a:t>, </a:t>
            </a:r>
            <a:r>
              <a:rPr lang="en-US" sz="1100" err="1">
                <a:latin typeface="+mj-lt"/>
              </a:rPr>
              <a:t>nec</a:t>
            </a:r>
            <a:r>
              <a:rPr lang="en-US" sz="1100">
                <a:latin typeface="+mj-lt"/>
              </a:rPr>
              <a:t> </a:t>
            </a:r>
            <a:r>
              <a:rPr lang="en-US" sz="1100" err="1">
                <a:latin typeface="+mj-lt"/>
              </a:rPr>
              <a:t>facilisis</a:t>
            </a:r>
            <a:r>
              <a:rPr lang="en-US" sz="1100">
                <a:latin typeface="+mj-lt"/>
              </a:rPr>
              <a:t> sem. </a:t>
            </a:r>
            <a:r>
              <a:rPr lang="en-US" sz="1100" err="1">
                <a:latin typeface="+mj-lt"/>
              </a:rPr>
              <a:t>Morbi</a:t>
            </a:r>
            <a:r>
              <a:rPr lang="en-US" sz="1100">
                <a:latin typeface="+mj-lt"/>
              </a:rPr>
              <a:t> </a:t>
            </a:r>
            <a:r>
              <a:rPr lang="en-US" sz="1100" err="1">
                <a:latin typeface="+mj-lt"/>
              </a:rPr>
              <a:t>egestas</a:t>
            </a:r>
            <a:r>
              <a:rPr lang="en-US" sz="1100">
                <a:latin typeface="+mj-lt"/>
              </a:rPr>
              <a:t> </a:t>
            </a:r>
            <a:r>
              <a:rPr lang="en-US" sz="1100" err="1">
                <a:latin typeface="+mj-lt"/>
              </a:rPr>
              <a:t>iaculis</a:t>
            </a:r>
            <a:r>
              <a:rPr lang="en-US" sz="1100">
                <a:latin typeface="+mj-lt"/>
              </a:rPr>
              <a:t> </a:t>
            </a:r>
            <a:r>
              <a:rPr lang="en-US" sz="1100" err="1">
                <a:latin typeface="+mj-lt"/>
              </a:rPr>
              <a:t>dignissim</a:t>
            </a:r>
            <a:r>
              <a:rPr lang="en-US" sz="1100">
                <a:latin typeface="+mj-lt"/>
              </a:rPr>
              <a:t>. In </a:t>
            </a:r>
            <a:r>
              <a:rPr lang="en-US" sz="1100" err="1">
                <a:latin typeface="+mj-lt"/>
              </a:rPr>
              <a:t>accumsan</a:t>
            </a:r>
            <a:r>
              <a:rPr lang="en-US" sz="1100">
                <a:latin typeface="+mj-lt"/>
              </a:rPr>
              <a:t> </a:t>
            </a:r>
            <a:r>
              <a:rPr lang="en-US" sz="1100" err="1">
                <a:latin typeface="+mj-lt"/>
              </a:rPr>
              <a:t>tortor</a:t>
            </a:r>
            <a:r>
              <a:rPr lang="en-US" sz="1100">
                <a:latin typeface="+mj-lt"/>
              </a:rPr>
              <a:t> </a:t>
            </a:r>
            <a:r>
              <a:rPr lang="en-US" sz="1100" err="1">
                <a:latin typeface="+mj-lt"/>
              </a:rPr>
              <a:t>elit</a:t>
            </a:r>
            <a:r>
              <a:rPr lang="en-US" sz="1100">
                <a:latin typeface="+mj-lt"/>
              </a:rPr>
              <a:t>, non </a:t>
            </a:r>
            <a:r>
              <a:rPr lang="en-US" sz="1100" err="1">
                <a:latin typeface="+mj-lt"/>
              </a:rPr>
              <a:t>euismod</a:t>
            </a:r>
            <a:r>
              <a:rPr lang="en-US" sz="1100">
                <a:latin typeface="+mj-lt"/>
              </a:rPr>
              <a:t> </a:t>
            </a:r>
            <a:r>
              <a:rPr lang="en-US" sz="1100" err="1">
                <a:latin typeface="+mj-lt"/>
              </a:rPr>
              <a:t>eros</a:t>
            </a:r>
            <a:r>
              <a:rPr lang="en-US" sz="1100">
                <a:latin typeface="+mj-lt"/>
              </a:rPr>
              <a:t> </a:t>
            </a:r>
            <a:r>
              <a:rPr lang="en-US" sz="1100" err="1">
                <a:latin typeface="+mj-lt"/>
              </a:rPr>
              <a:t>accumsan</a:t>
            </a:r>
            <a:r>
              <a:rPr lang="en-US" sz="1100">
                <a:latin typeface="+mj-lt"/>
              </a:rPr>
              <a:t> ac. </a:t>
            </a:r>
            <a:r>
              <a:rPr lang="en-US" sz="1100" err="1">
                <a:latin typeface="+mj-lt"/>
              </a:rPr>
              <a:t>Sed</a:t>
            </a:r>
            <a:r>
              <a:rPr lang="en-US" sz="1100">
                <a:latin typeface="+mj-lt"/>
              </a:rPr>
              <a:t> </a:t>
            </a:r>
            <a:r>
              <a:rPr lang="en-US" sz="1100" err="1">
                <a:latin typeface="+mj-lt"/>
              </a:rPr>
              <a:t>ultrices</a:t>
            </a:r>
            <a:r>
              <a:rPr lang="en-US" sz="1100">
                <a:latin typeface="+mj-lt"/>
              </a:rPr>
              <a:t> mi lorem, </a:t>
            </a:r>
            <a:r>
              <a:rPr lang="en-US" sz="1100" err="1">
                <a:latin typeface="+mj-lt"/>
              </a:rPr>
              <a:t>ut</a:t>
            </a:r>
            <a:r>
              <a:rPr lang="en-US" sz="1100">
                <a:latin typeface="+mj-lt"/>
              </a:rPr>
              <a:t> </a:t>
            </a:r>
            <a:r>
              <a:rPr lang="en-US" sz="1100" err="1">
                <a:latin typeface="+mj-lt"/>
              </a:rPr>
              <a:t>dignissim</a:t>
            </a:r>
            <a:r>
              <a:rPr lang="en-US" sz="1100">
                <a:latin typeface="+mj-lt"/>
              </a:rPr>
              <a:t> </a:t>
            </a:r>
            <a:r>
              <a:rPr lang="en-US" sz="1100" err="1">
                <a:latin typeface="+mj-lt"/>
              </a:rPr>
              <a:t>nibh</a:t>
            </a:r>
            <a:r>
              <a:rPr lang="en-US" sz="1100">
                <a:latin typeface="+mj-lt"/>
              </a:rPr>
              <a:t> </a:t>
            </a:r>
            <a:r>
              <a:rPr lang="en-US" sz="1100" err="1">
                <a:latin typeface="+mj-lt"/>
              </a:rPr>
              <a:t>facilisis</a:t>
            </a:r>
            <a:r>
              <a:rPr lang="en-US" sz="1100">
                <a:latin typeface="+mj-lt"/>
              </a:rPr>
              <a:t> vel.</a:t>
            </a:r>
          </a:p>
        </p:txBody>
      </p:sp>
      <p:sp>
        <p:nvSpPr>
          <p:cNvPr id="5" name="Text Placeholder 4"/>
          <p:cNvSpPr>
            <a:spLocks noGrp="1"/>
          </p:cNvSpPr>
          <p:nvPr>
            <p:ph type="body" sz="quarter" idx="11" hasCustomPrompt="1"/>
          </p:nvPr>
        </p:nvSpPr>
        <p:spPr>
          <a:xfrm>
            <a:off x="357188" y="1079500"/>
            <a:ext cx="8429625" cy="342900"/>
          </a:xfrm>
        </p:spPr>
        <p:txBody>
          <a:bodyPr wrap="none" bIns="0">
            <a:noAutofit/>
          </a:bodyPr>
          <a:lstStyle>
            <a:lvl1pPr marL="0" indent="0">
              <a:spcBef>
                <a:spcPts val="288"/>
              </a:spcBef>
              <a:buNone/>
              <a:defRPr sz="1200" b="1" i="0" cap="all" spc="200" baseline="0">
                <a:solidFill>
                  <a:schemeClr val="accent2"/>
                </a:solidFill>
              </a:defRPr>
            </a:lvl1pPr>
          </a:lstStyle>
          <a:p>
            <a:pPr lvl="0"/>
            <a:r>
              <a:rPr lang="en-US"/>
              <a:t>Highlight goes here</a:t>
            </a:r>
          </a:p>
        </p:txBody>
      </p:sp>
      <p:cxnSp>
        <p:nvCxnSpPr>
          <p:cNvPr id="6" name="Straight Connector 5"/>
          <p:cNvCxnSpPr/>
          <p:nvPr userDrawn="1"/>
        </p:nvCxnSpPr>
        <p:spPr>
          <a:xfrm>
            <a:off x="294409" y="716437"/>
            <a:ext cx="8555182"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8" name="Slide Number Placeholder 1"/>
          <p:cNvSpPr>
            <a:spLocks noGrp="1"/>
          </p:cNvSpPr>
          <p:nvPr>
            <p:ph type="sldNum" sz="quarter" idx="4"/>
          </p:nvPr>
        </p:nvSpPr>
        <p:spPr>
          <a:xfrm>
            <a:off x="7413441" y="4826639"/>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fld id="{3A707DD9-E92B-45E8-BE0A-E6B2EDF345EB}" type="slidenum">
              <a:rPr lang="en-US" smtClean="0"/>
              <a:pPr/>
              <a:t>‹#›</a:t>
            </a:fld>
            <a:endParaRPr lang="en-US"/>
          </a:p>
        </p:txBody>
      </p:sp>
    </p:spTree>
    <p:extLst>
      <p:ext uri="{BB962C8B-B14F-4D97-AF65-F5344CB8AC3E}">
        <p14:creationId xmlns:p14="http://schemas.microsoft.com/office/powerpoint/2010/main" val="6546467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Please Add Slide Headline Here</a:t>
            </a:r>
          </a:p>
        </p:txBody>
      </p:sp>
      <p:sp>
        <p:nvSpPr>
          <p:cNvPr id="3" name="Content Placeholder 5"/>
          <p:cNvSpPr>
            <a:spLocks noGrp="1"/>
          </p:cNvSpPr>
          <p:nvPr>
            <p:ph sz="quarter" idx="10" hasCustomPrompt="1"/>
          </p:nvPr>
        </p:nvSpPr>
        <p:spPr>
          <a:xfrm>
            <a:off x="357189" y="1422400"/>
            <a:ext cx="3986211" cy="3054350"/>
          </a:xfrm>
        </p:spPr>
        <p:txBody>
          <a:bodyPr/>
          <a:lstStyle>
            <a:lvl1pPr marL="171450" indent="-171450">
              <a:buFont typeface="Arial" panose="020B0604020202020204" pitchFamily="34" charset="0"/>
              <a:buChar char="•"/>
              <a:defRPr>
                <a:latin typeface="+mj-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a:t>
            </a:r>
          </a:p>
          <a:p>
            <a:pPr lvl="0"/>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r>
              <a:rPr lang="en-US" err="1"/>
              <a:t>Aliquam</a:t>
            </a:r>
            <a:r>
              <a:rPr lang="en-US"/>
              <a:t> sit </a:t>
            </a:r>
            <a:r>
              <a:rPr lang="en-US" err="1"/>
              <a:t>amet</a:t>
            </a:r>
            <a:r>
              <a:rPr lang="en-US"/>
              <a:t> </a:t>
            </a:r>
            <a:r>
              <a:rPr lang="en-US" err="1"/>
              <a:t>leo</a:t>
            </a:r>
            <a:r>
              <a:rPr lang="en-US"/>
              <a:t> semper, </a:t>
            </a:r>
            <a:r>
              <a:rPr lang="en-US" err="1"/>
              <a:t>tincidunt</a:t>
            </a:r>
            <a:r>
              <a:rPr lang="en-US"/>
              <a:t> dolor a, </a:t>
            </a:r>
            <a:r>
              <a:rPr lang="en-US" err="1"/>
              <a:t>lobortis</a:t>
            </a:r>
            <a:r>
              <a:rPr lang="en-US"/>
              <a:t> </a:t>
            </a:r>
            <a:r>
              <a:rPr lang="en-US" err="1"/>
              <a:t>elit</a:t>
            </a:r>
            <a:r>
              <a:rPr lang="en-US"/>
              <a:t>. </a:t>
            </a:r>
            <a:r>
              <a:rPr lang="en-US" err="1"/>
              <a:t>Nulla</a:t>
            </a:r>
            <a:r>
              <a:rPr lang="en-US"/>
              <a:t> ipsum dolor, </a:t>
            </a:r>
            <a:r>
              <a:rPr lang="en-US" err="1"/>
              <a:t>condimentum</a:t>
            </a:r>
            <a:r>
              <a:rPr lang="en-US"/>
              <a:t> </a:t>
            </a:r>
          </a:p>
          <a:p>
            <a:pPr lvl="0"/>
            <a:r>
              <a:rPr lang="en-US"/>
              <a:t>at nisi et, </a:t>
            </a:r>
            <a:r>
              <a:rPr lang="en-US" err="1"/>
              <a:t>varius</a:t>
            </a:r>
            <a:r>
              <a:rPr lang="en-US"/>
              <a:t> </a:t>
            </a:r>
            <a:r>
              <a:rPr lang="en-US" err="1"/>
              <a:t>lobortis</a:t>
            </a:r>
            <a:r>
              <a:rPr lang="en-US"/>
              <a:t> </a:t>
            </a:r>
            <a:r>
              <a:rPr lang="en-US" err="1"/>
              <a:t>lectus</a:t>
            </a:r>
            <a:r>
              <a:rPr lang="en-US"/>
              <a:t>. </a:t>
            </a:r>
            <a:r>
              <a:rPr lang="en-US" err="1"/>
              <a:t>Fusce</a:t>
            </a:r>
            <a:r>
              <a:rPr lang="en-US"/>
              <a:t> </a:t>
            </a:r>
            <a:r>
              <a:rPr lang="en-US" err="1"/>
              <a:t>fermentum</a:t>
            </a:r>
            <a:r>
              <a:rPr lang="en-US"/>
              <a:t> </a:t>
            </a:r>
            <a:r>
              <a:rPr lang="en-US" err="1"/>
              <a:t>bibendum</a:t>
            </a:r>
            <a:r>
              <a:rPr lang="en-US"/>
              <a:t> </a:t>
            </a:r>
            <a:r>
              <a:rPr lang="en-US" err="1"/>
              <a:t>varius</a:t>
            </a:r>
            <a:r>
              <a:rPr lang="en-US"/>
              <a:t>. </a:t>
            </a: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endParaRPr lang="en-US"/>
          </a:p>
        </p:txBody>
      </p:sp>
      <p:sp>
        <p:nvSpPr>
          <p:cNvPr id="5" name="Text Placeholder 4"/>
          <p:cNvSpPr>
            <a:spLocks noGrp="1"/>
          </p:cNvSpPr>
          <p:nvPr>
            <p:ph type="body" sz="quarter" idx="11" hasCustomPrompt="1"/>
          </p:nvPr>
        </p:nvSpPr>
        <p:spPr>
          <a:xfrm>
            <a:off x="357189" y="1079500"/>
            <a:ext cx="3986212" cy="342900"/>
          </a:xfrm>
        </p:spPr>
        <p:txBody>
          <a:bodyPr wrap="none" bIns="0">
            <a:noAutofit/>
          </a:bodyPr>
          <a:lstStyle>
            <a:lvl1pPr marL="0" indent="0">
              <a:spcBef>
                <a:spcPts val="288"/>
              </a:spcBef>
              <a:buNone/>
              <a:defRPr sz="1200" b="1" i="0" cap="all" spc="200" baseline="0">
                <a:solidFill>
                  <a:schemeClr val="accent2"/>
                </a:solidFill>
              </a:defRPr>
            </a:lvl1pPr>
          </a:lstStyle>
          <a:p>
            <a:pPr lvl="0"/>
            <a:r>
              <a:rPr lang="en-US"/>
              <a:t>Highlight goes here</a:t>
            </a:r>
          </a:p>
        </p:txBody>
      </p:sp>
      <p:sp>
        <p:nvSpPr>
          <p:cNvPr id="6" name="Content Placeholder 5"/>
          <p:cNvSpPr>
            <a:spLocks noGrp="1"/>
          </p:cNvSpPr>
          <p:nvPr>
            <p:ph sz="quarter" idx="12" hasCustomPrompt="1"/>
          </p:nvPr>
        </p:nvSpPr>
        <p:spPr>
          <a:xfrm>
            <a:off x="4800599" y="1422400"/>
            <a:ext cx="3993357" cy="3054350"/>
          </a:xfrm>
        </p:spPr>
        <p:txBody>
          <a:bodyPr/>
          <a:lstStyle>
            <a:lvl1pPr marL="171450" indent="-171450">
              <a:buFont typeface="Arial" panose="020B0604020202020204" pitchFamily="34" charset="0"/>
              <a:buChar char="•"/>
              <a:defRPr>
                <a:latin typeface="+mj-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a:t>
            </a:r>
          </a:p>
          <a:p>
            <a:pPr lvl="0"/>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r>
              <a:rPr lang="en-US" err="1"/>
              <a:t>Aliquam</a:t>
            </a:r>
            <a:r>
              <a:rPr lang="en-US"/>
              <a:t> sit </a:t>
            </a:r>
            <a:r>
              <a:rPr lang="en-US" err="1"/>
              <a:t>amet</a:t>
            </a:r>
            <a:r>
              <a:rPr lang="en-US"/>
              <a:t> </a:t>
            </a:r>
            <a:r>
              <a:rPr lang="en-US" err="1"/>
              <a:t>leo</a:t>
            </a:r>
            <a:r>
              <a:rPr lang="en-US"/>
              <a:t> semper, </a:t>
            </a:r>
            <a:r>
              <a:rPr lang="en-US" err="1"/>
              <a:t>tincidunt</a:t>
            </a:r>
            <a:r>
              <a:rPr lang="en-US"/>
              <a:t> dolor a, </a:t>
            </a:r>
            <a:r>
              <a:rPr lang="en-US" err="1"/>
              <a:t>lobortis</a:t>
            </a:r>
            <a:r>
              <a:rPr lang="en-US"/>
              <a:t> </a:t>
            </a:r>
            <a:r>
              <a:rPr lang="en-US" err="1"/>
              <a:t>elit</a:t>
            </a:r>
            <a:r>
              <a:rPr lang="en-US"/>
              <a:t>. </a:t>
            </a:r>
            <a:r>
              <a:rPr lang="en-US" err="1"/>
              <a:t>Nulla</a:t>
            </a:r>
            <a:r>
              <a:rPr lang="en-US"/>
              <a:t> ipsum dolor, </a:t>
            </a:r>
            <a:r>
              <a:rPr lang="en-US" err="1"/>
              <a:t>condimentum</a:t>
            </a:r>
            <a:r>
              <a:rPr lang="en-US"/>
              <a:t> </a:t>
            </a:r>
          </a:p>
          <a:p>
            <a:pPr lvl="0"/>
            <a:r>
              <a:rPr lang="en-US"/>
              <a:t>at nisi et, </a:t>
            </a:r>
            <a:r>
              <a:rPr lang="en-US" err="1"/>
              <a:t>varius</a:t>
            </a:r>
            <a:r>
              <a:rPr lang="en-US"/>
              <a:t> </a:t>
            </a:r>
            <a:r>
              <a:rPr lang="en-US" err="1"/>
              <a:t>lobortis</a:t>
            </a:r>
            <a:r>
              <a:rPr lang="en-US"/>
              <a:t> </a:t>
            </a:r>
            <a:r>
              <a:rPr lang="en-US" err="1"/>
              <a:t>lectus</a:t>
            </a:r>
            <a:r>
              <a:rPr lang="en-US"/>
              <a:t>. </a:t>
            </a:r>
            <a:r>
              <a:rPr lang="en-US" err="1"/>
              <a:t>Fusce</a:t>
            </a:r>
            <a:r>
              <a:rPr lang="en-US"/>
              <a:t> </a:t>
            </a:r>
            <a:r>
              <a:rPr lang="en-US" err="1"/>
              <a:t>fermentum</a:t>
            </a:r>
            <a:r>
              <a:rPr lang="en-US"/>
              <a:t> </a:t>
            </a:r>
            <a:r>
              <a:rPr lang="en-US" err="1"/>
              <a:t>bibendum</a:t>
            </a:r>
            <a:r>
              <a:rPr lang="en-US"/>
              <a:t> </a:t>
            </a:r>
            <a:r>
              <a:rPr lang="en-US" err="1"/>
              <a:t>varius</a:t>
            </a:r>
            <a:r>
              <a:rPr lang="en-US"/>
              <a:t>. </a:t>
            </a: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endParaRPr lang="en-US"/>
          </a:p>
        </p:txBody>
      </p:sp>
      <p:sp>
        <p:nvSpPr>
          <p:cNvPr id="7" name="Text Placeholder 4"/>
          <p:cNvSpPr>
            <a:spLocks noGrp="1"/>
          </p:cNvSpPr>
          <p:nvPr>
            <p:ph type="body" sz="quarter" idx="13" hasCustomPrompt="1"/>
          </p:nvPr>
        </p:nvSpPr>
        <p:spPr>
          <a:xfrm>
            <a:off x="4800597" y="1079500"/>
            <a:ext cx="3993359" cy="342900"/>
          </a:xfrm>
        </p:spPr>
        <p:txBody>
          <a:bodyPr wrap="none" bIns="0">
            <a:noAutofit/>
          </a:bodyPr>
          <a:lstStyle>
            <a:lvl1pPr marL="0" indent="0">
              <a:spcBef>
                <a:spcPts val="288"/>
              </a:spcBef>
              <a:buNone/>
              <a:defRPr sz="1200" b="1" i="0" cap="all" spc="200" baseline="0">
                <a:solidFill>
                  <a:schemeClr val="accent2"/>
                </a:solidFill>
              </a:defRPr>
            </a:lvl1pPr>
          </a:lstStyle>
          <a:p>
            <a:pPr lvl="0"/>
            <a:r>
              <a:rPr lang="en-US"/>
              <a:t>OTHER Highlight goes here</a:t>
            </a:r>
          </a:p>
        </p:txBody>
      </p:sp>
      <p:cxnSp>
        <p:nvCxnSpPr>
          <p:cNvPr id="8" name="Straight Connector 7"/>
          <p:cNvCxnSpPr/>
          <p:nvPr userDrawn="1"/>
        </p:nvCxnSpPr>
        <p:spPr>
          <a:xfrm>
            <a:off x="294409" y="716437"/>
            <a:ext cx="8555182"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10" name="Slide Number Placeholder 1"/>
          <p:cNvSpPr>
            <a:spLocks noGrp="1"/>
          </p:cNvSpPr>
          <p:nvPr>
            <p:ph type="sldNum" sz="quarter" idx="4"/>
          </p:nvPr>
        </p:nvSpPr>
        <p:spPr>
          <a:xfrm>
            <a:off x="7413441" y="4826639"/>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fld id="{3A707DD9-E92B-45E8-BE0A-E6B2EDF345EB}" type="slidenum">
              <a:rPr lang="en-US" smtClean="0"/>
              <a:pPr/>
              <a:t>‹#›</a:t>
            </a:fld>
            <a:endParaRPr lang="en-US"/>
          </a:p>
        </p:txBody>
      </p:sp>
    </p:spTree>
    <p:extLst>
      <p:ext uri="{BB962C8B-B14F-4D97-AF65-F5344CB8AC3E}">
        <p14:creationId xmlns:p14="http://schemas.microsoft.com/office/powerpoint/2010/main" val="2779411192"/>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and Pictur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Please Add Slide Headline Here</a:t>
            </a:r>
          </a:p>
        </p:txBody>
      </p:sp>
      <p:sp>
        <p:nvSpPr>
          <p:cNvPr id="6" name="Content Placeholder 5"/>
          <p:cNvSpPr>
            <a:spLocks noGrp="1"/>
          </p:cNvSpPr>
          <p:nvPr>
            <p:ph sz="quarter" idx="10" hasCustomPrompt="1"/>
          </p:nvPr>
        </p:nvSpPr>
        <p:spPr>
          <a:xfrm>
            <a:off x="357189" y="1079500"/>
            <a:ext cx="3986211" cy="3397250"/>
          </a:xfrm>
        </p:spPr>
        <p:txBody>
          <a:bodyPr/>
          <a:lstStyle>
            <a:lvl1pPr marL="171450" marR="0" indent="-171450" algn="l" defTabSz="914400" rtl="0" eaLnBrk="1" fontAlgn="auto" latinLnBrk="0" hangingPunct="1">
              <a:lnSpc>
                <a:spcPts val="1600"/>
              </a:lnSpc>
              <a:spcBef>
                <a:spcPts val="264"/>
              </a:spcBef>
              <a:spcAft>
                <a:spcPts val="300"/>
              </a:spcAft>
              <a:buClrTx/>
              <a:buSzTx/>
              <a:buFont typeface="Arial" panose="020B0604020202020204" pitchFamily="34" charset="0"/>
              <a:buChar char="•"/>
              <a:tabLst/>
              <a:defRPr>
                <a:latin typeface="+mj-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a:t>
            </a:r>
          </a:p>
          <a:p>
            <a:pPr lvl="0"/>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r>
              <a:rPr lang="en-US" err="1"/>
              <a:t>Aliquam</a:t>
            </a:r>
            <a:r>
              <a:rPr lang="en-US"/>
              <a:t> sit </a:t>
            </a:r>
            <a:r>
              <a:rPr lang="en-US" err="1"/>
              <a:t>amet</a:t>
            </a:r>
            <a:r>
              <a:rPr lang="en-US"/>
              <a:t> </a:t>
            </a:r>
            <a:r>
              <a:rPr lang="en-US" err="1"/>
              <a:t>leo</a:t>
            </a:r>
            <a:r>
              <a:rPr lang="en-US"/>
              <a:t> semper, </a:t>
            </a:r>
            <a:r>
              <a:rPr lang="en-US" err="1"/>
              <a:t>tincidunt</a:t>
            </a:r>
            <a:r>
              <a:rPr lang="en-US"/>
              <a:t> dolor a, </a:t>
            </a:r>
            <a:r>
              <a:rPr lang="en-US" err="1"/>
              <a:t>lobortis</a:t>
            </a:r>
            <a:r>
              <a:rPr lang="en-US"/>
              <a:t> </a:t>
            </a:r>
            <a:r>
              <a:rPr lang="en-US" err="1"/>
              <a:t>elit</a:t>
            </a:r>
            <a:r>
              <a:rPr lang="en-US"/>
              <a:t>. </a:t>
            </a:r>
            <a:r>
              <a:rPr lang="en-US" err="1"/>
              <a:t>Nulla</a:t>
            </a:r>
            <a:r>
              <a:rPr lang="en-US"/>
              <a:t> ipsum dolor, </a:t>
            </a:r>
            <a:r>
              <a:rPr lang="en-US" err="1"/>
              <a:t>condimentum</a:t>
            </a:r>
            <a:endParaRPr lang="en-US"/>
          </a:p>
          <a:p>
            <a:pPr lvl="0"/>
            <a:r>
              <a:rPr lang="en-US"/>
              <a:t>at nisi et, </a:t>
            </a:r>
            <a:r>
              <a:rPr lang="en-US" err="1"/>
              <a:t>varius</a:t>
            </a:r>
            <a:r>
              <a:rPr lang="en-US"/>
              <a:t> </a:t>
            </a:r>
            <a:r>
              <a:rPr lang="en-US" err="1"/>
              <a:t>lobortis</a:t>
            </a:r>
            <a:r>
              <a:rPr lang="en-US"/>
              <a:t> </a:t>
            </a:r>
            <a:r>
              <a:rPr lang="en-US" err="1"/>
              <a:t>lectus</a:t>
            </a:r>
            <a:r>
              <a:rPr lang="en-US"/>
              <a:t>. </a:t>
            </a:r>
            <a:r>
              <a:rPr lang="en-US" err="1"/>
              <a:t>Fusce</a:t>
            </a:r>
            <a:r>
              <a:rPr lang="en-US"/>
              <a:t> </a:t>
            </a:r>
            <a:r>
              <a:rPr lang="en-US" err="1"/>
              <a:t>fermentum</a:t>
            </a:r>
            <a:r>
              <a:rPr lang="en-US"/>
              <a:t> </a:t>
            </a:r>
            <a:r>
              <a:rPr lang="en-US" err="1"/>
              <a:t>bibendum</a:t>
            </a:r>
            <a:r>
              <a:rPr lang="en-US"/>
              <a:t> </a:t>
            </a:r>
            <a:r>
              <a:rPr lang="en-US" err="1"/>
              <a:t>varius</a:t>
            </a:r>
            <a:r>
              <a:rPr lang="en-US"/>
              <a:t>. </a:t>
            </a: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r>
              <a:rPr lang="en-US"/>
              <a:t> </a:t>
            </a:r>
            <a:br>
              <a:rPr lang="en-US"/>
            </a:br>
            <a:r>
              <a:rPr lang="en-US"/>
              <a:t>fames ac </a:t>
            </a:r>
            <a:r>
              <a:rPr lang="en-US" err="1"/>
              <a:t>turpis</a:t>
            </a:r>
            <a:r>
              <a:rPr lang="en-US"/>
              <a:t> </a:t>
            </a:r>
            <a:r>
              <a:rPr lang="en-US" err="1"/>
              <a:t>egestas</a:t>
            </a:r>
            <a:r>
              <a:rPr lang="en-US"/>
              <a:t>.</a:t>
            </a:r>
          </a:p>
        </p:txBody>
      </p:sp>
      <p:sp>
        <p:nvSpPr>
          <p:cNvPr id="9" name="Picture Placeholder 8"/>
          <p:cNvSpPr>
            <a:spLocks noGrp="1"/>
          </p:cNvSpPr>
          <p:nvPr>
            <p:ph type="pic" sz="quarter" idx="11" hasCustomPrompt="1"/>
          </p:nvPr>
        </p:nvSpPr>
        <p:spPr>
          <a:xfrm>
            <a:off x="5334000" y="0"/>
            <a:ext cx="3810000" cy="4819650"/>
          </a:xfrm>
        </p:spPr>
        <p:txBody>
          <a:bodyPr anchor="ctr">
            <a:normAutofit/>
          </a:bodyPr>
          <a:lstStyle>
            <a:lvl1pPr marL="0" indent="0" algn="ctr">
              <a:buNone/>
              <a:defRPr sz="1600"/>
            </a:lvl1pPr>
          </a:lstStyle>
          <a:p>
            <a:r>
              <a:rPr lang="en-US"/>
              <a:t>Please add picture here</a:t>
            </a:r>
          </a:p>
          <a:p>
            <a:endParaRPr lang="en-US"/>
          </a:p>
          <a:p>
            <a:endParaRPr lang="en-US"/>
          </a:p>
        </p:txBody>
      </p:sp>
      <p:cxnSp>
        <p:nvCxnSpPr>
          <p:cNvPr id="5" name="Straight Connector 4"/>
          <p:cNvCxnSpPr/>
          <p:nvPr userDrawn="1"/>
        </p:nvCxnSpPr>
        <p:spPr>
          <a:xfrm>
            <a:off x="294409" y="716437"/>
            <a:ext cx="4222029"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8" name="Slide Number Placeholder 1"/>
          <p:cNvSpPr>
            <a:spLocks noGrp="1"/>
          </p:cNvSpPr>
          <p:nvPr>
            <p:ph type="sldNum" sz="quarter" idx="4"/>
          </p:nvPr>
        </p:nvSpPr>
        <p:spPr>
          <a:xfrm>
            <a:off x="7413441" y="4826639"/>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fld id="{3A707DD9-E92B-45E8-BE0A-E6B2EDF345EB}" type="slidenum">
              <a:rPr lang="en-US" smtClean="0"/>
              <a:pPr/>
              <a:t>‹#›</a:t>
            </a:fld>
            <a:endParaRPr lang="en-US"/>
          </a:p>
        </p:txBody>
      </p:sp>
    </p:spTree>
    <p:extLst>
      <p:ext uri="{BB962C8B-B14F-4D97-AF65-F5344CB8AC3E}">
        <p14:creationId xmlns:p14="http://schemas.microsoft.com/office/powerpoint/2010/main" val="1400131049"/>
      </p:ext>
    </p:extLst>
  </p:cSld>
  <p:clrMapOvr>
    <a:masterClrMapping/>
  </p:clrMapOvr>
  <p:extLst>
    <p:ext uri="{DCECCB84-F9BA-43D5-87BE-67443E8EF086}">
      <p15:sldGuideLst xmlns:p15="http://schemas.microsoft.com/office/powerpoint/2012/main">
        <p15:guide id="1" pos="336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with Highlight and Pictur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Please Add Slide Headline Here</a:t>
            </a:r>
          </a:p>
        </p:txBody>
      </p:sp>
      <p:sp>
        <p:nvSpPr>
          <p:cNvPr id="6" name="Content Placeholder 5"/>
          <p:cNvSpPr>
            <a:spLocks noGrp="1"/>
          </p:cNvSpPr>
          <p:nvPr>
            <p:ph sz="quarter" idx="10" hasCustomPrompt="1"/>
          </p:nvPr>
        </p:nvSpPr>
        <p:spPr>
          <a:xfrm>
            <a:off x="357189" y="1422400"/>
            <a:ext cx="3986212" cy="3054350"/>
          </a:xfrm>
        </p:spPr>
        <p:txBody>
          <a:bodyPr/>
          <a:lstStyle>
            <a:lvl1pPr marL="171450" marR="0" indent="-171450" algn="l" defTabSz="914400" rtl="0" eaLnBrk="1" fontAlgn="auto" latinLnBrk="0" hangingPunct="1">
              <a:lnSpc>
                <a:spcPts val="1600"/>
              </a:lnSpc>
              <a:spcBef>
                <a:spcPts val="264"/>
              </a:spcBef>
              <a:spcAft>
                <a:spcPts val="300"/>
              </a:spcAft>
              <a:buClrTx/>
              <a:buSzTx/>
              <a:buFont typeface="Arial" panose="020B0604020202020204" pitchFamily="34" charset="0"/>
              <a:buChar char="•"/>
              <a:tabLst/>
              <a:defRPr>
                <a:latin typeface="+mj-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 </a:t>
            </a:r>
          </a:p>
          <a:p>
            <a:pPr lvl="0"/>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r>
              <a:rPr lang="en-US" err="1"/>
              <a:t>Aliquam</a:t>
            </a:r>
            <a:r>
              <a:rPr lang="en-US"/>
              <a:t> sit </a:t>
            </a:r>
            <a:r>
              <a:rPr lang="en-US" err="1"/>
              <a:t>amet</a:t>
            </a:r>
            <a:r>
              <a:rPr lang="en-US"/>
              <a:t> </a:t>
            </a:r>
            <a:r>
              <a:rPr lang="en-US" err="1"/>
              <a:t>leo</a:t>
            </a:r>
            <a:r>
              <a:rPr lang="en-US"/>
              <a:t> semper, </a:t>
            </a:r>
            <a:r>
              <a:rPr lang="en-US" err="1"/>
              <a:t>tincidunt</a:t>
            </a:r>
            <a:r>
              <a:rPr lang="en-US"/>
              <a:t> dolor a, </a:t>
            </a:r>
            <a:r>
              <a:rPr lang="en-US" err="1"/>
              <a:t>lobortis</a:t>
            </a:r>
            <a:r>
              <a:rPr lang="en-US"/>
              <a:t> </a:t>
            </a:r>
            <a:r>
              <a:rPr lang="en-US" err="1"/>
              <a:t>elit</a:t>
            </a:r>
            <a:r>
              <a:rPr lang="en-US"/>
              <a:t>. </a:t>
            </a:r>
            <a:r>
              <a:rPr lang="en-US" err="1"/>
              <a:t>Nulla</a:t>
            </a:r>
            <a:r>
              <a:rPr lang="en-US"/>
              <a:t> ipsum dolor, </a:t>
            </a:r>
            <a:r>
              <a:rPr lang="en-US" err="1"/>
              <a:t>condimentum</a:t>
            </a:r>
            <a:r>
              <a:rPr lang="en-US"/>
              <a:t> </a:t>
            </a:r>
          </a:p>
          <a:p>
            <a:pPr lvl="0"/>
            <a:r>
              <a:rPr lang="en-US"/>
              <a:t>at nisi et, </a:t>
            </a:r>
            <a:r>
              <a:rPr lang="en-US" err="1"/>
              <a:t>varius</a:t>
            </a:r>
            <a:r>
              <a:rPr lang="en-US"/>
              <a:t> </a:t>
            </a:r>
            <a:r>
              <a:rPr lang="en-US" err="1"/>
              <a:t>lobortis</a:t>
            </a:r>
            <a:r>
              <a:rPr lang="en-US"/>
              <a:t> </a:t>
            </a:r>
            <a:r>
              <a:rPr lang="en-US" err="1"/>
              <a:t>lectus</a:t>
            </a:r>
            <a:r>
              <a:rPr lang="en-US"/>
              <a:t>. </a:t>
            </a:r>
            <a:r>
              <a:rPr lang="en-US" err="1"/>
              <a:t>Fusce</a:t>
            </a:r>
            <a:r>
              <a:rPr lang="en-US"/>
              <a:t> </a:t>
            </a:r>
            <a:r>
              <a:rPr lang="en-US" err="1"/>
              <a:t>fermentum</a:t>
            </a:r>
            <a:r>
              <a:rPr lang="en-US"/>
              <a:t> </a:t>
            </a:r>
            <a:r>
              <a:rPr lang="en-US" err="1"/>
              <a:t>bibendum</a:t>
            </a:r>
            <a:r>
              <a:rPr lang="en-US"/>
              <a:t> </a:t>
            </a:r>
            <a:r>
              <a:rPr lang="en-US" err="1"/>
              <a:t>varius</a:t>
            </a:r>
            <a:r>
              <a:rPr lang="en-US"/>
              <a:t>. </a:t>
            </a: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endParaRPr lang="en-US"/>
          </a:p>
        </p:txBody>
      </p:sp>
      <p:sp>
        <p:nvSpPr>
          <p:cNvPr id="9" name="Picture Placeholder 8"/>
          <p:cNvSpPr>
            <a:spLocks noGrp="1"/>
          </p:cNvSpPr>
          <p:nvPr>
            <p:ph type="pic" sz="quarter" idx="11" hasCustomPrompt="1"/>
          </p:nvPr>
        </p:nvSpPr>
        <p:spPr>
          <a:xfrm>
            <a:off x="5334000" y="0"/>
            <a:ext cx="3810000" cy="4819650"/>
          </a:xfrm>
        </p:spPr>
        <p:txBody>
          <a:bodyPr anchor="ctr">
            <a:normAutofit/>
          </a:bodyPr>
          <a:lstStyle>
            <a:lvl1pPr marL="0" indent="0" algn="ctr">
              <a:buNone/>
              <a:defRPr sz="1600"/>
            </a:lvl1pPr>
          </a:lstStyle>
          <a:p>
            <a:r>
              <a:rPr lang="en-US"/>
              <a:t>Please add picture here</a:t>
            </a:r>
          </a:p>
          <a:p>
            <a:endParaRPr lang="en-US"/>
          </a:p>
          <a:p>
            <a:endParaRPr lang="en-US"/>
          </a:p>
        </p:txBody>
      </p:sp>
      <p:sp>
        <p:nvSpPr>
          <p:cNvPr id="5" name="Text Placeholder 4"/>
          <p:cNvSpPr>
            <a:spLocks noGrp="1"/>
          </p:cNvSpPr>
          <p:nvPr>
            <p:ph type="body" sz="quarter" idx="12" hasCustomPrompt="1"/>
          </p:nvPr>
        </p:nvSpPr>
        <p:spPr>
          <a:xfrm>
            <a:off x="357189" y="1079500"/>
            <a:ext cx="3986212" cy="342900"/>
          </a:xfrm>
        </p:spPr>
        <p:txBody>
          <a:bodyPr wrap="none" bIns="0">
            <a:noAutofit/>
          </a:bodyPr>
          <a:lstStyle>
            <a:lvl1pPr marL="0" indent="0">
              <a:spcBef>
                <a:spcPts val="288"/>
              </a:spcBef>
              <a:buNone/>
              <a:defRPr sz="1200" b="1" i="0" cap="all" spc="200" baseline="0">
                <a:solidFill>
                  <a:schemeClr val="accent2"/>
                </a:solidFill>
              </a:defRPr>
            </a:lvl1pPr>
          </a:lstStyle>
          <a:p>
            <a:pPr lvl="0"/>
            <a:r>
              <a:rPr lang="en-US"/>
              <a:t>Highlight goes here</a:t>
            </a:r>
          </a:p>
        </p:txBody>
      </p:sp>
      <p:cxnSp>
        <p:nvCxnSpPr>
          <p:cNvPr id="7" name="Straight Connector 6"/>
          <p:cNvCxnSpPr/>
          <p:nvPr userDrawn="1"/>
        </p:nvCxnSpPr>
        <p:spPr>
          <a:xfrm>
            <a:off x="294409" y="716437"/>
            <a:ext cx="4222029"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10" name="Slide Number Placeholder 1"/>
          <p:cNvSpPr>
            <a:spLocks noGrp="1"/>
          </p:cNvSpPr>
          <p:nvPr>
            <p:ph type="sldNum" sz="quarter" idx="4"/>
          </p:nvPr>
        </p:nvSpPr>
        <p:spPr>
          <a:xfrm>
            <a:off x="7413441" y="4826639"/>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fld id="{3A707DD9-E92B-45E8-BE0A-E6B2EDF345EB}" type="slidenum">
              <a:rPr lang="en-US" smtClean="0"/>
              <a:pPr/>
              <a:t>‹#›</a:t>
            </a:fld>
            <a:endParaRPr lang="en-US"/>
          </a:p>
        </p:txBody>
      </p:sp>
    </p:spTree>
    <p:extLst>
      <p:ext uri="{BB962C8B-B14F-4D97-AF65-F5344CB8AC3E}">
        <p14:creationId xmlns:p14="http://schemas.microsoft.com/office/powerpoint/2010/main" val="308217697"/>
      </p:ext>
    </p:extLst>
  </p:cSld>
  <p:clrMapOvr>
    <a:masterClrMapping/>
  </p:clrMapOvr>
  <p:extLst>
    <p:ext uri="{DCECCB84-F9BA-43D5-87BE-67443E8EF086}">
      <p15:sldGuideLst xmlns:p15="http://schemas.microsoft.com/office/powerpoint/2012/main">
        <p15:guide id="1" pos="336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ist and Pictur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Please Add Slide Headline Here</a:t>
            </a:r>
          </a:p>
        </p:txBody>
      </p:sp>
      <p:sp>
        <p:nvSpPr>
          <p:cNvPr id="9" name="Picture Placeholder 8"/>
          <p:cNvSpPr>
            <a:spLocks noGrp="1"/>
          </p:cNvSpPr>
          <p:nvPr>
            <p:ph type="pic" sz="quarter" idx="11" hasCustomPrompt="1"/>
          </p:nvPr>
        </p:nvSpPr>
        <p:spPr>
          <a:xfrm>
            <a:off x="5334000" y="0"/>
            <a:ext cx="3810000" cy="4819650"/>
          </a:xfrm>
        </p:spPr>
        <p:txBody>
          <a:bodyPr anchor="ctr">
            <a:normAutofit/>
          </a:bodyPr>
          <a:lstStyle>
            <a:lvl1pPr marL="0" indent="0" algn="ctr">
              <a:buNone/>
              <a:defRPr sz="1600"/>
            </a:lvl1pPr>
          </a:lstStyle>
          <a:p>
            <a:r>
              <a:rPr lang="en-US"/>
              <a:t>Please add picture here</a:t>
            </a:r>
          </a:p>
          <a:p>
            <a:endParaRPr lang="en-US"/>
          </a:p>
          <a:p>
            <a:endParaRPr lang="en-US"/>
          </a:p>
        </p:txBody>
      </p:sp>
      <p:cxnSp>
        <p:nvCxnSpPr>
          <p:cNvPr id="7" name="Straight Connector 6"/>
          <p:cNvCxnSpPr/>
          <p:nvPr userDrawn="1"/>
        </p:nvCxnSpPr>
        <p:spPr>
          <a:xfrm>
            <a:off x="294409" y="716437"/>
            <a:ext cx="4222029"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14" name="Text Placeholder 13"/>
          <p:cNvSpPr>
            <a:spLocks noGrp="1"/>
          </p:cNvSpPr>
          <p:nvPr>
            <p:ph type="body" sz="quarter" idx="12" hasCustomPrompt="1"/>
          </p:nvPr>
        </p:nvSpPr>
        <p:spPr>
          <a:xfrm>
            <a:off x="357188" y="1092491"/>
            <a:ext cx="356616" cy="356616"/>
          </a:xfr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txBody>
          <a:bodyPr anchor="ctr">
            <a:normAutofit/>
          </a:bodyPr>
          <a:lstStyle>
            <a:lvl1pPr marL="0" indent="0" algn="ctr">
              <a:buNone/>
              <a:defRPr sz="1400" b="1">
                <a:solidFill>
                  <a:schemeClr val="accent2"/>
                </a:solidFill>
                <a:latin typeface="+mj-lt"/>
              </a:defRPr>
            </a:lvl1pPr>
            <a:lvl2pPr marL="457200" indent="0">
              <a:buNone/>
              <a:defRPr>
                <a:latin typeface="+mj-lt"/>
              </a:defRPr>
            </a:lvl2pPr>
            <a:lvl3pPr marL="914400" indent="0">
              <a:buNone/>
              <a:defRPr>
                <a:latin typeface="+mj-lt"/>
              </a:defRPr>
            </a:lvl3pPr>
            <a:lvl4pPr marL="1371600" indent="0">
              <a:buNone/>
              <a:defRPr>
                <a:latin typeface="+mj-lt"/>
              </a:defRPr>
            </a:lvl4pPr>
            <a:lvl5pPr marL="1828800" indent="0">
              <a:buFont typeface="Arial" panose="020B0604020202020204" pitchFamily="34" charset="0"/>
              <a:buNone/>
              <a:defRPr>
                <a:latin typeface="+mj-lt"/>
              </a:defRPr>
            </a:lvl5pPr>
          </a:lstStyle>
          <a:p>
            <a:pPr lvl="0"/>
            <a:r>
              <a:rPr lang="en-US"/>
              <a:t>#</a:t>
            </a:r>
          </a:p>
        </p:txBody>
      </p:sp>
      <p:sp>
        <p:nvSpPr>
          <p:cNvPr id="20" name="Text Placeholder 19"/>
          <p:cNvSpPr>
            <a:spLocks noGrp="1"/>
          </p:cNvSpPr>
          <p:nvPr>
            <p:ph type="body" sz="quarter" idx="13" hasCustomPrompt="1"/>
          </p:nvPr>
        </p:nvSpPr>
        <p:spPr>
          <a:xfrm>
            <a:off x="710972" y="1092491"/>
            <a:ext cx="3632428" cy="356616"/>
          </a:xfrm>
          <a:ln w="19050">
            <a:solidFill>
              <a:srgbClr val="F5F5F5"/>
            </a:solidFill>
          </a:ln>
        </p:spPr>
        <p:txBody>
          <a:bodyPr lIns="108000" anchor="ctr"/>
          <a:lstStyle>
            <a:lvl1pPr marL="0" indent="0">
              <a:buNone/>
              <a:defRPr b="1" i="0" cap="all" spc="200" baseline="0">
                <a:latin typeface="+mn-lt"/>
              </a:defRPr>
            </a:lvl1pPr>
            <a:lvl5pPr marL="2114550" indent="-285750">
              <a:buFont typeface="Arial" panose="020B0604020202020204" pitchFamily="34" charset="0"/>
              <a:buChar char="•"/>
              <a:defRPr/>
            </a:lvl5pPr>
          </a:lstStyle>
          <a:p>
            <a:pPr lvl="0"/>
            <a:r>
              <a:rPr lang="en-US"/>
              <a:t>Please put section one title here</a:t>
            </a:r>
          </a:p>
        </p:txBody>
      </p:sp>
      <p:sp>
        <p:nvSpPr>
          <p:cNvPr id="21" name="Text Placeholder 13"/>
          <p:cNvSpPr>
            <a:spLocks noGrp="1"/>
          </p:cNvSpPr>
          <p:nvPr>
            <p:ph type="body" sz="quarter" idx="14" hasCustomPrompt="1"/>
          </p:nvPr>
        </p:nvSpPr>
        <p:spPr>
          <a:xfrm>
            <a:off x="357188" y="4120134"/>
            <a:ext cx="356616" cy="356616"/>
          </a:xfr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txBody>
          <a:bodyPr anchor="ctr">
            <a:normAutofit/>
          </a:bodyPr>
          <a:lstStyle>
            <a:lvl1pPr marL="0" indent="0" algn="ctr">
              <a:buNone/>
              <a:defRPr sz="1400" b="1">
                <a:solidFill>
                  <a:schemeClr val="accent2"/>
                </a:solidFill>
                <a:latin typeface="+mj-lt"/>
              </a:defRPr>
            </a:lvl1pPr>
            <a:lvl2pPr marL="457200" indent="0">
              <a:buNone/>
              <a:defRPr>
                <a:latin typeface="+mj-lt"/>
              </a:defRPr>
            </a:lvl2pPr>
            <a:lvl3pPr marL="914400" indent="0">
              <a:buNone/>
              <a:defRPr>
                <a:latin typeface="+mj-lt"/>
              </a:defRPr>
            </a:lvl3pPr>
            <a:lvl4pPr marL="1371600" indent="0">
              <a:buNone/>
              <a:defRPr>
                <a:latin typeface="+mj-lt"/>
              </a:defRPr>
            </a:lvl4pPr>
            <a:lvl5pPr marL="1828800" indent="0">
              <a:buFont typeface="Arial" panose="020B0604020202020204" pitchFamily="34" charset="0"/>
              <a:buNone/>
              <a:defRPr>
                <a:latin typeface="+mj-lt"/>
              </a:defRPr>
            </a:lvl5pPr>
          </a:lstStyle>
          <a:p>
            <a:pPr lvl="0"/>
            <a:r>
              <a:rPr lang="en-US"/>
              <a:t>#</a:t>
            </a:r>
          </a:p>
        </p:txBody>
      </p:sp>
      <p:sp>
        <p:nvSpPr>
          <p:cNvPr id="22" name="Text Placeholder 13"/>
          <p:cNvSpPr>
            <a:spLocks noGrp="1"/>
          </p:cNvSpPr>
          <p:nvPr>
            <p:ph type="body" sz="quarter" idx="15" hasCustomPrompt="1"/>
          </p:nvPr>
        </p:nvSpPr>
        <p:spPr>
          <a:xfrm>
            <a:off x="357188" y="1698020"/>
            <a:ext cx="356616" cy="356616"/>
          </a:xfr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txBody>
          <a:bodyPr anchor="ctr">
            <a:normAutofit/>
          </a:bodyPr>
          <a:lstStyle>
            <a:lvl1pPr marL="0" indent="0" algn="ctr">
              <a:buNone/>
              <a:defRPr sz="1400" b="1">
                <a:solidFill>
                  <a:schemeClr val="accent2"/>
                </a:solidFill>
                <a:latin typeface="+mj-lt"/>
              </a:defRPr>
            </a:lvl1pPr>
            <a:lvl2pPr marL="457200" indent="0">
              <a:buNone/>
              <a:defRPr>
                <a:latin typeface="+mj-lt"/>
              </a:defRPr>
            </a:lvl2pPr>
            <a:lvl3pPr marL="914400" indent="0">
              <a:buNone/>
              <a:defRPr>
                <a:latin typeface="+mj-lt"/>
              </a:defRPr>
            </a:lvl3pPr>
            <a:lvl4pPr marL="1371600" indent="0">
              <a:buNone/>
              <a:defRPr>
                <a:latin typeface="+mj-lt"/>
              </a:defRPr>
            </a:lvl4pPr>
            <a:lvl5pPr marL="1828800" indent="0">
              <a:buFont typeface="Arial" panose="020B0604020202020204" pitchFamily="34" charset="0"/>
              <a:buNone/>
              <a:defRPr>
                <a:latin typeface="+mj-lt"/>
              </a:defRPr>
            </a:lvl5pPr>
          </a:lstStyle>
          <a:p>
            <a:pPr lvl="0"/>
            <a:r>
              <a:rPr lang="en-US"/>
              <a:t>#</a:t>
            </a:r>
          </a:p>
        </p:txBody>
      </p:sp>
      <p:sp>
        <p:nvSpPr>
          <p:cNvPr id="23" name="Text Placeholder 13"/>
          <p:cNvSpPr>
            <a:spLocks noGrp="1"/>
          </p:cNvSpPr>
          <p:nvPr>
            <p:ph type="body" sz="quarter" idx="16" hasCustomPrompt="1"/>
          </p:nvPr>
        </p:nvSpPr>
        <p:spPr>
          <a:xfrm>
            <a:off x="357188" y="2303549"/>
            <a:ext cx="356616" cy="356616"/>
          </a:xfr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txBody>
          <a:bodyPr anchor="ctr">
            <a:normAutofit/>
          </a:bodyPr>
          <a:lstStyle>
            <a:lvl1pPr marL="0" indent="0" algn="ctr">
              <a:buNone/>
              <a:defRPr sz="1400" b="1">
                <a:solidFill>
                  <a:schemeClr val="accent2"/>
                </a:solidFill>
                <a:latin typeface="+mj-lt"/>
              </a:defRPr>
            </a:lvl1pPr>
            <a:lvl2pPr marL="457200" indent="0">
              <a:buNone/>
              <a:defRPr>
                <a:latin typeface="+mj-lt"/>
              </a:defRPr>
            </a:lvl2pPr>
            <a:lvl3pPr marL="914400" indent="0">
              <a:buNone/>
              <a:defRPr>
                <a:latin typeface="+mj-lt"/>
              </a:defRPr>
            </a:lvl3pPr>
            <a:lvl4pPr marL="1371600" indent="0">
              <a:buNone/>
              <a:defRPr>
                <a:latin typeface="+mj-lt"/>
              </a:defRPr>
            </a:lvl4pPr>
            <a:lvl5pPr marL="1828800" indent="0">
              <a:buFont typeface="Arial" panose="020B0604020202020204" pitchFamily="34" charset="0"/>
              <a:buNone/>
              <a:defRPr>
                <a:latin typeface="+mj-lt"/>
              </a:defRPr>
            </a:lvl5pPr>
          </a:lstStyle>
          <a:p>
            <a:pPr lvl="0"/>
            <a:r>
              <a:rPr lang="en-US"/>
              <a:t>#</a:t>
            </a:r>
          </a:p>
        </p:txBody>
      </p:sp>
      <p:sp>
        <p:nvSpPr>
          <p:cNvPr id="24" name="Text Placeholder 13"/>
          <p:cNvSpPr>
            <a:spLocks noGrp="1"/>
          </p:cNvSpPr>
          <p:nvPr>
            <p:ph type="body" sz="quarter" idx="17" hasCustomPrompt="1"/>
          </p:nvPr>
        </p:nvSpPr>
        <p:spPr>
          <a:xfrm>
            <a:off x="357188" y="2909078"/>
            <a:ext cx="356616" cy="356616"/>
          </a:xfr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txBody>
          <a:bodyPr anchor="ctr">
            <a:normAutofit/>
          </a:bodyPr>
          <a:lstStyle>
            <a:lvl1pPr marL="0" indent="0" algn="ctr">
              <a:buNone/>
              <a:defRPr sz="1400" b="1">
                <a:solidFill>
                  <a:schemeClr val="accent2"/>
                </a:solidFill>
                <a:latin typeface="+mj-lt"/>
              </a:defRPr>
            </a:lvl1pPr>
            <a:lvl2pPr marL="457200" indent="0">
              <a:buNone/>
              <a:defRPr>
                <a:latin typeface="+mj-lt"/>
              </a:defRPr>
            </a:lvl2pPr>
            <a:lvl3pPr marL="914400" indent="0">
              <a:buNone/>
              <a:defRPr>
                <a:latin typeface="+mj-lt"/>
              </a:defRPr>
            </a:lvl3pPr>
            <a:lvl4pPr marL="1371600" indent="0">
              <a:buNone/>
              <a:defRPr>
                <a:latin typeface="+mj-lt"/>
              </a:defRPr>
            </a:lvl4pPr>
            <a:lvl5pPr marL="1828800" indent="0">
              <a:buFont typeface="Arial" panose="020B0604020202020204" pitchFamily="34" charset="0"/>
              <a:buNone/>
              <a:defRPr>
                <a:latin typeface="+mj-lt"/>
              </a:defRPr>
            </a:lvl5pPr>
          </a:lstStyle>
          <a:p>
            <a:pPr lvl="0"/>
            <a:r>
              <a:rPr lang="en-US"/>
              <a:t>#</a:t>
            </a:r>
          </a:p>
        </p:txBody>
      </p:sp>
      <p:sp>
        <p:nvSpPr>
          <p:cNvPr id="25" name="Text Placeholder 13"/>
          <p:cNvSpPr>
            <a:spLocks noGrp="1"/>
          </p:cNvSpPr>
          <p:nvPr>
            <p:ph type="body" sz="quarter" idx="18" hasCustomPrompt="1"/>
          </p:nvPr>
        </p:nvSpPr>
        <p:spPr>
          <a:xfrm>
            <a:off x="357188" y="3514607"/>
            <a:ext cx="356616" cy="356616"/>
          </a:xfr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txBody>
          <a:bodyPr anchor="ctr">
            <a:normAutofit/>
          </a:bodyPr>
          <a:lstStyle>
            <a:lvl1pPr marL="0" indent="0" algn="ctr">
              <a:buNone/>
              <a:defRPr sz="1400" b="1">
                <a:solidFill>
                  <a:schemeClr val="accent2"/>
                </a:solidFill>
                <a:latin typeface="+mj-lt"/>
              </a:defRPr>
            </a:lvl1pPr>
            <a:lvl2pPr marL="457200" indent="0">
              <a:buNone/>
              <a:defRPr>
                <a:latin typeface="+mj-lt"/>
              </a:defRPr>
            </a:lvl2pPr>
            <a:lvl3pPr marL="914400" indent="0">
              <a:buNone/>
              <a:defRPr>
                <a:latin typeface="+mj-lt"/>
              </a:defRPr>
            </a:lvl3pPr>
            <a:lvl4pPr marL="1371600" indent="0">
              <a:buNone/>
              <a:defRPr>
                <a:latin typeface="+mj-lt"/>
              </a:defRPr>
            </a:lvl4pPr>
            <a:lvl5pPr marL="1828800" indent="0">
              <a:buFont typeface="Arial" panose="020B0604020202020204" pitchFamily="34" charset="0"/>
              <a:buNone/>
              <a:defRPr>
                <a:latin typeface="+mj-lt"/>
              </a:defRPr>
            </a:lvl5pPr>
          </a:lstStyle>
          <a:p>
            <a:pPr lvl="0"/>
            <a:r>
              <a:rPr lang="en-US"/>
              <a:t>#</a:t>
            </a:r>
          </a:p>
        </p:txBody>
      </p:sp>
      <p:sp>
        <p:nvSpPr>
          <p:cNvPr id="26" name="Text Placeholder 19"/>
          <p:cNvSpPr>
            <a:spLocks noGrp="1"/>
          </p:cNvSpPr>
          <p:nvPr>
            <p:ph type="body" sz="quarter" idx="19" hasCustomPrompt="1"/>
          </p:nvPr>
        </p:nvSpPr>
        <p:spPr>
          <a:xfrm>
            <a:off x="710972" y="1697608"/>
            <a:ext cx="3632428" cy="356616"/>
          </a:xfrm>
          <a:ln w="19050">
            <a:solidFill>
              <a:srgbClr val="F5F5F5"/>
            </a:solidFill>
          </a:ln>
        </p:spPr>
        <p:txBody>
          <a:bodyPr lIns="108000" anchor="ctr"/>
          <a:lstStyle>
            <a:lvl1pPr marL="0" indent="0">
              <a:buNone/>
              <a:defRPr b="1" i="0" cap="all" spc="200" baseline="0">
                <a:latin typeface="+mn-lt"/>
              </a:defRPr>
            </a:lvl1pPr>
            <a:lvl5pPr marL="2114550" indent="-285750">
              <a:buFont typeface="Arial" panose="020B0604020202020204" pitchFamily="34" charset="0"/>
              <a:buChar char="•"/>
              <a:defRPr/>
            </a:lvl5pPr>
          </a:lstStyle>
          <a:p>
            <a:pPr lvl="0"/>
            <a:r>
              <a:rPr lang="en-US"/>
              <a:t>Please put section TWO title here</a:t>
            </a:r>
          </a:p>
        </p:txBody>
      </p:sp>
      <p:sp>
        <p:nvSpPr>
          <p:cNvPr id="27" name="Text Placeholder 19"/>
          <p:cNvSpPr>
            <a:spLocks noGrp="1"/>
          </p:cNvSpPr>
          <p:nvPr>
            <p:ph type="body" sz="quarter" idx="20" hasCustomPrompt="1"/>
          </p:nvPr>
        </p:nvSpPr>
        <p:spPr>
          <a:xfrm>
            <a:off x="710972" y="2302725"/>
            <a:ext cx="3632428" cy="356616"/>
          </a:xfrm>
          <a:ln w="19050">
            <a:solidFill>
              <a:srgbClr val="F5F5F5"/>
            </a:solidFill>
          </a:ln>
        </p:spPr>
        <p:txBody>
          <a:bodyPr lIns="108000" anchor="ctr"/>
          <a:lstStyle>
            <a:lvl1pPr marL="0" indent="0">
              <a:buNone/>
              <a:defRPr b="1" i="0" cap="all" spc="200" baseline="0">
                <a:latin typeface="+mn-lt"/>
              </a:defRPr>
            </a:lvl1pPr>
            <a:lvl5pPr marL="2114550" indent="-285750">
              <a:buFont typeface="Arial" panose="020B0604020202020204" pitchFamily="34" charset="0"/>
              <a:buChar char="•"/>
              <a:defRPr/>
            </a:lvl5pPr>
          </a:lstStyle>
          <a:p>
            <a:pPr lvl="0"/>
            <a:r>
              <a:rPr lang="en-US"/>
              <a:t>Please put section THREE title here</a:t>
            </a:r>
          </a:p>
        </p:txBody>
      </p:sp>
      <p:sp>
        <p:nvSpPr>
          <p:cNvPr id="28" name="Text Placeholder 19"/>
          <p:cNvSpPr>
            <a:spLocks noGrp="1"/>
          </p:cNvSpPr>
          <p:nvPr>
            <p:ph type="body" sz="quarter" idx="21" hasCustomPrompt="1"/>
          </p:nvPr>
        </p:nvSpPr>
        <p:spPr>
          <a:xfrm>
            <a:off x="710972" y="2907842"/>
            <a:ext cx="3632428" cy="356616"/>
          </a:xfrm>
          <a:ln w="19050">
            <a:solidFill>
              <a:srgbClr val="F5F5F5"/>
            </a:solidFill>
          </a:ln>
        </p:spPr>
        <p:txBody>
          <a:bodyPr lIns="108000" anchor="ctr"/>
          <a:lstStyle>
            <a:lvl1pPr marL="0" indent="0">
              <a:buNone/>
              <a:defRPr b="1" i="0" cap="all" spc="200" baseline="0">
                <a:latin typeface="+mn-lt"/>
              </a:defRPr>
            </a:lvl1pPr>
            <a:lvl5pPr marL="2114550" indent="-285750">
              <a:buFont typeface="Arial" panose="020B0604020202020204" pitchFamily="34" charset="0"/>
              <a:buChar char="•"/>
              <a:defRPr/>
            </a:lvl5pPr>
          </a:lstStyle>
          <a:p>
            <a:pPr lvl="0"/>
            <a:r>
              <a:rPr lang="en-US"/>
              <a:t>…</a:t>
            </a:r>
          </a:p>
        </p:txBody>
      </p:sp>
      <p:sp>
        <p:nvSpPr>
          <p:cNvPr id="29" name="Text Placeholder 19"/>
          <p:cNvSpPr>
            <a:spLocks noGrp="1"/>
          </p:cNvSpPr>
          <p:nvPr>
            <p:ph type="body" sz="quarter" idx="22" hasCustomPrompt="1"/>
          </p:nvPr>
        </p:nvSpPr>
        <p:spPr>
          <a:xfrm>
            <a:off x="710972" y="3512959"/>
            <a:ext cx="3632428" cy="356616"/>
          </a:xfrm>
          <a:ln w="19050">
            <a:solidFill>
              <a:srgbClr val="F5F5F5"/>
            </a:solidFill>
          </a:ln>
        </p:spPr>
        <p:txBody>
          <a:bodyPr lIns="108000" anchor="ctr"/>
          <a:lstStyle>
            <a:lvl1pPr marL="0" indent="0">
              <a:buNone/>
              <a:defRPr b="1" i="0" cap="all" spc="200" baseline="0">
                <a:latin typeface="+mn-lt"/>
              </a:defRPr>
            </a:lvl1pPr>
            <a:lvl5pPr marL="2114550" indent="-285750">
              <a:buFont typeface="Arial" panose="020B0604020202020204" pitchFamily="34" charset="0"/>
              <a:buChar char="•"/>
              <a:defRPr/>
            </a:lvl5pPr>
          </a:lstStyle>
          <a:p>
            <a:pPr lvl="0"/>
            <a:r>
              <a:rPr lang="en-US"/>
              <a:t>And delete</a:t>
            </a:r>
          </a:p>
        </p:txBody>
      </p:sp>
      <p:sp>
        <p:nvSpPr>
          <p:cNvPr id="30" name="Text Placeholder 19"/>
          <p:cNvSpPr>
            <a:spLocks noGrp="1"/>
          </p:cNvSpPr>
          <p:nvPr>
            <p:ph type="body" sz="quarter" idx="23" hasCustomPrompt="1"/>
          </p:nvPr>
        </p:nvSpPr>
        <p:spPr>
          <a:xfrm>
            <a:off x="710972" y="4118077"/>
            <a:ext cx="3632428" cy="356616"/>
          </a:xfrm>
          <a:ln w="19050">
            <a:solidFill>
              <a:srgbClr val="F5F5F5"/>
            </a:solidFill>
          </a:ln>
        </p:spPr>
        <p:txBody>
          <a:bodyPr lIns="108000" anchor="ctr"/>
          <a:lstStyle>
            <a:lvl1pPr marL="0" indent="0">
              <a:buNone/>
              <a:defRPr b="1" i="0" cap="all" spc="200" baseline="0">
                <a:latin typeface="+mn-lt"/>
              </a:defRPr>
            </a:lvl1pPr>
            <a:lvl5pPr marL="2114550" indent="-285750">
              <a:buFont typeface="Arial" panose="020B0604020202020204" pitchFamily="34" charset="0"/>
              <a:buChar char="•"/>
              <a:defRPr/>
            </a:lvl5pPr>
          </a:lstStyle>
          <a:p>
            <a:pPr lvl="0"/>
            <a:r>
              <a:rPr lang="en-US"/>
              <a:t>The extras</a:t>
            </a:r>
          </a:p>
        </p:txBody>
      </p:sp>
      <p:sp>
        <p:nvSpPr>
          <p:cNvPr id="33" name="Slide Number Placeholder 1"/>
          <p:cNvSpPr>
            <a:spLocks noGrp="1"/>
          </p:cNvSpPr>
          <p:nvPr>
            <p:ph type="sldNum" sz="quarter" idx="4"/>
          </p:nvPr>
        </p:nvSpPr>
        <p:spPr>
          <a:xfrm>
            <a:off x="7413441" y="4826639"/>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fld id="{3A707DD9-E92B-45E8-BE0A-E6B2EDF345EB}" type="slidenum">
              <a:rPr lang="en-US" smtClean="0"/>
              <a:pPr/>
              <a:t>‹#›</a:t>
            </a:fld>
            <a:endParaRPr lang="en-US"/>
          </a:p>
        </p:txBody>
      </p:sp>
    </p:spTree>
    <p:extLst>
      <p:ext uri="{BB962C8B-B14F-4D97-AF65-F5344CB8AC3E}">
        <p14:creationId xmlns:p14="http://schemas.microsoft.com/office/powerpoint/2010/main" val="4007082933"/>
      </p:ext>
    </p:extLst>
  </p:cSld>
  <p:clrMapOvr>
    <a:masterClrMapping/>
  </p:clrMapOvr>
  <p:extLst>
    <p:ext uri="{DCECCB84-F9BA-43D5-87BE-67443E8EF086}">
      <p15:sldGuideLst xmlns:p15="http://schemas.microsoft.com/office/powerpoint/2012/main">
        <p15:guide id="1" pos="336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ersonal Profile - Right">
    <p:spTree>
      <p:nvGrpSpPr>
        <p:cNvPr id="1" name=""/>
        <p:cNvGrpSpPr/>
        <p:nvPr/>
      </p:nvGrpSpPr>
      <p:grpSpPr>
        <a:xfrm>
          <a:off x="0" y="0"/>
          <a:ext cx="0" cy="0"/>
          <a:chOff x="0" y="0"/>
          <a:chExt cx="0" cy="0"/>
        </a:xfrm>
      </p:grpSpPr>
      <p:sp>
        <p:nvSpPr>
          <p:cNvPr id="6" name="Content Placeholder 5"/>
          <p:cNvSpPr>
            <a:spLocks noGrp="1"/>
          </p:cNvSpPr>
          <p:nvPr>
            <p:ph sz="quarter" idx="10" hasCustomPrompt="1"/>
          </p:nvPr>
        </p:nvSpPr>
        <p:spPr>
          <a:xfrm>
            <a:off x="673894" y="1780394"/>
            <a:ext cx="3986211" cy="2696355"/>
          </a:xfrm>
        </p:spPr>
        <p:txBody>
          <a:bodyPr/>
          <a:lstStyle>
            <a:lvl1pPr marL="171450" marR="0" indent="-171450" algn="l" defTabSz="914400" rtl="0" eaLnBrk="1" fontAlgn="auto" latinLnBrk="0" hangingPunct="1">
              <a:lnSpc>
                <a:spcPts val="1600"/>
              </a:lnSpc>
              <a:spcBef>
                <a:spcPts val="264"/>
              </a:spcBef>
              <a:spcAft>
                <a:spcPts val="300"/>
              </a:spcAft>
              <a:buClrTx/>
              <a:buSzTx/>
              <a:buFont typeface="Arial" panose="020B0604020202020204" pitchFamily="34" charset="0"/>
              <a:buChar char="•"/>
              <a:tabLst/>
              <a:defRPr>
                <a:latin typeface="+mj-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 </a:t>
            </a:r>
          </a:p>
          <a:p>
            <a:pPr lvl="0"/>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r>
              <a:rPr lang="en-US" err="1"/>
              <a:t>Aliquam</a:t>
            </a:r>
            <a:r>
              <a:rPr lang="en-US"/>
              <a:t> sit </a:t>
            </a:r>
            <a:r>
              <a:rPr lang="en-US" err="1"/>
              <a:t>amet</a:t>
            </a:r>
            <a:r>
              <a:rPr lang="en-US"/>
              <a:t> </a:t>
            </a:r>
            <a:r>
              <a:rPr lang="en-US" err="1"/>
              <a:t>leo</a:t>
            </a:r>
            <a:r>
              <a:rPr lang="en-US"/>
              <a:t> semper, </a:t>
            </a:r>
            <a:r>
              <a:rPr lang="en-US" err="1"/>
              <a:t>tincidunt</a:t>
            </a:r>
            <a:r>
              <a:rPr lang="en-US"/>
              <a:t> dolor a, </a:t>
            </a:r>
            <a:r>
              <a:rPr lang="en-US" err="1"/>
              <a:t>lobortis</a:t>
            </a:r>
            <a:r>
              <a:rPr lang="en-US"/>
              <a:t> </a:t>
            </a:r>
            <a:r>
              <a:rPr lang="en-US" err="1"/>
              <a:t>elit</a:t>
            </a:r>
            <a:r>
              <a:rPr lang="en-US"/>
              <a:t>. </a:t>
            </a:r>
            <a:r>
              <a:rPr lang="en-US" err="1"/>
              <a:t>Nulla</a:t>
            </a:r>
            <a:r>
              <a:rPr lang="en-US"/>
              <a:t> ipsum dolor, </a:t>
            </a:r>
            <a:r>
              <a:rPr lang="en-US" err="1"/>
              <a:t>condimentum</a:t>
            </a:r>
            <a:endParaRPr lang="en-US"/>
          </a:p>
        </p:txBody>
      </p:sp>
      <p:sp>
        <p:nvSpPr>
          <p:cNvPr id="5" name="Text Placeholder 4"/>
          <p:cNvSpPr>
            <a:spLocks noGrp="1"/>
          </p:cNvSpPr>
          <p:nvPr>
            <p:ph type="body" sz="quarter" idx="12" hasCustomPrompt="1"/>
          </p:nvPr>
        </p:nvSpPr>
        <p:spPr>
          <a:xfrm>
            <a:off x="673893" y="1079500"/>
            <a:ext cx="3986212" cy="342900"/>
          </a:xfrm>
        </p:spPr>
        <p:txBody>
          <a:bodyPr wrap="none" bIns="0">
            <a:noAutofit/>
          </a:bodyPr>
          <a:lstStyle>
            <a:lvl1pPr marL="0" indent="0">
              <a:spcBef>
                <a:spcPts val="288"/>
              </a:spcBef>
              <a:buNone/>
              <a:defRPr sz="1200" b="1" i="0" cap="all" spc="200" baseline="0">
                <a:solidFill>
                  <a:schemeClr val="accent2"/>
                </a:solidFill>
              </a:defRPr>
            </a:lvl1pPr>
          </a:lstStyle>
          <a:p>
            <a:pPr lvl="0"/>
            <a:r>
              <a:rPr lang="en-US"/>
              <a:t>Highlight goes here</a:t>
            </a:r>
          </a:p>
        </p:txBody>
      </p:sp>
      <p:sp>
        <p:nvSpPr>
          <p:cNvPr id="11" name="Slide Number Placeholder 1"/>
          <p:cNvSpPr>
            <a:spLocks noGrp="1"/>
          </p:cNvSpPr>
          <p:nvPr>
            <p:ph type="sldNum" sz="quarter" idx="4"/>
          </p:nvPr>
        </p:nvSpPr>
        <p:spPr>
          <a:xfrm>
            <a:off x="7413441" y="4826639"/>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fld id="{3A707DD9-E92B-45E8-BE0A-E6B2EDF345EB}" type="slidenum">
              <a:rPr lang="en-US" smtClean="0"/>
              <a:pPr/>
              <a:t>‹#›</a:t>
            </a:fld>
            <a:endParaRPr lang="en-US"/>
          </a:p>
        </p:txBody>
      </p:sp>
      <p:sp>
        <p:nvSpPr>
          <p:cNvPr id="12" name="Text Placeholder 4"/>
          <p:cNvSpPr>
            <a:spLocks noGrp="1"/>
          </p:cNvSpPr>
          <p:nvPr>
            <p:ph type="body" sz="quarter" idx="15" hasCustomPrompt="1"/>
          </p:nvPr>
        </p:nvSpPr>
        <p:spPr>
          <a:xfrm>
            <a:off x="673893" y="1437495"/>
            <a:ext cx="3986212" cy="342900"/>
          </a:xfrm>
        </p:spPr>
        <p:txBody>
          <a:bodyPr wrap="none" bIns="0">
            <a:noAutofit/>
          </a:bodyPr>
          <a:lstStyle>
            <a:lvl1pPr marL="0" indent="0">
              <a:spcBef>
                <a:spcPts val="288"/>
              </a:spcBef>
              <a:buNone/>
              <a:defRPr sz="900" b="1" i="1" cap="none" spc="100" baseline="0">
                <a:solidFill>
                  <a:schemeClr val="tx1"/>
                </a:solidFill>
              </a:defRPr>
            </a:lvl1pPr>
          </a:lstStyle>
          <a:p>
            <a:pPr lvl="0"/>
            <a:r>
              <a:rPr lang="en-US"/>
              <a:t>Please put title here</a:t>
            </a:r>
          </a:p>
        </p:txBody>
      </p:sp>
      <p:sp>
        <p:nvSpPr>
          <p:cNvPr id="13" name="Rectangle 12"/>
          <p:cNvSpPr/>
          <p:nvPr userDrawn="1"/>
        </p:nvSpPr>
        <p:spPr>
          <a:xfrm>
            <a:off x="5333999" y="0"/>
            <a:ext cx="3810001" cy="482663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Oval 13"/>
          <p:cNvSpPr/>
          <p:nvPr userDrawn="1"/>
        </p:nvSpPr>
        <p:spPr>
          <a:xfrm>
            <a:off x="6228906" y="1403226"/>
            <a:ext cx="2020186" cy="2020186"/>
          </a:xfrm>
          <a:prstGeom prst="ellipse">
            <a:avLst/>
          </a:prstGeom>
          <a:noFill/>
          <a:ln w="1905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Picture Placeholder 11"/>
          <p:cNvSpPr>
            <a:spLocks noGrp="1"/>
          </p:cNvSpPr>
          <p:nvPr>
            <p:ph type="pic" sz="quarter" idx="14" hasCustomPrompt="1"/>
          </p:nvPr>
        </p:nvSpPr>
        <p:spPr>
          <a:xfrm>
            <a:off x="6406895" y="1581215"/>
            <a:ext cx="1664208" cy="1664208"/>
          </a:xfrm>
          <a:prstGeom prst="ellipse">
            <a:avLst/>
          </a:prstGeom>
        </p:spPr>
        <p:txBody>
          <a:bodyPr anchor="ctr"/>
          <a:lstStyle>
            <a:lvl1pPr marL="0" indent="0" algn="ctr">
              <a:buNone/>
              <a:defRPr b="1">
                <a:solidFill>
                  <a:schemeClr val="bg1"/>
                </a:solidFill>
              </a:defRPr>
            </a:lvl1pPr>
          </a:lstStyle>
          <a:p>
            <a:r>
              <a:rPr lang="en-US"/>
              <a:t>PLEASE INSERT PHOTO HERE</a:t>
            </a:r>
          </a:p>
        </p:txBody>
      </p:sp>
    </p:spTree>
    <p:extLst>
      <p:ext uri="{BB962C8B-B14F-4D97-AF65-F5344CB8AC3E}">
        <p14:creationId xmlns:p14="http://schemas.microsoft.com/office/powerpoint/2010/main" val="2158670304"/>
      </p:ext>
    </p:extLst>
  </p:cSld>
  <p:clrMapOvr>
    <a:masterClrMapping/>
  </p:clrMapOvr>
  <p:extLst>
    <p:ext uri="{DCECCB84-F9BA-43D5-87BE-67443E8EF086}">
      <p15:sldGuideLst xmlns:p15="http://schemas.microsoft.com/office/powerpoint/2012/main">
        <p15:guide id="1" pos="336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ersonal Profile">
    <p:spTree>
      <p:nvGrpSpPr>
        <p:cNvPr id="1" name=""/>
        <p:cNvGrpSpPr/>
        <p:nvPr/>
      </p:nvGrpSpPr>
      <p:grpSpPr>
        <a:xfrm>
          <a:off x="0" y="0"/>
          <a:ext cx="0" cy="0"/>
          <a:chOff x="0" y="0"/>
          <a:chExt cx="0" cy="0"/>
        </a:xfrm>
      </p:grpSpPr>
      <p:sp>
        <p:nvSpPr>
          <p:cNvPr id="6" name="Content Placeholder 5"/>
          <p:cNvSpPr>
            <a:spLocks noGrp="1"/>
          </p:cNvSpPr>
          <p:nvPr>
            <p:ph sz="quarter" idx="12" hasCustomPrompt="1"/>
          </p:nvPr>
        </p:nvSpPr>
        <p:spPr>
          <a:xfrm>
            <a:off x="4480321" y="1780394"/>
            <a:ext cx="3993357" cy="2696355"/>
          </a:xfrm>
        </p:spPr>
        <p:txBody>
          <a:bodyPr/>
          <a:lstStyle>
            <a:lvl1pPr marL="171450" indent="-171450">
              <a:buFont typeface="Arial" panose="020B0604020202020204" pitchFamily="34" charset="0"/>
              <a:buChar char="•"/>
              <a:defRPr>
                <a:latin typeface="+mj-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a:t>
            </a:r>
          </a:p>
          <a:p>
            <a:pPr lvl="0"/>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r>
              <a:rPr lang="en-US" err="1"/>
              <a:t>Aliquam</a:t>
            </a:r>
            <a:r>
              <a:rPr lang="en-US"/>
              <a:t> sit </a:t>
            </a:r>
            <a:r>
              <a:rPr lang="en-US" err="1"/>
              <a:t>amet</a:t>
            </a:r>
            <a:r>
              <a:rPr lang="en-US"/>
              <a:t> </a:t>
            </a:r>
            <a:r>
              <a:rPr lang="en-US" err="1"/>
              <a:t>leo</a:t>
            </a:r>
            <a:r>
              <a:rPr lang="en-US"/>
              <a:t> semper, </a:t>
            </a:r>
            <a:r>
              <a:rPr lang="en-US" err="1"/>
              <a:t>tincidunt</a:t>
            </a:r>
            <a:r>
              <a:rPr lang="en-US"/>
              <a:t> dolor a, </a:t>
            </a:r>
            <a:r>
              <a:rPr lang="en-US" err="1"/>
              <a:t>lobortis</a:t>
            </a:r>
            <a:r>
              <a:rPr lang="en-US"/>
              <a:t> </a:t>
            </a:r>
            <a:r>
              <a:rPr lang="en-US" err="1"/>
              <a:t>elit</a:t>
            </a:r>
            <a:r>
              <a:rPr lang="en-US"/>
              <a:t>. </a:t>
            </a:r>
            <a:r>
              <a:rPr lang="en-US" err="1"/>
              <a:t>Nulla</a:t>
            </a:r>
            <a:r>
              <a:rPr lang="en-US"/>
              <a:t> ipsum dolor, </a:t>
            </a:r>
            <a:r>
              <a:rPr lang="en-US" err="1"/>
              <a:t>condimentum</a:t>
            </a:r>
            <a:endParaRPr lang="en-US"/>
          </a:p>
        </p:txBody>
      </p:sp>
      <p:sp>
        <p:nvSpPr>
          <p:cNvPr id="7" name="Text Placeholder 4"/>
          <p:cNvSpPr>
            <a:spLocks noGrp="1"/>
          </p:cNvSpPr>
          <p:nvPr>
            <p:ph type="body" sz="quarter" idx="13" hasCustomPrompt="1"/>
          </p:nvPr>
        </p:nvSpPr>
        <p:spPr>
          <a:xfrm>
            <a:off x="4480321" y="1079500"/>
            <a:ext cx="3986213" cy="342900"/>
          </a:xfrm>
        </p:spPr>
        <p:txBody>
          <a:bodyPr wrap="none" bIns="0">
            <a:noAutofit/>
          </a:bodyPr>
          <a:lstStyle>
            <a:lvl1pPr marL="0" indent="0">
              <a:spcBef>
                <a:spcPts val="288"/>
              </a:spcBef>
              <a:buNone/>
              <a:defRPr sz="1200" b="1" i="0" cap="all" spc="200" baseline="0">
                <a:solidFill>
                  <a:schemeClr val="accent2"/>
                </a:solidFill>
              </a:defRPr>
            </a:lvl1pPr>
          </a:lstStyle>
          <a:p>
            <a:pPr lvl="0"/>
            <a:r>
              <a:rPr lang="en-US"/>
              <a:t>Please put name here</a:t>
            </a:r>
          </a:p>
        </p:txBody>
      </p:sp>
      <p:sp>
        <p:nvSpPr>
          <p:cNvPr id="9" name="Rectangle 8"/>
          <p:cNvSpPr/>
          <p:nvPr userDrawn="1"/>
        </p:nvSpPr>
        <p:spPr>
          <a:xfrm>
            <a:off x="-1" y="0"/>
            <a:ext cx="3810001" cy="482663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Oval 9"/>
          <p:cNvSpPr/>
          <p:nvPr userDrawn="1"/>
        </p:nvSpPr>
        <p:spPr>
          <a:xfrm>
            <a:off x="894906" y="1403226"/>
            <a:ext cx="2020186" cy="2020186"/>
          </a:xfrm>
          <a:prstGeom prst="ellipse">
            <a:avLst/>
          </a:prstGeom>
          <a:noFill/>
          <a:ln w="1905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Picture Placeholder 11"/>
          <p:cNvSpPr>
            <a:spLocks noGrp="1"/>
          </p:cNvSpPr>
          <p:nvPr>
            <p:ph type="pic" sz="quarter" idx="14" hasCustomPrompt="1"/>
          </p:nvPr>
        </p:nvSpPr>
        <p:spPr>
          <a:xfrm>
            <a:off x="1072895" y="1581215"/>
            <a:ext cx="1664208" cy="1664208"/>
          </a:xfrm>
          <a:prstGeom prst="ellipse">
            <a:avLst/>
          </a:prstGeom>
        </p:spPr>
        <p:txBody>
          <a:bodyPr anchor="ctr"/>
          <a:lstStyle>
            <a:lvl1pPr marL="0" indent="0" algn="ctr">
              <a:buNone/>
              <a:defRPr b="1">
                <a:solidFill>
                  <a:schemeClr val="bg1"/>
                </a:solidFill>
              </a:defRPr>
            </a:lvl1pPr>
          </a:lstStyle>
          <a:p>
            <a:r>
              <a:rPr lang="en-US"/>
              <a:t>PLEASE INSERT PHOTO HERE</a:t>
            </a:r>
          </a:p>
        </p:txBody>
      </p:sp>
      <p:sp>
        <p:nvSpPr>
          <p:cNvPr id="13" name="Text Placeholder 4"/>
          <p:cNvSpPr>
            <a:spLocks noGrp="1"/>
          </p:cNvSpPr>
          <p:nvPr>
            <p:ph type="body" sz="quarter" idx="15" hasCustomPrompt="1"/>
          </p:nvPr>
        </p:nvSpPr>
        <p:spPr>
          <a:xfrm>
            <a:off x="4480321" y="1437495"/>
            <a:ext cx="3993542" cy="342900"/>
          </a:xfrm>
        </p:spPr>
        <p:txBody>
          <a:bodyPr wrap="none" bIns="0">
            <a:noAutofit/>
          </a:bodyPr>
          <a:lstStyle>
            <a:lvl1pPr marL="0" indent="0">
              <a:spcBef>
                <a:spcPts val="288"/>
              </a:spcBef>
              <a:buNone/>
              <a:defRPr sz="900" b="1" i="1" cap="none" spc="100" baseline="0">
                <a:solidFill>
                  <a:schemeClr val="tx1"/>
                </a:solidFill>
              </a:defRPr>
            </a:lvl1pPr>
          </a:lstStyle>
          <a:p>
            <a:pPr lvl="0"/>
            <a:r>
              <a:rPr lang="en-US"/>
              <a:t>Please put title here</a:t>
            </a:r>
          </a:p>
        </p:txBody>
      </p:sp>
      <p:sp>
        <p:nvSpPr>
          <p:cNvPr id="15" name="Slide Number Placeholder 1"/>
          <p:cNvSpPr>
            <a:spLocks noGrp="1"/>
          </p:cNvSpPr>
          <p:nvPr>
            <p:ph type="sldNum" sz="quarter" idx="4"/>
          </p:nvPr>
        </p:nvSpPr>
        <p:spPr>
          <a:xfrm>
            <a:off x="7413441" y="4826639"/>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fld id="{3A707DD9-E92B-45E8-BE0A-E6B2EDF345EB}" type="slidenum">
              <a:rPr lang="en-US" smtClean="0"/>
              <a:pPr/>
              <a:t>‹#›</a:t>
            </a:fld>
            <a:endParaRPr lang="en-US"/>
          </a:p>
        </p:txBody>
      </p:sp>
    </p:spTree>
    <p:extLst>
      <p:ext uri="{BB962C8B-B14F-4D97-AF65-F5344CB8AC3E}">
        <p14:creationId xmlns:p14="http://schemas.microsoft.com/office/powerpoint/2010/main" val="1742482412"/>
      </p:ext>
    </p:extLst>
  </p:cSld>
  <p:clrMapOvr>
    <a:masterClrMapping/>
  </p:clrMapOvr>
  <p:extLst>
    <p:ext uri="{DCECCB84-F9BA-43D5-87BE-67443E8EF086}">
      <p15:sldGuideLst xmlns:p15="http://schemas.microsoft.com/office/powerpoint/2012/main">
        <p15:guide id="1" pos="2400" userDrawn="1">
          <p15:clr>
            <a:srgbClr val="FBAE40"/>
          </p15:clr>
        </p15:guide>
        <p15:guide id="2" orient="horz" pos="1524"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on Color Canvas">
    <p:bg>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bg1"/>
                </a:solidFill>
              </a:defRPr>
            </a:lvl1pPr>
          </a:lstStyle>
          <a:p>
            <a:r>
              <a:rPr lang="en-US"/>
              <a:t>Please Add Slide Headline Here</a:t>
            </a:r>
          </a:p>
        </p:txBody>
      </p:sp>
      <p:sp>
        <p:nvSpPr>
          <p:cNvPr id="6" name="Content Placeholder 5"/>
          <p:cNvSpPr>
            <a:spLocks noGrp="1"/>
          </p:cNvSpPr>
          <p:nvPr>
            <p:ph sz="quarter" idx="10" hasCustomPrompt="1"/>
          </p:nvPr>
        </p:nvSpPr>
        <p:spPr>
          <a:xfrm>
            <a:off x="357188" y="1079500"/>
            <a:ext cx="8429625" cy="3397250"/>
          </a:xfrm>
        </p:spPr>
        <p:txBody>
          <a:bodyPr/>
          <a:lstStyle>
            <a:lvl1pPr marL="171450" marR="0" indent="-171450" algn="l" defTabSz="914400" rtl="0" eaLnBrk="1" fontAlgn="auto" latinLnBrk="0" hangingPunct="1">
              <a:lnSpc>
                <a:spcPts val="1600"/>
              </a:lnSpc>
              <a:spcBef>
                <a:spcPts val="264"/>
              </a:spcBef>
              <a:spcAft>
                <a:spcPts val="300"/>
              </a:spcAft>
              <a:buClrTx/>
              <a:buSzTx/>
              <a:buFont typeface="Arial" panose="020B0604020202020204" pitchFamily="34" charset="0"/>
              <a:buChar char="•"/>
              <a:tabLst/>
              <a:defRPr>
                <a:solidFill>
                  <a:schemeClr val="bg1"/>
                </a:solidFill>
                <a:latin typeface="+mj-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 </a:t>
            </a:r>
            <a:br>
              <a:rPr lang="en-US"/>
            </a:br>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r>
              <a:rPr lang="en-US" err="1"/>
              <a:t>Aliquam</a:t>
            </a:r>
            <a:r>
              <a:rPr lang="en-US"/>
              <a:t> sit </a:t>
            </a:r>
            <a:r>
              <a:rPr lang="en-US" err="1"/>
              <a:t>amet</a:t>
            </a:r>
            <a:r>
              <a:rPr lang="en-US"/>
              <a:t> </a:t>
            </a:r>
            <a:r>
              <a:rPr lang="en-US" err="1"/>
              <a:t>leo</a:t>
            </a:r>
            <a:r>
              <a:rPr lang="en-US"/>
              <a:t> semper, </a:t>
            </a:r>
            <a:r>
              <a:rPr lang="en-US" err="1"/>
              <a:t>tincidunt</a:t>
            </a:r>
            <a:r>
              <a:rPr lang="en-US"/>
              <a:t> dolor a, </a:t>
            </a:r>
            <a:r>
              <a:rPr lang="en-US" err="1"/>
              <a:t>lobortis</a:t>
            </a:r>
            <a:r>
              <a:rPr lang="en-US"/>
              <a:t> </a:t>
            </a:r>
            <a:r>
              <a:rPr lang="en-US" err="1"/>
              <a:t>elit</a:t>
            </a:r>
            <a:r>
              <a:rPr lang="en-US"/>
              <a:t>. </a:t>
            </a:r>
            <a:r>
              <a:rPr lang="en-US" err="1"/>
              <a:t>Nulla</a:t>
            </a:r>
            <a:r>
              <a:rPr lang="en-US"/>
              <a:t> ipsum dolor, </a:t>
            </a:r>
            <a:r>
              <a:rPr lang="en-US" err="1"/>
              <a:t>condimentum</a:t>
            </a:r>
            <a:r>
              <a:rPr lang="en-US"/>
              <a:t> </a:t>
            </a:r>
            <a:br>
              <a:rPr lang="en-US"/>
            </a:br>
            <a:r>
              <a:rPr lang="en-US"/>
              <a:t>at nisi et, </a:t>
            </a:r>
            <a:r>
              <a:rPr lang="en-US" err="1"/>
              <a:t>varius</a:t>
            </a:r>
            <a:r>
              <a:rPr lang="en-US"/>
              <a:t> </a:t>
            </a:r>
            <a:r>
              <a:rPr lang="en-US" err="1"/>
              <a:t>lobortis</a:t>
            </a:r>
            <a:r>
              <a:rPr lang="en-US"/>
              <a:t> </a:t>
            </a:r>
            <a:r>
              <a:rPr lang="en-US" err="1"/>
              <a:t>lectus</a:t>
            </a:r>
            <a:r>
              <a:rPr lang="en-US"/>
              <a:t>. </a:t>
            </a:r>
            <a:r>
              <a:rPr lang="en-US" err="1"/>
              <a:t>Fusce</a:t>
            </a:r>
            <a:r>
              <a:rPr lang="en-US"/>
              <a:t> </a:t>
            </a:r>
            <a:r>
              <a:rPr lang="en-US" err="1"/>
              <a:t>fermentum</a:t>
            </a:r>
            <a:r>
              <a:rPr lang="en-US"/>
              <a:t> </a:t>
            </a:r>
            <a:r>
              <a:rPr lang="en-US" err="1"/>
              <a:t>bibendum</a:t>
            </a:r>
            <a:r>
              <a:rPr lang="en-US"/>
              <a:t> </a:t>
            </a:r>
            <a:r>
              <a:rPr lang="en-US" err="1"/>
              <a:t>varius</a:t>
            </a:r>
            <a:r>
              <a:rPr lang="en-US"/>
              <a:t>. </a:t>
            </a: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r>
              <a:rPr lang="en-US"/>
              <a:t> </a:t>
            </a:r>
            <a:br>
              <a:rPr lang="en-US"/>
            </a:br>
            <a:r>
              <a:rPr lang="en-US"/>
              <a:t>fames ac </a:t>
            </a:r>
            <a:r>
              <a:rPr lang="en-US" err="1"/>
              <a:t>turpis</a:t>
            </a:r>
            <a:r>
              <a:rPr lang="en-US"/>
              <a:t> </a:t>
            </a:r>
            <a:r>
              <a:rPr lang="en-US" err="1"/>
              <a:t>egestas</a:t>
            </a:r>
            <a:r>
              <a:rPr lang="en-US"/>
              <a:t>.</a:t>
            </a:r>
          </a:p>
          <a:p>
            <a:pPr marL="171450" marR="0" lvl="0" indent="-171450" algn="l" defTabSz="914400" rtl="0" eaLnBrk="1" fontAlgn="auto" latinLnBrk="0" hangingPunct="1">
              <a:lnSpc>
                <a:spcPts val="1600"/>
              </a:lnSpc>
              <a:spcBef>
                <a:spcPts val="264"/>
              </a:spcBef>
              <a:spcAft>
                <a:spcPts val="300"/>
              </a:spcAft>
              <a:buClrTx/>
              <a:buSzTx/>
              <a:tabLst/>
              <a:defRPr/>
            </a:pPr>
            <a:r>
              <a:rPr lang="en-US" sz="1100">
                <a:latin typeface="+mj-lt"/>
              </a:rPr>
              <a:t>In </a:t>
            </a:r>
            <a:r>
              <a:rPr lang="en-US" sz="1100" err="1">
                <a:latin typeface="+mj-lt"/>
              </a:rPr>
              <a:t>egestas</a:t>
            </a:r>
            <a:r>
              <a:rPr lang="en-US" sz="1100">
                <a:latin typeface="+mj-lt"/>
              </a:rPr>
              <a:t> </a:t>
            </a:r>
            <a:r>
              <a:rPr lang="en-US" sz="1100" err="1">
                <a:latin typeface="+mj-lt"/>
              </a:rPr>
              <a:t>orci</a:t>
            </a:r>
            <a:r>
              <a:rPr lang="en-US" sz="1100">
                <a:latin typeface="+mj-lt"/>
              </a:rPr>
              <a:t> </a:t>
            </a:r>
            <a:r>
              <a:rPr lang="en-US" sz="1100" err="1">
                <a:latin typeface="+mj-lt"/>
              </a:rPr>
              <a:t>eu</a:t>
            </a:r>
            <a:r>
              <a:rPr lang="en-US" sz="1100">
                <a:latin typeface="+mj-lt"/>
              </a:rPr>
              <a:t> </a:t>
            </a:r>
            <a:r>
              <a:rPr lang="en-US" sz="1100" err="1">
                <a:latin typeface="+mj-lt"/>
              </a:rPr>
              <a:t>lacinia</a:t>
            </a:r>
            <a:r>
              <a:rPr lang="en-US" sz="1100">
                <a:latin typeface="+mj-lt"/>
              </a:rPr>
              <a:t> </a:t>
            </a:r>
            <a:r>
              <a:rPr lang="en-US" sz="1100" err="1">
                <a:latin typeface="+mj-lt"/>
              </a:rPr>
              <a:t>consectetur</a:t>
            </a:r>
            <a:r>
              <a:rPr lang="en-US" sz="1100">
                <a:latin typeface="+mj-lt"/>
              </a:rPr>
              <a:t>. In dolor ipsum, gravida et </a:t>
            </a:r>
            <a:r>
              <a:rPr lang="en-US" sz="1100" err="1">
                <a:latin typeface="+mj-lt"/>
              </a:rPr>
              <a:t>sagittis</a:t>
            </a:r>
            <a:r>
              <a:rPr lang="en-US" sz="1100">
                <a:latin typeface="+mj-lt"/>
              </a:rPr>
              <a:t> id, </a:t>
            </a:r>
            <a:r>
              <a:rPr lang="en-US" sz="1100" err="1">
                <a:latin typeface="+mj-lt"/>
              </a:rPr>
              <a:t>sollicitudin</a:t>
            </a:r>
            <a:r>
              <a:rPr lang="en-US" sz="1100">
                <a:latin typeface="+mj-lt"/>
              </a:rPr>
              <a:t> </a:t>
            </a:r>
            <a:r>
              <a:rPr lang="en-US" sz="1100" err="1">
                <a:latin typeface="+mj-lt"/>
              </a:rPr>
              <a:t>ut</a:t>
            </a:r>
            <a:r>
              <a:rPr lang="en-US" sz="1100">
                <a:latin typeface="+mj-lt"/>
              </a:rPr>
              <a:t> </a:t>
            </a:r>
            <a:r>
              <a:rPr lang="en-US" sz="1100" err="1">
                <a:latin typeface="+mj-lt"/>
              </a:rPr>
              <a:t>nisl</a:t>
            </a:r>
            <a:r>
              <a:rPr lang="en-US" sz="1100">
                <a:latin typeface="+mj-lt"/>
              </a:rPr>
              <a:t>. </a:t>
            </a:r>
            <a:r>
              <a:rPr lang="en-US" sz="1100" err="1">
                <a:latin typeface="+mj-lt"/>
              </a:rPr>
              <a:t>Praesent</a:t>
            </a:r>
            <a:r>
              <a:rPr lang="en-US" sz="1100">
                <a:latin typeface="+mj-lt"/>
              </a:rPr>
              <a:t> </a:t>
            </a:r>
            <a:r>
              <a:rPr lang="en-US" sz="1100" err="1">
                <a:latin typeface="+mj-lt"/>
              </a:rPr>
              <a:t>bibendum</a:t>
            </a:r>
            <a:r>
              <a:rPr lang="en-US" sz="1100">
                <a:latin typeface="+mj-lt"/>
              </a:rPr>
              <a:t> tempus </a:t>
            </a:r>
            <a:r>
              <a:rPr lang="en-US" sz="1100" err="1">
                <a:latin typeface="+mj-lt"/>
              </a:rPr>
              <a:t>tellus</a:t>
            </a:r>
            <a:r>
              <a:rPr lang="en-US" sz="1100">
                <a:latin typeface="+mj-lt"/>
              </a:rPr>
              <a:t> </a:t>
            </a:r>
            <a:r>
              <a:rPr lang="en-US" sz="1100" err="1">
                <a:latin typeface="+mj-lt"/>
              </a:rPr>
              <a:t>nec</a:t>
            </a:r>
            <a:r>
              <a:rPr lang="en-US" sz="1100">
                <a:latin typeface="+mj-lt"/>
              </a:rPr>
              <a:t> </a:t>
            </a:r>
            <a:r>
              <a:rPr lang="en-US" sz="1100" err="1">
                <a:latin typeface="+mj-lt"/>
              </a:rPr>
              <a:t>hendrerit</a:t>
            </a:r>
            <a:r>
              <a:rPr lang="en-US" sz="1100">
                <a:latin typeface="+mj-lt"/>
              </a:rPr>
              <a:t>. Nam in </a:t>
            </a:r>
            <a:r>
              <a:rPr lang="en-US" sz="1100" err="1">
                <a:latin typeface="+mj-lt"/>
              </a:rPr>
              <a:t>tempor</a:t>
            </a:r>
            <a:r>
              <a:rPr lang="en-US" sz="1100">
                <a:latin typeface="+mj-lt"/>
              </a:rPr>
              <a:t> </a:t>
            </a:r>
            <a:r>
              <a:rPr lang="en-US" sz="1100" err="1">
                <a:latin typeface="+mj-lt"/>
              </a:rPr>
              <a:t>metus</a:t>
            </a:r>
            <a:r>
              <a:rPr lang="en-US" sz="1100">
                <a:latin typeface="+mj-lt"/>
              </a:rPr>
              <a:t>, ac </a:t>
            </a:r>
            <a:r>
              <a:rPr lang="en-US" sz="1100" err="1">
                <a:latin typeface="+mj-lt"/>
              </a:rPr>
              <a:t>finibus</a:t>
            </a:r>
            <a:r>
              <a:rPr lang="en-US" sz="1100">
                <a:latin typeface="+mj-lt"/>
              </a:rPr>
              <a:t> </a:t>
            </a:r>
            <a:r>
              <a:rPr lang="en-US" sz="1100" err="1">
                <a:latin typeface="+mj-lt"/>
              </a:rPr>
              <a:t>purus</a:t>
            </a:r>
            <a:r>
              <a:rPr lang="en-US" sz="1100">
                <a:latin typeface="+mj-lt"/>
              </a:rPr>
              <a:t>. </a:t>
            </a:r>
            <a:r>
              <a:rPr lang="en-US" sz="1100" err="1">
                <a:latin typeface="+mj-lt"/>
              </a:rPr>
              <a:t>Praesent</a:t>
            </a:r>
            <a:r>
              <a:rPr lang="en-US" sz="1100">
                <a:latin typeface="+mj-lt"/>
              </a:rPr>
              <a:t> </a:t>
            </a:r>
            <a:r>
              <a:rPr lang="en-US" sz="1100" err="1">
                <a:latin typeface="+mj-lt"/>
              </a:rPr>
              <a:t>consequat</a:t>
            </a:r>
            <a:r>
              <a:rPr lang="en-US" sz="1100">
                <a:latin typeface="+mj-lt"/>
              </a:rPr>
              <a:t> </a:t>
            </a:r>
            <a:r>
              <a:rPr lang="en-US" sz="1100" err="1">
                <a:latin typeface="+mj-lt"/>
              </a:rPr>
              <a:t>lectus</a:t>
            </a:r>
            <a:r>
              <a:rPr lang="en-US" sz="1100">
                <a:latin typeface="+mj-lt"/>
              </a:rPr>
              <a:t> sit </a:t>
            </a:r>
            <a:r>
              <a:rPr lang="en-US" sz="1100" err="1">
                <a:latin typeface="+mj-lt"/>
              </a:rPr>
              <a:t>amet</a:t>
            </a:r>
            <a:r>
              <a:rPr lang="en-US" sz="1100">
                <a:latin typeface="+mj-lt"/>
              </a:rPr>
              <a:t> </a:t>
            </a:r>
            <a:r>
              <a:rPr lang="en-US" sz="1100" err="1">
                <a:latin typeface="+mj-lt"/>
              </a:rPr>
              <a:t>tortor</a:t>
            </a:r>
            <a:r>
              <a:rPr lang="en-US" sz="1100">
                <a:latin typeface="+mj-lt"/>
              </a:rPr>
              <a:t> pharetra, </a:t>
            </a:r>
            <a:r>
              <a:rPr lang="en-US" sz="1100" err="1">
                <a:latin typeface="+mj-lt"/>
              </a:rPr>
              <a:t>sed</a:t>
            </a:r>
            <a:r>
              <a:rPr lang="en-US" sz="1100">
                <a:latin typeface="+mj-lt"/>
              </a:rPr>
              <a:t> </a:t>
            </a:r>
            <a:r>
              <a:rPr lang="en-US" sz="1100" err="1">
                <a:latin typeface="+mj-lt"/>
              </a:rPr>
              <a:t>venenatis</a:t>
            </a:r>
            <a:r>
              <a:rPr lang="en-US" sz="1100">
                <a:latin typeface="+mj-lt"/>
              </a:rPr>
              <a:t> </a:t>
            </a:r>
            <a:r>
              <a:rPr lang="en-US" sz="1100" err="1">
                <a:latin typeface="+mj-lt"/>
              </a:rPr>
              <a:t>eros</a:t>
            </a:r>
            <a:r>
              <a:rPr lang="en-US" sz="1100">
                <a:latin typeface="+mj-lt"/>
              </a:rPr>
              <a:t> </a:t>
            </a:r>
            <a:r>
              <a:rPr lang="en-US" sz="1100" err="1">
                <a:latin typeface="+mj-lt"/>
              </a:rPr>
              <a:t>lacinia</a:t>
            </a:r>
            <a:r>
              <a:rPr lang="en-US" sz="1100">
                <a:latin typeface="+mj-lt"/>
              </a:rPr>
              <a:t>. In </a:t>
            </a:r>
            <a:r>
              <a:rPr lang="en-US" sz="1100" err="1">
                <a:latin typeface="+mj-lt"/>
              </a:rPr>
              <a:t>sed</a:t>
            </a:r>
            <a:r>
              <a:rPr lang="en-US" sz="1100">
                <a:latin typeface="+mj-lt"/>
              </a:rPr>
              <a:t> </a:t>
            </a:r>
            <a:r>
              <a:rPr lang="en-US" sz="1100" err="1">
                <a:latin typeface="+mj-lt"/>
              </a:rPr>
              <a:t>erat</a:t>
            </a:r>
            <a:r>
              <a:rPr lang="en-US" sz="1100">
                <a:latin typeface="+mj-lt"/>
              </a:rPr>
              <a:t> libero. </a:t>
            </a:r>
            <a:r>
              <a:rPr lang="en-US" sz="1100" err="1">
                <a:latin typeface="+mj-lt"/>
              </a:rPr>
              <a:t>Sed</a:t>
            </a:r>
            <a:r>
              <a:rPr lang="en-US" sz="1100">
                <a:latin typeface="+mj-lt"/>
              </a:rPr>
              <a:t> lorem </a:t>
            </a:r>
            <a:r>
              <a:rPr lang="en-US" sz="1100" err="1">
                <a:latin typeface="+mj-lt"/>
              </a:rPr>
              <a:t>neque</a:t>
            </a:r>
            <a:r>
              <a:rPr lang="en-US" sz="1100">
                <a:latin typeface="+mj-lt"/>
              </a:rPr>
              <a:t>, </a:t>
            </a:r>
            <a:r>
              <a:rPr lang="en-US" sz="1100" err="1">
                <a:latin typeface="+mj-lt"/>
              </a:rPr>
              <a:t>commodo</a:t>
            </a:r>
            <a:r>
              <a:rPr lang="en-US" sz="1100">
                <a:latin typeface="+mj-lt"/>
              </a:rPr>
              <a:t> vitae ex at, pharetra convallis </a:t>
            </a:r>
            <a:r>
              <a:rPr lang="en-US" sz="1100" err="1">
                <a:latin typeface="+mj-lt"/>
              </a:rPr>
              <a:t>nunc</a:t>
            </a:r>
            <a:r>
              <a:rPr lang="en-US" sz="1100">
                <a:latin typeface="+mj-lt"/>
              </a:rPr>
              <a:t>. In </a:t>
            </a:r>
            <a:r>
              <a:rPr lang="en-US" sz="1100" err="1">
                <a:latin typeface="+mj-lt"/>
              </a:rPr>
              <a:t>vehicula</a:t>
            </a:r>
            <a:r>
              <a:rPr lang="en-US" sz="1100">
                <a:latin typeface="+mj-lt"/>
              </a:rPr>
              <a:t> </a:t>
            </a:r>
            <a:r>
              <a:rPr lang="en-US" sz="1100" err="1">
                <a:latin typeface="+mj-lt"/>
              </a:rPr>
              <a:t>mauris</a:t>
            </a:r>
            <a:r>
              <a:rPr lang="en-US" sz="1100">
                <a:latin typeface="+mj-lt"/>
              </a:rPr>
              <a:t> ligula. </a:t>
            </a:r>
            <a:r>
              <a:rPr lang="en-US" sz="1100" err="1">
                <a:latin typeface="+mj-lt"/>
              </a:rPr>
              <a:t>Suspendisse</a:t>
            </a:r>
            <a:r>
              <a:rPr lang="en-US" sz="1100">
                <a:latin typeface="+mj-lt"/>
              </a:rPr>
              <a:t> in </a:t>
            </a:r>
            <a:r>
              <a:rPr lang="en-US" sz="1100" err="1">
                <a:latin typeface="+mj-lt"/>
              </a:rPr>
              <a:t>tellus</a:t>
            </a:r>
            <a:r>
              <a:rPr lang="en-US" sz="1100">
                <a:latin typeface="+mj-lt"/>
              </a:rPr>
              <a:t> </a:t>
            </a:r>
            <a:r>
              <a:rPr lang="en-US" sz="1100" err="1">
                <a:latin typeface="+mj-lt"/>
              </a:rPr>
              <a:t>congue</a:t>
            </a:r>
            <a:r>
              <a:rPr lang="en-US" sz="1100">
                <a:latin typeface="+mj-lt"/>
              </a:rPr>
              <a:t> </a:t>
            </a:r>
            <a:r>
              <a:rPr lang="en-US" sz="1100" err="1">
                <a:latin typeface="+mj-lt"/>
              </a:rPr>
              <a:t>odio</a:t>
            </a:r>
            <a:r>
              <a:rPr lang="en-US" sz="1100">
                <a:latin typeface="+mj-lt"/>
              </a:rPr>
              <a:t> pharetra </a:t>
            </a:r>
            <a:r>
              <a:rPr lang="en-US" sz="1100" err="1">
                <a:latin typeface="+mj-lt"/>
              </a:rPr>
              <a:t>finibus</a:t>
            </a:r>
            <a:r>
              <a:rPr lang="en-US" sz="1100">
                <a:latin typeface="+mj-lt"/>
              </a:rPr>
              <a:t>. Nam </a:t>
            </a:r>
            <a:r>
              <a:rPr lang="en-US" sz="1100" err="1">
                <a:latin typeface="+mj-lt"/>
              </a:rPr>
              <a:t>vel</a:t>
            </a:r>
            <a:r>
              <a:rPr lang="en-US" sz="1100">
                <a:latin typeface="+mj-lt"/>
              </a:rPr>
              <a:t> </a:t>
            </a:r>
            <a:r>
              <a:rPr lang="en-US" sz="1100" err="1">
                <a:latin typeface="+mj-lt"/>
              </a:rPr>
              <a:t>auctor</a:t>
            </a:r>
            <a:r>
              <a:rPr lang="en-US" sz="1100">
                <a:latin typeface="+mj-lt"/>
              </a:rPr>
              <a:t> </a:t>
            </a:r>
            <a:r>
              <a:rPr lang="en-US" sz="1100" err="1">
                <a:latin typeface="+mj-lt"/>
              </a:rPr>
              <a:t>justo</a:t>
            </a:r>
            <a:r>
              <a:rPr lang="en-US" sz="1100">
                <a:latin typeface="+mj-lt"/>
              </a:rPr>
              <a:t>, vitae </a:t>
            </a:r>
            <a:r>
              <a:rPr lang="en-US" sz="1100" err="1">
                <a:latin typeface="+mj-lt"/>
              </a:rPr>
              <a:t>hendrerit</a:t>
            </a:r>
            <a:r>
              <a:rPr lang="en-US" sz="1100">
                <a:latin typeface="+mj-lt"/>
              </a:rPr>
              <a:t> </a:t>
            </a:r>
            <a:r>
              <a:rPr lang="en-US" sz="1100" err="1">
                <a:latin typeface="+mj-lt"/>
              </a:rPr>
              <a:t>orci</a:t>
            </a:r>
            <a:r>
              <a:rPr lang="en-US" sz="1100">
                <a:latin typeface="+mj-lt"/>
              </a:rPr>
              <a:t>. </a:t>
            </a:r>
            <a:r>
              <a:rPr lang="en-US" sz="1100" err="1">
                <a:latin typeface="+mj-lt"/>
              </a:rPr>
              <a:t>Duis</a:t>
            </a:r>
            <a:r>
              <a:rPr lang="en-US" sz="1100">
                <a:latin typeface="+mj-lt"/>
              </a:rPr>
              <a:t> </a:t>
            </a:r>
            <a:r>
              <a:rPr lang="en-US" sz="1100" err="1">
                <a:latin typeface="+mj-lt"/>
              </a:rPr>
              <a:t>nec</a:t>
            </a:r>
            <a:r>
              <a:rPr lang="en-US" sz="1100">
                <a:latin typeface="+mj-lt"/>
              </a:rPr>
              <a:t> </a:t>
            </a:r>
            <a:r>
              <a:rPr lang="en-US" sz="1100" err="1">
                <a:latin typeface="+mj-lt"/>
              </a:rPr>
              <a:t>sapien</a:t>
            </a:r>
            <a:r>
              <a:rPr lang="en-US" sz="1100">
                <a:latin typeface="+mj-lt"/>
              </a:rPr>
              <a:t> </a:t>
            </a:r>
            <a:r>
              <a:rPr lang="en-US" sz="1100" err="1">
                <a:latin typeface="+mj-lt"/>
              </a:rPr>
              <a:t>viverra</a:t>
            </a:r>
            <a:r>
              <a:rPr lang="en-US" sz="1100">
                <a:latin typeface="+mj-lt"/>
              </a:rPr>
              <a:t>, </a:t>
            </a:r>
            <a:r>
              <a:rPr lang="en-US" sz="1100" err="1">
                <a:latin typeface="+mj-lt"/>
              </a:rPr>
              <a:t>bibendum</a:t>
            </a:r>
            <a:r>
              <a:rPr lang="en-US" sz="1100">
                <a:latin typeface="+mj-lt"/>
              </a:rPr>
              <a:t> </a:t>
            </a:r>
            <a:r>
              <a:rPr lang="en-US" sz="1100" err="1">
                <a:latin typeface="+mj-lt"/>
              </a:rPr>
              <a:t>tellus</a:t>
            </a:r>
            <a:r>
              <a:rPr lang="en-US" sz="1100">
                <a:latin typeface="+mj-lt"/>
              </a:rPr>
              <a:t> </a:t>
            </a:r>
            <a:r>
              <a:rPr lang="en-US" sz="1100" err="1">
                <a:latin typeface="+mj-lt"/>
              </a:rPr>
              <a:t>eget</a:t>
            </a:r>
            <a:r>
              <a:rPr lang="en-US" sz="1100">
                <a:latin typeface="+mj-lt"/>
              </a:rPr>
              <a:t>, </a:t>
            </a:r>
            <a:r>
              <a:rPr lang="en-US" sz="1100" err="1">
                <a:latin typeface="+mj-lt"/>
              </a:rPr>
              <a:t>pellentesque</a:t>
            </a:r>
            <a:r>
              <a:rPr lang="en-US" sz="1100">
                <a:latin typeface="+mj-lt"/>
              </a:rPr>
              <a:t> </a:t>
            </a:r>
            <a:r>
              <a:rPr lang="en-US" sz="1100" err="1">
                <a:latin typeface="+mj-lt"/>
              </a:rPr>
              <a:t>massa</a:t>
            </a:r>
            <a:r>
              <a:rPr lang="en-US" sz="1100">
                <a:latin typeface="+mj-lt"/>
              </a:rPr>
              <a:t>. </a:t>
            </a:r>
            <a:r>
              <a:rPr lang="en-US" sz="1100" err="1">
                <a:latin typeface="+mj-lt"/>
              </a:rPr>
              <a:t>Nulla</a:t>
            </a:r>
            <a:r>
              <a:rPr lang="en-US" sz="1100">
                <a:latin typeface="+mj-lt"/>
              </a:rPr>
              <a:t> </a:t>
            </a:r>
            <a:r>
              <a:rPr lang="en-US" sz="1100" err="1">
                <a:latin typeface="+mj-lt"/>
              </a:rPr>
              <a:t>feugiat</a:t>
            </a:r>
            <a:r>
              <a:rPr lang="en-US" sz="1100">
                <a:latin typeface="+mj-lt"/>
              </a:rPr>
              <a:t>, </a:t>
            </a:r>
            <a:r>
              <a:rPr lang="en-US" sz="1100" err="1">
                <a:latin typeface="+mj-lt"/>
              </a:rPr>
              <a:t>turpis</a:t>
            </a:r>
            <a:r>
              <a:rPr lang="en-US" sz="1100">
                <a:latin typeface="+mj-lt"/>
              </a:rPr>
              <a:t> et </a:t>
            </a:r>
            <a:r>
              <a:rPr lang="en-US" sz="1100" err="1">
                <a:latin typeface="+mj-lt"/>
              </a:rPr>
              <a:t>posuere</a:t>
            </a:r>
            <a:r>
              <a:rPr lang="en-US" sz="1100">
                <a:latin typeface="+mj-lt"/>
              </a:rPr>
              <a:t> </a:t>
            </a:r>
            <a:r>
              <a:rPr lang="en-US" sz="1100" err="1">
                <a:latin typeface="+mj-lt"/>
              </a:rPr>
              <a:t>viverra</a:t>
            </a:r>
            <a:r>
              <a:rPr lang="en-US" sz="1100">
                <a:latin typeface="+mj-lt"/>
              </a:rPr>
              <a:t>, ipsum </a:t>
            </a:r>
            <a:r>
              <a:rPr lang="en-US" sz="1100" err="1">
                <a:latin typeface="+mj-lt"/>
              </a:rPr>
              <a:t>sem</a:t>
            </a:r>
            <a:r>
              <a:rPr lang="en-US" sz="1100">
                <a:latin typeface="+mj-lt"/>
              </a:rPr>
              <a:t> </a:t>
            </a:r>
            <a:r>
              <a:rPr lang="en-US" sz="1100" err="1">
                <a:latin typeface="+mj-lt"/>
              </a:rPr>
              <a:t>tincidunt</a:t>
            </a:r>
            <a:r>
              <a:rPr lang="en-US" sz="1100">
                <a:latin typeface="+mj-lt"/>
              </a:rPr>
              <a:t> </a:t>
            </a:r>
            <a:r>
              <a:rPr lang="en-US" sz="1100" err="1">
                <a:latin typeface="+mj-lt"/>
              </a:rPr>
              <a:t>est</a:t>
            </a:r>
            <a:r>
              <a:rPr lang="en-US" sz="1100">
                <a:latin typeface="+mj-lt"/>
              </a:rPr>
              <a:t>, </a:t>
            </a:r>
            <a:r>
              <a:rPr lang="en-US" sz="1100" err="1">
                <a:latin typeface="+mj-lt"/>
              </a:rPr>
              <a:t>finibus</a:t>
            </a:r>
            <a:r>
              <a:rPr lang="en-US" sz="1100">
                <a:latin typeface="+mj-lt"/>
              </a:rPr>
              <a:t> </a:t>
            </a:r>
            <a:r>
              <a:rPr lang="en-US" sz="1100" err="1">
                <a:latin typeface="+mj-lt"/>
              </a:rPr>
              <a:t>tempor</a:t>
            </a:r>
            <a:r>
              <a:rPr lang="en-US" sz="1100">
                <a:latin typeface="+mj-lt"/>
              </a:rPr>
              <a:t> </a:t>
            </a:r>
            <a:r>
              <a:rPr lang="en-US" sz="1100" err="1">
                <a:latin typeface="+mj-lt"/>
              </a:rPr>
              <a:t>nibh</a:t>
            </a:r>
            <a:r>
              <a:rPr lang="en-US" sz="1100">
                <a:latin typeface="+mj-lt"/>
              </a:rPr>
              <a:t> ante semper diam. </a:t>
            </a:r>
            <a:r>
              <a:rPr lang="en-US" sz="1100" err="1">
                <a:latin typeface="+mj-lt"/>
              </a:rPr>
              <a:t>Nullam</a:t>
            </a:r>
            <a:r>
              <a:rPr lang="en-US" sz="1100">
                <a:latin typeface="+mj-lt"/>
              </a:rPr>
              <a:t> </a:t>
            </a:r>
            <a:r>
              <a:rPr lang="en-US" sz="1100" err="1">
                <a:latin typeface="+mj-lt"/>
              </a:rPr>
              <a:t>quis</a:t>
            </a:r>
            <a:r>
              <a:rPr lang="en-US" sz="1100">
                <a:latin typeface="+mj-lt"/>
              </a:rPr>
              <a:t> </a:t>
            </a:r>
            <a:r>
              <a:rPr lang="en-US" sz="1100" err="1">
                <a:latin typeface="+mj-lt"/>
              </a:rPr>
              <a:t>euismod</a:t>
            </a:r>
            <a:r>
              <a:rPr lang="en-US" sz="1100">
                <a:latin typeface="+mj-lt"/>
              </a:rPr>
              <a:t> </a:t>
            </a:r>
            <a:r>
              <a:rPr lang="en-US" sz="1100" err="1">
                <a:latin typeface="+mj-lt"/>
              </a:rPr>
              <a:t>neque</a:t>
            </a:r>
            <a:r>
              <a:rPr lang="en-US" sz="1100">
                <a:latin typeface="+mj-lt"/>
              </a:rPr>
              <a:t>, </a:t>
            </a:r>
            <a:r>
              <a:rPr lang="en-US" sz="1100" err="1">
                <a:latin typeface="+mj-lt"/>
              </a:rPr>
              <a:t>nec</a:t>
            </a:r>
            <a:r>
              <a:rPr lang="en-US" sz="1100">
                <a:latin typeface="+mj-lt"/>
              </a:rPr>
              <a:t> </a:t>
            </a:r>
            <a:r>
              <a:rPr lang="en-US" sz="1100" err="1">
                <a:latin typeface="+mj-lt"/>
              </a:rPr>
              <a:t>facilisis</a:t>
            </a:r>
            <a:r>
              <a:rPr lang="en-US" sz="1100">
                <a:latin typeface="+mj-lt"/>
              </a:rPr>
              <a:t> sem. </a:t>
            </a:r>
            <a:r>
              <a:rPr lang="en-US" sz="1100" err="1">
                <a:latin typeface="+mj-lt"/>
              </a:rPr>
              <a:t>Morbi</a:t>
            </a:r>
            <a:r>
              <a:rPr lang="en-US" sz="1100">
                <a:latin typeface="+mj-lt"/>
              </a:rPr>
              <a:t> </a:t>
            </a:r>
            <a:r>
              <a:rPr lang="en-US" sz="1100" err="1">
                <a:latin typeface="+mj-lt"/>
              </a:rPr>
              <a:t>egestas</a:t>
            </a:r>
            <a:r>
              <a:rPr lang="en-US" sz="1100">
                <a:latin typeface="+mj-lt"/>
              </a:rPr>
              <a:t> </a:t>
            </a:r>
            <a:r>
              <a:rPr lang="en-US" sz="1100" err="1">
                <a:latin typeface="+mj-lt"/>
              </a:rPr>
              <a:t>iaculis</a:t>
            </a:r>
            <a:r>
              <a:rPr lang="en-US" sz="1100">
                <a:latin typeface="+mj-lt"/>
              </a:rPr>
              <a:t> </a:t>
            </a:r>
            <a:r>
              <a:rPr lang="en-US" sz="1100" err="1">
                <a:latin typeface="+mj-lt"/>
              </a:rPr>
              <a:t>dignissim</a:t>
            </a:r>
            <a:r>
              <a:rPr lang="en-US" sz="1100">
                <a:latin typeface="+mj-lt"/>
              </a:rPr>
              <a:t>. In </a:t>
            </a:r>
            <a:r>
              <a:rPr lang="en-US" sz="1100" err="1">
                <a:latin typeface="+mj-lt"/>
              </a:rPr>
              <a:t>accumsan</a:t>
            </a:r>
            <a:r>
              <a:rPr lang="en-US" sz="1100">
                <a:latin typeface="+mj-lt"/>
              </a:rPr>
              <a:t> </a:t>
            </a:r>
            <a:r>
              <a:rPr lang="en-US" sz="1100" err="1">
                <a:latin typeface="+mj-lt"/>
              </a:rPr>
              <a:t>tortor</a:t>
            </a:r>
            <a:r>
              <a:rPr lang="en-US" sz="1100">
                <a:latin typeface="+mj-lt"/>
              </a:rPr>
              <a:t> </a:t>
            </a:r>
            <a:r>
              <a:rPr lang="en-US" sz="1100" err="1">
                <a:latin typeface="+mj-lt"/>
              </a:rPr>
              <a:t>elit</a:t>
            </a:r>
            <a:r>
              <a:rPr lang="en-US" sz="1100">
                <a:latin typeface="+mj-lt"/>
              </a:rPr>
              <a:t>, non </a:t>
            </a:r>
            <a:r>
              <a:rPr lang="en-US" sz="1100" err="1">
                <a:latin typeface="+mj-lt"/>
              </a:rPr>
              <a:t>euismod</a:t>
            </a:r>
            <a:r>
              <a:rPr lang="en-US" sz="1100">
                <a:latin typeface="+mj-lt"/>
              </a:rPr>
              <a:t> </a:t>
            </a:r>
            <a:r>
              <a:rPr lang="en-US" sz="1100" err="1">
                <a:latin typeface="+mj-lt"/>
              </a:rPr>
              <a:t>eros</a:t>
            </a:r>
            <a:r>
              <a:rPr lang="en-US" sz="1100">
                <a:latin typeface="+mj-lt"/>
              </a:rPr>
              <a:t> </a:t>
            </a:r>
            <a:r>
              <a:rPr lang="en-US" sz="1100" err="1">
                <a:latin typeface="+mj-lt"/>
              </a:rPr>
              <a:t>accumsan</a:t>
            </a:r>
            <a:r>
              <a:rPr lang="en-US" sz="1100">
                <a:latin typeface="+mj-lt"/>
              </a:rPr>
              <a:t> ac. </a:t>
            </a:r>
            <a:r>
              <a:rPr lang="en-US" sz="1100" err="1">
                <a:latin typeface="+mj-lt"/>
              </a:rPr>
              <a:t>Sed</a:t>
            </a:r>
            <a:r>
              <a:rPr lang="en-US" sz="1100">
                <a:latin typeface="+mj-lt"/>
              </a:rPr>
              <a:t> </a:t>
            </a:r>
            <a:r>
              <a:rPr lang="en-US" sz="1100" err="1">
                <a:latin typeface="+mj-lt"/>
              </a:rPr>
              <a:t>ultrices</a:t>
            </a:r>
            <a:r>
              <a:rPr lang="en-US" sz="1100">
                <a:latin typeface="+mj-lt"/>
              </a:rPr>
              <a:t> mi lorem, </a:t>
            </a:r>
            <a:r>
              <a:rPr lang="en-US" sz="1100" err="1">
                <a:latin typeface="+mj-lt"/>
              </a:rPr>
              <a:t>ut</a:t>
            </a:r>
            <a:r>
              <a:rPr lang="en-US" sz="1100">
                <a:latin typeface="+mj-lt"/>
              </a:rPr>
              <a:t> </a:t>
            </a:r>
            <a:r>
              <a:rPr lang="en-US" sz="1100" err="1">
                <a:latin typeface="+mj-lt"/>
              </a:rPr>
              <a:t>dignissim</a:t>
            </a:r>
            <a:r>
              <a:rPr lang="en-US" sz="1100">
                <a:latin typeface="+mj-lt"/>
              </a:rPr>
              <a:t> </a:t>
            </a:r>
            <a:r>
              <a:rPr lang="en-US" sz="1100" err="1">
                <a:latin typeface="+mj-lt"/>
              </a:rPr>
              <a:t>nibh</a:t>
            </a:r>
            <a:r>
              <a:rPr lang="en-US" sz="1100">
                <a:latin typeface="+mj-lt"/>
              </a:rPr>
              <a:t> </a:t>
            </a:r>
            <a:r>
              <a:rPr lang="en-US" sz="1100" err="1">
                <a:latin typeface="+mj-lt"/>
              </a:rPr>
              <a:t>facilisis</a:t>
            </a:r>
            <a:r>
              <a:rPr lang="en-US" sz="1100">
                <a:latin typeface="+mj-lt"/>
              </a:rPr>
              <a:t> vel.</a:t>
            </a:r>
          </a:p>
        </p:txBody>
      </p:sp>
      <p:cxnSp>
        <p:nvCxnSpPr>
          <p:cNvPr id="4" name="Straight Connector 3"/>
          <p:cNvCxnSpPr/>
          <p:nvPr userDrawn="1"/>
        </p:nvCxnSpPr>
        <p:spPr>
          <a:xfrm>
            <a:off x="294409" y="716437"/>
            <a:ext cx="8555182"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7" name="Slide Number Placeholder 1"/>
          <p:cNvSpPr>
            <a:spLocks noGrp="1"/>
          </p:cNvSpPr>
          <p:nvPr>
            <p:ph type="sldNum" sz="quarter" idx="4"/>
          </p:nvPr>
        </p:nvSpPr>
        <p:spPr>
          <a:xfrm>
            <a:off x="7413441" y="4826639"/>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fld id="{3A707DD9-E92B-45E8-BE0A-E6B2EDF345EB}" type="slidenum">
              <a:rPr lang="en-US" smtClean="0"/>
              <a:pPr/>
              <a:t>‹#›</a:t>
            </a:fld>
            <a:endParaRPr lang="en-US"/>
          </a:p>
        </p:txBody>
      </p:sp>
    </p:spTree>
    <p:extLst>
      <p:ext uri="{BB962C8B-B14F-4D97-AF65-F5344CB8AC3E}">
        <p14:creationId xmlns:p14="http://schemas.microsoft.com/office/powerpoint/2010/main" val="32378541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mparison on Color Canvas">
    <p:bg>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bg1"/>
                </a:solidFill>
              </a:defRPr>
            </a:lvl1pPr>
          </a:lstStyle>
          <a:p>
            <a:r>
              <a:rPr lang="en-US"/>
              <a:t>Please Add Slide Headline Here</a:t>
            </a:r>
          </a:p>
        </p:txBody>
      </p:sp>
      <p:sp>
        <p:nvSpPr>
          <p:cNvPr id="3" name="Content Placeholder 5"/>
          <p:cNvSpPr>
            <a:spLocks noGrp="1"/>
          </p:cNvSpPr>
          <p:nvPr>
            <p:ph sz="quarter" idx="10" hasCustomPrompt="1"/>
          </p:nvPr>
        </p:nvSpPr>
        <p:spPr>
          <a:xfrm>
            <a:off x="357189" y="1422400"/>
            <a:ext cx="3986211" cy="3054350"/>
          </a:xfrm>
        </p:spPr>
        <p:txBody>
          <a:bodyPr/>
          <a:lstStyle>
            <a:lvl1pPr>
              <a:defRPr>
                <a:solidFill>
                  <a:schemeClr val="bg1"/>
                </a:solidFill>
                <a:latin typeface="+mj-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 </a:t>
            </a:r>
          </a:p>
          <a:p>
            <a:pPr lvl="0"/>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r>
              <a:rPr lang="en-US" err="1"/>
              <a:t>Aliquam</a:t>
            </a:r>
            <a:r>
              <a:rPr lang="en-US"/>
              <a:t> sit </a:t>
            </a:r>
            <a:r>
              <a:rPr lang="en-US" err="1"/>
              <a:t>amet</a:t>
            </a:r>
            <a:r>
              <a:rPr lang="en-US"/>
              <a:t> </a:t>
            </a:r>
            <a:r>
              <a:rPr lang="en-US" err="1"/>
              <a:t>leo</a:t>
            </a:r>
            <a:r>
              <a:rPr lang="en-US"/>
              <a:t> semper, </a:t>
            </a:r>
            <a:r>
              <a:rPr lang="en-US" err="1"/>
              <a:t>tincidunt</a:t>
            </a:r>
            <a:r>
              <a:rPr lang="en-US"/>
              <a:t> dolor a, </a:t>
            </a:r>
            <a:r>
              <a:rPr lang="en-US" err="1"/>
              <a:t>lobortis</a:t>
            </a:r>
            <a:r>
              <a:rPr lang="en-US"/>
              <a:t> </a:t>
            </a:r>
            <a:r>
              <a:rPr lang="en-US" err="1"/>
              <a:t>elit</a:t>
            </a:r>
            <a:r>
              <a:rPr lang="en-US"/>
              <a:t>. </a:t>
            </a:r>
            <a:r>
              <a:rPr lang="en-US" err="1"/>
              <a:t>Nulla</a:t>
            </a:r>
            <a:r>
              <a:rPr lang="en-US"/>
              <a:t> ipsum dolor, </a:t>
            </a:r>
            <a:r>
              <a:rPr lang="en-US" err="1"/>
              <a:t>condimentum</a:t>
            </a:r>
            <a:r>
              <a:rPr lang="en-US"/>
              <a:t> </a:t>
            </a:r>
          </a:p>
          <a:p>
            <a:pPr lvl="0"/>
            <a:r>
              <a:rPr lang="en-US"/>
              <a:t>at nisi et, </a:t>
            </a:r>
            <a:r>
              <a:rPr lang="en-US" err="1"/>
              <a:t>varius</a:t>
            </a:r>
            <a:r>
              <a:rPr lang="en-US"/>
              <a:t> </a:t>
            </a:r>
            <a:r>
              <a:rPr lang="en-US" err="1"/>
              <a:t>lobortis</a:t>
            </a:r>
            <a:r>
              <a:rPr lang="en-US"/>
              <a:t> </a:t>
            </a:r>
            <a:r>
              <a:rPr lang="en-US" err="1"/>
              <a:t>lectus</a:t>
            </a:r>
            <a:r>
              <a:rPr lang="en-US"/>
              <a:t>. </a:t>
            </a:r>
            <a:r>
              <a:rPr lang="en-US" err="1"/>
              <a:t>Fusce</a:t>
            </a:r>
            <a:r>
              <a:rPr lang="en-US"/>
              <a:t> </a:t>
            </a:r>
            <a:r>
              <a:rPr lang="en-US" err="1"/>
              <a:t>fermentum</a:t>
            </a:r>
            <a:r>
              <a:rPr lang="en-US"/>
              <a:t> </a:t>
            </a:r>
            <a:r>
              <a:rPr lang="en-US" err="1"/>
              <a:t>bibendum</a:t>
            </a:r>
            <a:r>
              <a:rPr lang="en-US"/>
              <a:t> </a:t>
            </a:r>
            <a:r>
              <a:rPr lang="en-US" err="1"/>
              <a:t>varius</a:t>
            </a:r>
            <a:r>
              <a:rPr lang="en-US"/>
              <a:t>. </a:t>
            </a: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endParaRPr lang="en-US"/>
          </a:p>
        </p:txBody>
      </p:sp>
      <p:sp>
        <p:nvSpPr>
          <p:cNvPr id="5" name="Text Placeholder 4"/>
          <p:cNvSpPr>
            <a:spLocks noGrp="1"/>
          </p:cNvSpPr>
          <p:nvPr>
            <p:ph type="body" sz="quarter" idx="11" hasCustomPrompt="1"/>
          </p:nvPr>
        </p:nvSpPr>
        <p:spPr>
          <a:xfrm>
            <a:off x="357189" y="1079500"/>
            <a:ext cx="3986212" cy="342900"/>
          </a:xfrm>
        </p:spPr>
        <p:txBody>
          <a:bodyPr wrap="none" bIns="0">
            <a:noAutofit/>
          </a:bodyPr>
          <a:lstStyle>
            <a:lvl1pPr marL="0" indent="0">
              <a:spcBef>
                <a:spcPts val="288"/>
              </a:spcBef>
              <a:buNone/>
              <a:defRPr sz="1200" b="1" i="0" cap="all" spc="200" baseline="0">
                <a:solidFill>
                  <a:schemeClr val="bg1"/>
                </a:solidFill>
              </a:defRPr>
            </a:lvl1pPr>
          </a:lstStyle>
          <a:p>
            <a:pPr lvl="0"/>
            <a:r>
              <a:rPr lang="en-US"/>
              <a:t>Highlight goes here</a:t>
            </a:r>
          </a:p>
        </p:txBody>
      </p:sp>
      <p:sp>
        <p:nvSpPr>
          <p:cNvPr id="6" name="Content Placeholder 5"/>
          <p:cNvSpPr>
            <a:spLocks noGrp="1"/>
          </p:cNvSpPr>
          <p:nvPr>
            <p:ph sz="quarter" idx="12" hasCustomPrompt="1"/>
          </p:nvPr>
        </p:nvSpPr>
        <p:spPr>
          <a:xfrm>
            <a:off x="4800599" y="1422400"/>
            <a:ext cx="3993357" cy="3054350"/>
          </a:xfrm>
        </p:spPr>
        <p:txBody>
          <a:bodyPr/>
          <a:lstStyle>
            <a:lvl1pPr>
              <a:defRPr>
                <a:solidFill>
                  <a:schemeClr val="bg1"/>
                </a:solidFill>
                <a:latin typeface="+mj-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 </a:t>
            </a:r>
          </a:p>
          <a:p>
            <a:pPr lvl="0"/>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r>
              <a:rPr lang="en-US" err="1"/>
              <a:t>Aliquam</a:t>
            </a:r>
            <a:r>
              <a:rPr lang="en-US"/>
              <a:t> sit </a:t>
            </a:r>
            <a:r>
              <a:rPr lang="en-US" err="1"/>
              <a:t>amet</a:t>
            </a:r>
            <a:r>
              <a:rPr lang="en-US"/>
              <a:t> </a:t>
            </a:r>
            <a:r>
              <a:rPr lang="en-US" err="1"/>
              <a:t>leo</a:t>
            </a:r>
            <a:r>
              <a:rPr lang="en-US"/>
              <a:t> semper, </a:t>
            </a:r>
            <a:r>
              <a:rPr lang="en-US" err="1"/>
              <a:t>tincidunt</a:t>
            </a:r>
            <a:r>
              <a:rPr lang="en-US"/>
              <a:t> dolor a, </a:t>
            </a:r>
            <a:r>
              <a:rPr lang="en-US" err="1"/>
              <a:t>lobortis</a:t>
            </a:r>
            <a:r>
              <a:rPr lang="en-US"/>
              <a:t> </a:t>
            </a:r>
            <a:r>
              <a:rPr lang="en-US" err="1"/>
              <a:t>elit</a:t>
            </a:r>
            <a:r>
              <a:rPr lang="en-US"/>
              <a:t>. </a:t>
            </a:r>
            <a:r>
              <a:rPr lang="en-US" err="1"/>
              <a:t>Nulla</a:t>
            </a:r>
            <a:r>
              <a:rPr lang="en-US"/>
              <a:t> ipsum dolor, </a:t>
            </a:r>
            <a:r>
              <a:rPr lang="en-US" err="1"/>
              <a:t>condimentum</a:t>
            </a:r>
            <a:r>
              <a:rPr lang="en-US"/>
              <a:t> </a:t>
            </a:r>
          </a:p>
          <a:p>
            <a:pPr lvl="0"/>
            <a:r>
              <a:rPr lang="en-US"/>
              <a:t>at nisi et, </a:t>
            </a:r>
            <a:r>
              <a:rPr lang="en-US" err="1"/>
              <a:t>varius</a:t>
            </a:r>
            <a:r>
              <a:rPr lang="en-US"/>
              <a:t> </a:t>
            </a:r>
            <a:r>
              <a:rPr lang="en-US" err="1"/>
              <a:t>lobortis</a:t>
            </a:r>
            <a:r>
              <a:rPr lang="en-US"/>
              <a:t> </a:t>
            </a:r>
            <a:r>
              <a:rPr lang="en-US" err="1"/>
              <a:t>lectus</a:t>
            </a:r>
            <a:r>
              <a:rPr lang="en-US"/>
              <a:t>. </a:t>
            </a:r>
            <a:r>
              <a:rPr lang="en-US" err="1"/>
              <a:t>Fusce</a:t>
            </a:r>
            <a:r>
              <a:rPr lang="en-US"/>
              <a:t> </a:t>
            </a:r>
            <a:r>
              <a:rPr lang="en-US" err="1"/>
              <a:t>fermentum</a:t>
            </a:r>
            <a:r>
              <a:rPr lang="en-US"/>
              <a:t> </a:t>
            </a:r>
            <a:r>
              <a:rPr lang="en-US" err="1"/>
              <a:t>bibendum</a:t>
            </a:r>
            <a:r>
              <a:rPr lang="en-US"/>
              <a:t> </a:t>
            </a:r>
            <a:r>
              <a:rPr lang="en-US" err="1"/>
              <a:t>varius</a:t>
            </a:r>
            <a:r>
              <a:rPr lang="en-US"/>
              <a:t>. </a:t>
            </a: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endParaRPr lang="en-US"/>
          </a:p>
        </p:txBody>
      </p:sp>
      <p:sp>
        <p:nvSpPr>
          <p:cNvPr id="7" name="Text Placeholder 4"/>
          <p:cNvSpPr>
            <a:spLocks noGrp="1"/>
          </p:cNvSpPr>
          <p:nvPr>
            <p:ph type="body" sz="quarter" idx="13" hasCustomPrompt="1"/>
          </p:nvPr>
        </p:nvSpPr>
        <p:spPr>
          <a:xfrm>
            <a:off x="4800599" y="1079500"/>
            <a:ext cx="3986214" cy="342900"/>
          </a:xfrm>
        </p:spPr>
        <p:txBody>
          <a:bodyPr wrap="none" bIns="0">
            <a:noAutofit/>
          </a:bodyPr>
          <a:lstStyle>
            <a:lvl1pPr marL="0" indent="0">
              <a:spcBef>
                <a:spcPts val="288"/>
              </a:spcBef>
              <a:buNone/>
              <a:defRPr sz="1200" b="1" i="0" cap="all" spc="200" baseline="0">
                <a:solidFill>
                  <a:schemeClr val="bg1"/>
                </a:solidFill>
              </a:defRPr>
            </a:lvl1pPr>
          </a:lstStyle>
          <a:p>
            <a:pPr lvl="0"/>
            <a:r>
              <a:rPr lang="en-US"/>
              <a:t>OTHER Highlight goes here</a:t>
            </a:r>
          </a:p>
        </p:txBody>
      </p:sp>
      <p:cxnSp>
        <p:nvCxnSpPr>
          <p:cNvPr id="8" name="Straight Connector 7"/>
          <p:cNvCxnSpPr/>
          <p:nvPr userDrawn="1"/>
        </p:nvCxnSpPr>
        <p:spPr>
          <a:xfrm>
            <a:off x="294409" y="716437"/>
            <a:ext cx="8555182"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10" name="Slide Number Placeholder 1"/>
          <p:cNvSpPr>
            <a:spLocks noGrp="1"/>
          </p:cNvSpPr>
          <p:nvPr>
            <p:ph type="sldNum" sz="quarter" idx="4"/>
          </p:nvPr>
        </p:nvSpPr>
        <p:spPr>
          <a:xfrm>
            <a:off x="7413441" y="4826639"/>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fld id="{3A707DD9-E92B-45E8-BE0A-E6B2EDF345EB}" type="slidenum">
              <a:rPr lang="en-US" smtClean="0"/>
              <a:pPr/>
              <a:t>‹#›</a:t>
            </a:fld>
            <a:endParaRPr lang="en-US"/>
          </a:p>
        </p:txBody>
      </p:sp>
    </p:spTree>
    <p:extLst>
      <p:ext uri="{BB962C8B-B14F-4D97-AF65-F5344CB8AC3E}">
        <p14:creationId xmlns:p14="http://schemas.microsoft.com/office/powerpoint/2010/main" val="4864038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ree Content on Color Canvas">
    <p:bg>
      <p:bgPr>
        <a:solidFill>
          <a:schemeClr val="accent6"/>
        </a:solidFill>
        <a:effectLst/>
      </p:bgPr>
    </p:bg>
    <p:spTree>
      <p:nvGrpSpPr>
        <p:cNvPr id="1" name=""/>
        <p:cNvGrpSpPr/>
        <p:nvPr/>
      </p:nvGrpSpPr>
      <p:grpSpPr>
        <a:xfrm>
          <a:off x="0" y="0"/>
          <a:ext cx="0" cy="0"/>
          <a:chOff x="0" y="0"/>
          <a:chExt cx="0" cy="0"/>
        </a:xfrm>
      </p:grpSpPr>
      <p:sp>
        <p:nvSpPr>
          <p:cNvPr id="15" name="Content Placeholder 14"/>
          <p:cNvSpPr>
            <a:spLocks noGrp="1"/>
          </p:cNvSpPr>
          <p:nvPr>
            <p:ph sz="quarter" idx="16" hasCustomPrompt="1"/>
          </p:nvPr>
        </p:nvSpPr>
        <p:spPr>
          <a:xfrm>
            <a:off x="1127175" y="1238584"/>
            <a:ext cx="2304288" cy="2903538"/>
          </a:xfrm>
          <a:ln>
            <a:solidFill>
              <a:schemeClr val="bg1"/>
            </a:solidFill>
          </a:ln>
        </p:spPr>
        <p:txBody>
          <a:bodyPr vert="horz" lIns="182880" tIns="274320" rIns="182880" bIns="274320" rtlCol="0">
            <a:normAutofit/>
          </a:bodyPr>
          <a:lstStyle>
            <a:lvl1pPr>
              <a:defRPr lang="en-US" sz="1000" dirty="0" smtClean="0">
                <a:solidFill>
                  <a:schemeClr val="bg1"/>
                </a:solidFill>
              </a:defRPr>
            </a:lvl1pPr>
            <a:lvl2pPr>
              <a:defRPr lang="en-US" sz="1000" dirty="0" smtClean="0">
                <a:solidFill>
                  <a:schemeClr val="bg1"/>
                </a:solidFill>
              </a:defRPr>
            </a:lvl2pPr>
            <a:lvl3pPr>
              <a:defRPr lang="en-US" sz="1000" dirty="0" smtClean="0">
                <a:solidFill>
                  <a:schemeClr val="bg1"/>
                </a:solidFill>
              </a:defRPr>
            </a:lvl3pPr>
            <a:lvl4pPr>
              <a:defRPr lang="en-US" sz="1000" dirty="0" smtClean="0">
                <a:solidFill>
                  <a:schemeClr val="bg1"/>
                </a:solidFill>
              </a:defRPr>
            </a:lvl4pPr>
            <a:lvl5pPr>
              <a:defRPr lang="en-US" sz="1000" dirty="0">
                <a:solidFill>
                  <a:schemeClr val="bg1"/>
                </a:solidFill>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p>
          <a:p>
            <a:pPr lvl="0"/>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 </a:t>
            </a:r>
          </a:p>
        </p:txBody>
      </p:sp>
      <p:sp>
        <p:nvSpPr>
          <p:cNvPr id="5" name="Title Placeholder 3"/>
          <p:cNvSpPr>
            <a:spLocks noGrp="1"/>
          </p:cNvSpPr>
          <p:nvPr>
            <p:ph type="body" sz="quarter" idx="11" hasCustomPrompt="1"/>
          </p:nvPr>
        </p:nvSpPr>
        <p:spPr>
          <a:xfrm>
            <a:off x="5735751" y="799672"/>
            <a:ext cx="2304288" cy="438912"/>
          </a:xfrm>
          <a:solidFill>
            <a:schemeClr val="bg1"/>
          </a:solidFill>
          <a:ln>
            <a:solidFill>
              <a:schemeClr val="bg1"/>
            </a:solidFill>
          </a:ln>
        </p:spPr>
        <p:txBody>
          <a:bodyPr wrap="none" lIns="91440" tIns="0" rIns="91440" bIns="0" anchor="ctr">
            <a:noAutofit/>
          </a:bodyPr>
          <a:lstStyle>
            <a:lvl1pPr marL="0" indent="0" algn="ctr">
              <a:buNone/>
              <a:defRPr sz="1200" b="1" i="0" cap="all" spc="200" baseline="0"/>
            </a:lvl1pPr>
            <a:lvl2pPr marL="457200" indent="0">
              <a:buNone/>
              <a:defRPr b="1" i="0" cap="all" spc="200" baseline="0"/>
            </a:lvl2pPr>
            <a:lvl3pPr marL="914400" indent="0">
              <a:buNone/>
              <a:defRPr b="1" i="0" cap="all" spc="200" baseline="0"/>
            </a:lvl3pPr>
            <a:lvl4pPr marL="1371600" indent="0">
              <a:buNone/>
              <a:defRPr b="1" i="0" cap="all" spc="200" baseline="0"/>
            </a:lvl4pPr>
            <a:lvl5pPr marL="1828800" indent="0">
              <a:buFont typeface="Arial" panose="020B0604020202020204" pitchFamily="34" charset="0"/>
              <a:buNone/>
              <a:defRPr b="1" i="0" cap="all" spc="200" baseline="0"/>
            </a:lvl5pPr>
          </a:lstStyle>
          <a:p>
            <a:pPr lvl="0"/>
            <a:r>
              <a:rPr lang="en-US"/>
              <a:t>ADD TITILE HERE</a:t>
            </a:r>
          </a:p>
        </p:txBody>
      </p:sp>
      <p:sp>
        <p:nvSpPr>
          <p:cNvPr id="4" name="Title Placeholder 2"/>
          <p:cNvSpPr>
            <a:spLocks noGrp="1"/>
          </p:cNvSpPr>
          <p:nvPr>
            <p:ph type="body" sz="quarter" idx="10" hasCustomPrompt="1"/>
          </p:nvPr>
        </p:nvSpPr>
        <p:spPr>
          <a:xfrm>
            <a:off x="3431463" y="799672"/>
            <a:ext cx="2304288" cy="438912"/>
          </a:xfrm>
          <a:solidFill>
            <a:schemeClr val="bg1"/>
          </a:solidFill>
          <a:ln>
            <a:solidFill>
              <a:schemeClr val="bg1"/>
            </a:solidFill>
          </a:ln>
        </p:spPr>
        <p:txBody>
          <a:bodyPr wrap="none" lIns="91440" tIns="0" rIns="91440" bIns="0" anchor="ctr">
            <a:noAutofit/>
          </a:bodyPr>
          <a:lstStyle>
            <a:lvl1pPr marL="0" indent="0" algn="ctr">
              <a:buNone/>
              <a:defRPr sz="1200" b="1" i="0" cap="all" spc="200" baseline="0"/>
            </a:lvl1pPr>
            <a:lvl2pPr marL="457200" indent="0">
              <a:buNone/>
              <a:defRPr b="1" i="0" cap="all" spc="200" baseline="0"/>
            </a:lvl2pPr>
            <a:lvl3pPr marL="914400" indent="0">
              <a:buNone/>
              <a:defRPr b="1" i="0" cap="all" spc="200" baseline="0"/>
            </a:lvl3pPr>
            <a:lvl4pPr marL="1371600" indent="0">
              <a:buNone/>
              <a:defRPr b="1" i="0" cap="all" spc="200" baseline="0"/>
            </a:lvl4pPr>
            <a:lvl5pPr marL="1828800" indent="0">
              <a:buFont typeface="Arial" panose="020B0604020202020204" pitchFamily="34" charset="0"/>
              <a:buNone/>
              <a:defRPr b="1" i="0" cap="all" spc="200" baseline="0"/>
            </a:lvl5pPr>
          </a:lstStyle>
          <a:p>
            <a:pPr lvl="0"/>
            <a:r>
              <a:rPr lang="en-US"/>
              <a:t>ADD TITILE HERE</a:t>
            </a:r>
          </a:p>
        </p:txBody>
      </p:sp>
      <p:sp>
        <p:nvSpPr>
          <p:cNvPr id="6" name="Title Placeholder 1"/>
          <p:cNvSpPr>
            <a:spLocks noGrp="1"/>
          </p:cNvSpPr>
          <p:nvPr>
            <p:ph type="body" sz="quarter" idx="12" hasCustomPrompt="1"/>
          </p:nvPr>
        </p:nvSpPr>
        <p:spPr>
          <a:xfrm>
            <a:off x="1127175" y="799672"/>
            <a:ext cx="2304288" cy="438912"/>
          </a:xfrm>
          <a:solidFill>
            <a:schemeClr val="bg1"/>
          </a:solidFill>
          <a:ln>
            <a:solidFill>
              <a:schemeClr val="bg1"/>
            </a:solidFill>
          </a:ln>
        </p:spPr>
        <p:txBody>
          <a:bodyPr wrap="none" lIns="91440" tIns="0" rIns="91440" bIns="0" anchor="ctr">
            <a:noAutofit/>
          </a:bodyPr>
          <a:lstStyle>
            <a:lvl1pPr marL="0" indent="0" algn="ctr">
              <a:buNone/>
              <a:defRPr sz="1200" b="1" i="0" cap="all" spc="200" baseline="0"/>
            </a:lvl1pPr>
            <a:lvl2pPr marL="457200" indent="0">
              <a:buNone/>
              <a:defRPr b="1" i="0" cap="all" spc="200" baseline="0"/>
            </a:lvl2pPr>
            <a:lvl3pPr marL="914400" indent="0">
              <a:buNone/>
              <a:defRPr b="1" i="0" cap="all" spc="200" baseline="0"/>
            </a:lvl3pPr>
            <a:lvl4pPr marL="1371600" indent="0">
              <a:buNone/>
              <a:defRPr b="1" i="0" cap="all" spc="200" baseline="0"/>
            </a:lvl4pPr>
            <a:lvl5pPr marL="1828800" indent="0">
              <a:buFont typeface="Arial" panose="020B0604020202020204" pitchFamily="34" charset="0"/>
              <a:buNone/>
              <a:defRPr b="1" i="0" cap="all" spc="200" baseline="0"/>
            </a:lvl5pPr>
          </a:lstStyle>
          <a:p>
            <a:pPr lvl="0"/>
            <a:r>
              <a:rPr lang="en-US"/>
              <a:t>ADD TITILE HERE</a:t>
            </a:r>
          </a:p>
        </p:txBody>
      </p:sp>
      <p:sp>
        <p:nvSpPr>
          <p:cNvPr id="13" name="Slide Number Placeholder 1"/>
          <p:cNvSpPr>
            <a:spLocks noGrp="1"/>
          </p:cNvSpPr>
          <p:nvPr>
            <p:ph type="sldNum" sz="quarter" idx="4"/>
          </p:nvPr>
        </p:nvSpPr>
        <p:spPr>
          <a:xfrm>
            <a:off x="7413441" y="4826639"/>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fld id="{3A707DD9-E92B-45E8-BE0A-E6B2EDF345EB}" type="slidenum">
              <a:rPr lang="en-US" smtClean="0"/>
              <a:pPr/>
              <a:t>‹#›</a:t>
            </a:fld>
            <a:endParaRPr lang="en-US"/>
          </a:p>
        </p:txBody>
      </p:sp>
      <p:sp>
        <p:nvSpPr>
          <p:cNvPr id="16" name="Content Placeholder 14"/>
          <p:cNvSpPr>
            <a:spLocks noGrp="1"/>
          </p:cNvSpPr>
          <p:nvPr>
            <p:ph sz="quarter" idx="17" hasCustomPrompt="1"/>
          </p:nvPr>
        </p:nvSpPr>
        <p:spPr>
          <a:xfrm>
            <a:off x="5735751" y="1238584"/>
            <a:ext cx="2304288" cy="2903538"/>
          </a:xfrm>
          <a:ln>
            <a:solidFill>
              <a:schemeClr val="bg1"/>
            </a:solidFill>
          </a:ln>
        </p:spPr>
        <p:txBody>
          <a:bodyPr vert="horz" lIns="182880" tIns="274320" rIns="182880" bIns="274320" rtlCol="0">
            <a:normAutofit/>
          </a:bodyPr>
          <a:lstStyle>
            <a:lvl1pPr>
              <a:defRPr lang="en-US" sz="1000" dirty="0" smtClean="0">
                <a:solidFill>
                  <a:schemeClr val="bg1"/>
                </a:solidFill>
              </a:defRPr>
            </a:lvl1pPr>
            <a:lvl2pPr>
              <a:defRPr lang="en-US" sz="1000" dirty="0" smtClean="0">
                <a:solidFill>
                  <a:schemeClr val="bg1"/>
                </a:solidFill>
              </a:defRPr>
            </a:lvl2pPr>
            <a:lvl3pPr>
              <a:defRPr lang="en-US" sz="1000" dirty="0" smtClean="0">
                <a:solidFill>
                  <a:schemeClr val="bg1"/>
                </a:solidFill>
              </a:defRPr>
            </a:lvl3pPr>
            <a:lvl4pPr>
              <a:defRPr lang="en-US" sz="1000" dirty="0" smtClean="0">
                <a:solidFill>
                  <a:schemeClr val="bg1"/>
                </a:solidFill>
              </a:defRPr>
            </a:lvl4pPr>
            <a:lvl5pPr>
              <a:defRPr lang="en-US" sz="1000" dirty="0">
                <a:solidFill>
                  <a:schemeClr val="bg1"/>
                </a:solidFill>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p>
          <a:p>
            <a:pPr lvl="0"/>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 </a:t>
            </a:r>
          </a:p>
        </p:txBody>
      </p:sp>
      <p:sp>
        <p:nvSpPr>
          <p:cNvPr id="17" name="Content Placeholder 14"/>
          <p:cNvSpPr>
            <a:spLocks noGrp="1"/>
          </p:cNvSpPr>
          <p:nvPr>
            <p:ph sz="quarter" idx="18" hasCustomPrompt="1"/>
          </p:nvPr>
        </p:nvSpPr>
        <p:spPr>
          <a:xfrm>
            <a:off x="3431463" y="1238584"/>
            <a:ext cx="2304288" cy="2903538"/>
          </a:xfrm>
          <a:ln>
            <a:solidFill>
              <a:schemeClr val="bg1"/>
            </a:solidFill>
          </a:ln>
        </p:spPr>
        <p:txBody>
          <a:bodyPr vert="horz" lIns="182880" tIns="274320" rIns="182880" bIns="274320" rtlCol="0">
            <a:normAutofit/>
          </a:bodyPr>
          <a:lstStyle>
            <a:lvl1pPr>
              <a:defRPr lang="en-US" sz="1000" dirty="0" smtClean="0">
                <a:solidFill>
                  <a:schemeClr val="bg1"/>
                </a:solidFill>
              </a:defRPr>
            </a:lvl1pPr>
            <a:lvl2pPr>
              <a:defRPr lang="en-US" sz="1000" dirty="0" smtClean="0">
                <a:solidFill>
                  <a:schemeClr val="bg1"/>
                </a:solidFill>
              </a:defRPr>
            </a:lvl2pPr>
            <a:lvl3pPr>
              <a:defRPr lang="en-US" sz="1000" dirty="0" smtClean="0">
                <a:solidFill>
                  <a:schemeClr val="bg1"/>
                </a:solidFill>
              </a:defRPr>
            </a:lvl3pPr>
            <a:lvl4pPr>
              <a:defRPr lang="en-US" sz="1000" dirty="0" smtClean="0">
                <a:solidFill>
                  <a:schemeClr val="bg1"/>
                </a:solidFill>
              </a:defRPr>
            </a:lvl4pPr>
            <a:lvl5pPr>
              <a:defRPr lang="en-US" sz="1000" dirty="0">
                <a:solidFill>
                  <a:schemeClr val="bg1"/>
                </a:solidFill>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p>
          <a:p>
            <a:pPr lvl="0"/>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 </a:t>
            </a:r>
          </a:p>
        </p:txBody>
      </p:sp>
    </p:spTree>
    <p:extLst>
      <p:ext uri="{BB962C8B-B14F-4D97-AF65-F5344CB8AC3E}">
        <p14:creationId xmlns:p14="http://schemas.microsoft.com/office/powerpoint/2010/main" val="317737176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Quote - EPAM Blue">
    <p:bg>
      <p:bgPr>
        <a:solidFill>
          <a:schemeClr val="accent2"/>
        </a:solidFill>
        <a:effectLst/>
      </p:bgPr>
    </p:bg>
    <p:spTree>
      <p:nvGrpSpPr>
        <p:cNvPr id="1" name=""/>
        <p:cNvGrpSpPr/>
        <p:nvPr/>
      </p:nvGrpSpPr>
      <p:grpSpPr>
        <a:xfrm>
          <a:off x="0" y="0"/>
          <a:ext cx="0" cy="0"/>
          <a:chOff x="0" y="0"/>
          <a:chExt cx="0" cy="0"/>
        </a:xfrm>
      </p:grpSpPr>
      <p:sp>
        <p:nvSpPr>
          <p:cNvPr id="9" name="Text Placeholder 8"/>
          <p:cNvSpPr>
            <a:spLocks noGrp="1"/>
          </p:cNvSpPr>
          <p:nvPr>
            <p:ph type="body" sz="quarter" idx="10" hasCustomPrompt="1"/>
          </p:nvPr>
        </p:nvSpPr>
        <p:spPr>
          <a:xfrm>
            <a:off x="1780953" y="2098360"/>
            <a:ext cx="5582093" cy="587388"/>
          </a:xfrm>
          <a:prstGeom prst="rect">
            <a:avLst/>
          </a:prstGeom>
        </p:spPr>
        <p:txBody>
          <a:bodyPr anchor="ctr"/>
          <a:lstStyle>
            <a:lvl1pPr marL="0" indent="0" algn="ctr">
              <a:buNone/>
              <a:defRPr sz="1600">
                <a:solidFill>
                  <a:schemeClr val="bg1"/>
                </a:solidFill>
                <a:latin typeface="+mj-lt"/>
              </a:defRPr>
            </a:lvl1pPr>
            <a:lvl2pPr marL="457200" indent="0">
              <a:buNone/>
              <a:defRPr sz="1600">
                <a:latin typeface="+mj-lt"/>
              </a:defRPr>
            </a:lvl2pPr>
            <a:lvl3pPr marL="914400" indent="0">
              <a:buNone/>
              <a:defRPr sz="1600">
                <a:latin typeface="+mj-lt"/>
              </a:defRPr>
            </a:lvl3pPr>
            <a:lvl4pPr marL="1371600" indent="0">
              <a:buNone/>
              <a:defRPr sz="1600">
                <a:latin typeface="+mj-lt"/>
              </a:defRPr>
            </a:lvl4pPr>
            <a:lvl5pPr marL="1828800" indent="0">
              <a:buNone/>
              <a:defRPr sz="1600">
                <a:latin typeface="+mj-lt"/>
              </a:defRPr>
            </a:lvl5pPr>
          </a:lstStyle>
          <a:p>
            <a:pPr algn="ctr">
              <a:lnSpc>
                <a:spcPts val="2400"/>
              </a:lnSpc>
            </a:pPr>
            <a:r>
              <a:rPr lang="en-US" sz="1600" baseline="0">
                <a:solidFill>
                  <a:schemeClr val="bg1"/>
                </a:solidFill>
                <a:latin typeface="+mj-lt"/>
              </a:rPr>
              <a:t>Please add call out or quote here</a:t>
            </a:r>
            <a:br>
              <a:rPr lang="en-US" sz="1600" baseline="0">
                <a:solidFill>
                  <a:schemeClr val="bg1"/>
                </a:solidFill>
                <a:latin typeface="+mj-lt"/>
              </a:rPr>
            </a:br>
            <a:r>
              <a:rPr lang="en-US" sz="1600" baseline="0">
                <a:solidFill>
                  <a:schemeClr val="bg1"/>
                </a:solidFill>
                <a:latin typeface="+mj-lt"/>
              </a:rPr>
              <a:t>sit </a:t>
            </a:r>
            <a:r>
              <a:rPr lang="en-US" sz="1600" baseline="0" err="1">
                <a:solidFill>
                  <a:schemeClr val="bg1"/>
                </a:solidFill>
                <a:latin typeface="+mj-lt"/>
              </a:rPr>
              <a:t>amet</a:t>
            </a:r>
            <a:r>
              <a:rPr lang="en-US" sz="1600" baseline="0">
                <a:solidFill>
                  <a:schemeClr val="bg1"/>
                </a:solidFill>
                <a:latin typeface="+mj-lt"/>
              </a:rPr>
              <a:t>, </a:t>
            </a:r>
            <a:r>
              <a:rPr lang="en-US" sz="1600" baseline="0" err="1">
                <a:solidFill>
                  <a:schemeClr val="bg1"/>
                </a:solidFill>
                <a:latin typeface="+mj-lt"/>
              </a:rPr>
              <a:t>consectetur</a:t>
            </a:r>
            <a:r>
              <a:rPr lang="en-US" sz="1600" baseline="0">
                <a:solidFill>
                  <a:schemeClr val="bg1"/>
                </a:solidFill>
                <a:latin typeface="+mj-lt"/>
              </a:rPr>
              <a:t> </a:t>
            </a:r>
            <a:r>
              <a:rPr lang="en-US" sz="1600" baseline="0" err="1">
                <a:solidFill>
                  <a:schemeClr val="bg1"/>
                </a:solidFill>
                <a:latin typeface="+mj-lt"/>
              </a:rPr>
              <a:t>adipiscing</a:t>
            </a:r>
            <a:r>
              <a:rPr lang="en-US" sz="1600" baseline="0">
                <a:solidFill>
                  <a:schemeClr val="bg1"/>
                </a:solidFill>
                <a:latin typeface="+mj-lt"/>
              </a:rPr>
              <a:t> </a:t>
            </a:r>
            <a:r>
              <a:rPr lang="en-US" sz="1600" baseline="0" err="1">
                <a:solidFill>
                  <a:schemeClr val="bg1"/>
                </a:solidFill>
                <a:latin typeface="+mj-lt"/>
              </a:rPr>
              <a:t>elit</a:t>
            </a:r>
            <a:r>
              <a:rPr lang="en-US" sz="1600" baseline="0">
                <a:solidFill>
                  <a:schemeClr val="bg1"/>
                </a:solidFill>
                <a:latin typeface="+mj-lt"/>
              </a:rPr>
              <a:t>. </a:t>
            </a:r>
            <a:r>
              <a:rPr lang="en-US" sz="1600" baseline="0" err="1">
                <a:solidFill>
                  <a:schemeClr val="bg1"/>
                </a:solidFill>
                <a:latin typeface="+mj-lt"/>
              </a:rPr>
              <a:t>Sed</a:t>
            </a:r>
            <a:r>
              <a:rPr lang="en-US" sz="1600" baseline="0">
                <a:solidFill>
                  <a:schemeClr val="bg1"/>
                </a:solidFill>
                <a:latin typeface="+mj-lt"/>
              </a:rPr>
              <a:t> </a:t>
            </a:r>
            <a:r>
              <a:rPr lang="en-US" sz="1600" baseline="0" err="1">
                <a:solidFill>
                  <a:schemeClr val="bg1"/>
                </a:solidFill>
                <a:latin typeface="+mj-lt"/>
              </a:rPr>
              <a:t>nec</a:t>
            </a:r>
            <a:r>
              <a:rPr lang="en-US" sz="1600" baseline="0">
                <a:solidFill>
                  <a:schemeClr val="bg1"/>
                </a:solidFill>
                <a:latin typeface="+mj-lt"/>
              </a:rPr>
              <a:t> </a:t>
            </a:r>
            <a:r>
              <a:rPr lang="en-US" sz="1600" baseline="0" err="1">
                <a:solidFill>
                  <a:schemeClr val="bg1"/>
                </a:solidFill>
                <a:latin typeface="+mj-lt"/>
              </a:rPr>
              <a:t>sem</a:t>
            </a:r>
            <a:r>
              <a:rPr lang="en-US" sz="1600" baseline="0">
                <a:solidFill>
                  <a:schemeClr val="bg1"/>
                </a:solidFill>
                <a:latin typeface="+mj-lt"/>
              </a:rPr>
              <a:t> gravida, </a:t>
            </a:r>
            <a:r>
              <a:rPr lang="en-US" sz="1600" baseline="0" err="1">
                <a:solidFill>
                  <a:schemeClr val="bg1"/>
                </a:solidFill>
                <a:latin typeface="+mj-lt"/>
              </a:rPr>
              <a:t>dapibus</a:t>
            </a:r>
            <a:r>
              <a:rPr lang="en-US" sz="1600" baseline="0">
                <a:solidFill>
                  <a:schemeClr val="bg1"/>
                </a:solidFill>
                <a:latin typeface="+mj-lt"/>
              </a:rPr>
              <a:t> </a:t>
            </a:r>
            <a:r>
              <a:rPr lang="en-US" sz="1600" baseline="0" err="1">
                <a:solidFill>
                  <a:schemeClr val="bg1"/>
                </a:solidFill>
                <a:latin typeface="+mj-lt"/>
              </a:rPr>
              <a:t>turpis</a:t>
            </a:r>
            <a:r>
              <a:rPr lang="en-US" sz="1600" baseline="0">
                <a:solidFill>
                  <a:schemeClr val="bg1"/>
                </a:solidFill>
                <a:latin typeface="+mj-lt"/>
              </a:rPr>
              <a:t> </a:t>
            </a:r>
            <a:r>
              <a:rPr lang="en-US" sz="1600" baseline="0" err="1">
                <a:solidFill>
                  <a:schemeClr val="bg1"/>
                </a:solidFill>
                <a:latin typeface="+mj-lt"/>
              </a:rPr>
              <a:t>porttitor</a:t>
            </a:r>
            <a:r>
              <a:rPr lang="en-US" sz="1600" baseline="0">
                <a:solidFill>
                  <a:schemeClr val="bg1"/>
                </a:solidFill>
                <a:latin typeface="+mj-lt"/>
              </a:rPr>
              <a:t>, </a:t>
            </a:r>
            <a:r>
              <a:rPr lang="en-US" sz="1600" baseline="0" err="1">
                <a:solidFill>
                  <a:schemeClr val="bg1"/>
                </a:solidFill>
                <a:latin typeface="+mj-lt"/>
              </a:rPr>
              <a:t>tincidunt</a:t>
            </a:r>
            <a:r>
              <a:rPr lang="en-US" sz="1600" baseline="0">
                <a:solidFill>
                  <a:schemeClr val="bg1"/>
                </a:solidFill>
                <a:latin typeface="+mj-lt"/>
              </a:rPr>
              <a:t> </a:t>
            </a:r>
            <a:r>
              <a:rPr lang="en-US" sz="1600" baseline="0" err="1">
                <a:solidFill>
                  <a:schemeClr val="bg1"/>
                </a:solidFill>
                <a:latin typeface="+mj-lt"/>
              </a:rPr>
              <a:t>nibh</a:t>
            </a:r>
            <a:r>
              <a:rPr lang="en-US" sz="1600" baseline="0">
                <a:solidFill>
                  <a:schemeClr val="bg1"/>
                </a:solidFill>
                <a:latin typeface="+mj-lt"/>
              </a:rPr>
              <a:t>. </a:t>
            </a:r>
            <a:r>
              <a:rPr lang="en-US" sz="1600" baseline="0" err="1">
                <a:solidFill>
                  <a:schemeClr val="bg1"/>
                </a:solidFill>
                <a:latin typeface="+mj-lt"/>
              </a:rPr>
              <a:t>Orci</a:t>
            </a:r>
            <a:r>
              <a:rPr lang="en-US" sz="1600" baseline="0">
                <a:solidFill>
                  <a:schemeClr val="bg1"/>
                </a:solidFill>
                <a:latin typeface="+mj-lt"/>
              </a:rPr>
              <a:t> </a:t>
            </a:r>
            <a:r>
              <a:rPr lang="en-US" sz="1600" baseline="0" err="1">
                <a:solidFill>
                  <a:schemeClr val="bg1"/>
                </a:solidFill>
                <a:latin typeface="+mj-lt"/>
              </a:rPr>
              <a:t>varius</a:t>
            </a:r>
            <a:r>
              <a:rPr lang="en-US" sz="1600" baseline="0">
                <a:solidFill>
                  <a:schemeClr val="bg1"/>
                </a:solidFill>
                <a:latin typeface="+mj-lt"/>
              </a:rPr>
              <a:t> </a:t>
            </a:r>
            <a:r>
              <a:rPr lang="en-US" sz="1600" baseline="0" err="1">
                <a:solidFill>
                  <a:schemeClr val="bg1"/>
                </a:solidFill>
                <a:latin typeface="+mj-lt"/>
              </a:rPr>
              <a:t>natoque</a:t>
            </a:r>
            <a:r>
              <a:rPr lang="en-US" sz="1600" baseline="0">
                <a:solidFill>
                  <a:schemeClr val="bg1"/>
                </a:solidFill>
                <a:latin typeface="+mj-lt"/>
              </a:rPr>
              <a:t> </a:t>
            </a:r>
            <a:r>
              <a:rPr lang="en-US" sz="1600" baseline="0" err="1">
                <a:solidFill>
                  <a:schemeClr val="bg1"/>
                </a:solidFill>
                <a:latin typeface="+mj-lt"/>
              </a:rPr>
              <a:t>penatibus</a:t>
            </a:r>
            <a:r>
              <a:rPr lang="en-US" sz="1600" baseline="0">
                <a:solidFill>
                  <a:schemeClr val="bg1"/>
                </a:solidFill>
                <a:latin typeface="+mj-lt"/>
              </a:rPr>
              <a:t> et </a:t>
            </a:r>
            <a:r>
              <a:rPr lang="en-US" sz="1600" baseline="0" err="1">
                <a:solidFill>
                  <a:schemeClr val="bg1"/>
                </a:solidFill>
                <a:latin typeface="+mj-lt"/>
              </a:rPr>
              <a:t>magnis</a:t>
            </a:r>
            <a:r>
              <a:rPr lang="en-US" sz="1600" baseline="0">
                <a:solidFill>
                  <a:schemeClr val="bg1"/>
                </a:solidFill>
                <a:latin typeface="+mj-lt"/>
              </a:rPr>
              <a:t> dis parturient </a:t>
            </a:r>
            <a:r>
              <a:rPr lang="en-US" sz="1600" baseline="0" err="1">
                <a:solidFill>
                  <a:schemeClr val="bg1"/>
                </a:solidFill>
                <a:latin typeface="+mj-lt"/>
              </a:rPr>
              <a:t>montes</a:t>
            </a:r>
            <a:r>
              <a:rPr lang="en-US" sz="1600" baseline="0">
                <a:solidFill>
                  <a:schemeClr val="bg1"/>
                </a:solidFill>
                <a:latin typeface="+mj-lt"/>
              </a:rPr>
              <a:t>, </a:t>
            </a:r>
            <a:r>
              <a:rPr lang="en-US" sz="1600" baseline="0" err="1">
                <a:solidFill>
                  <a:schemeClr val="bg1"/>
                </a:solidFill>
                <a:latin typeface="+mj-lt"/>
              </a:rPr>
              <a:t>nascetur</a:t>
            </a:r>
            <a:r>
              <a:rPr lang="en-US" sz="1600" baseline="0">
                <a:solidFill>
                  <a:schemeClr val="bg1"/>
                </a:solidFill>
                <a:latin typeface="+mj-lt"/>
              </a:rPr>
              <a:t> </a:t>
            </a:r>
            <a:r>
              <a:rPr lang="en-US" sz="1600" baseline="0" err="1">
                <a:solidFill>
                  <a:schemeClr val="bg1"/>
                </a:solidFill>
                <a:latin typeface="+mj-lt"/>
              </a:rPr>
              <a:t>ridiculus</a:t>
            </a:r>
            <a:r>
              <a:rPr lang="en-US" sz="1600" baseline="0">
                <a:solidFill>
                  <a:schemeClr val="bg1"/>
                </a:solidFill>
                <a:latin typeface="+mj-lt"/>
              </a:rPr>
              <a:t> mus. Nam </a:t>
            </a:r>
            <a:r>
              <a:rPr lang="en-US" sz="1600" baseline="0" err="1">
                <a:solidFill>
                  <a:schemeClr val="bg1"/>
                </a:solidFill>
                <a:latin typeface="+mj-lt"/>
              </a:rPr>
              <a:t>eget</a:t>
            </a:r>
            <a:r>
              <a:rPr lang="en-US" sz="1600" baseline="0">
                <a:solidFill>
                  <a:schemeClr val="bg1"/>
                </a:solidFill>
                <a:latin typeface="+mj-lt"/>
              </a:rPr>
              <a:t> </a:t>
            </a:r>
            <a:r>
              <a:rPr lang="en-US" sz="1600" baseline="0" err="1">
                <a:solidFill>
                  <a:schemeClr val="bg1"/>
                </a:solidFill>
                <a:latin typeface="+mj-lt"/>
              </a:rPr>
              <a:t>enim</a:t>
            </a:r>
            <a:r>
              <a:rPr lang="en-US" sz="1600" baseline="0">
                <a:solidFill>
                  <a:schemeClr val="bg1"/>
                </a:solidFill>
                <a:latin typeface="+mj-lt"/>
              </a:rPr>
              <a:t> </a:t>
            </a:r>
            <a:r>
              <a:rPr lang="en-US" sz="1600" baseline="0" err="1">
                <a:solidFill>
                  <a:schemeClr val="bg1"/>
                </a:solidFill>
                <a:latin typeface="+mj-lt"/>
              </a:rPr>
              <a:t>mauris</a:t>
            </a:r>
            <a:r>
              <a:rPr lang="en-US" sz="1600" baseline="0">
                <a:solidFill>
                  <a:schemeClr val="bg1"/>
                </a:solidFill>
                <a:latin typeface="+mj-lt"/>
              </a:rPr>
              <a:t>. </a:t>
            </a:r>
            <a:r>
              <a:rPr lang="en-US" sz="1600" baseline="0" err="1">
                <a:solidFill>
                  <a:schemeClr val="bg1"/>
                </a:solidFill>
                <a:latin typeface="+mj-lt"/>
              </a:rPr>
              <a:t>Vivamus</a:t>
            </a:r>
            <a:r>
              <a:rPr lang="en-US" sz="1600" baseline="0">
                <a:solidFill>
                  <a:schemeClr val="bg1"/>
                </a:solidFill>
                <a:latin typeface="+mj-lt"/>
              </a:rPr>
              <a:t> sit </a:t>
            </a:r>
            <a:r>
              <a:rPr lang="en-US" sz="1600" baseline="0" err="1">
                <a:solidFill>
                  <a:schemeClr val="bg1"/>
                </a:solidFill>
                <a:latin typeface="+mj-lt"/>
              </a:rPr>
              <a:t>amet</a:t>
            </a:r>
            <a:r>
              <a:rPr lang="en-US" sz="1600" baseline="0">
                <a:solidFill>
                  <a:schemeClr val="bg1"/>
                </a:solidFill>
                <a:latin typeface="+mj-lt"/>
              </a:rPr>
              <a:t> </a:t>
            </a:r>
            <a:r>
              <a:rPr lang="en-US" sz="1600" baseline="0" err="1">
                <a:solidFill>
                  <a:schemeClr val="bg1"/>
                </a:solidFill>
                <a:latin typeface="+mj-lt"/>
              </a:rPr>
              <a:t>congue</a:t>
            </a:r>
            <a:r>
              <a:rPr lang="en-US" sz="1600" baseline="0">
                <a:solidFill>
                  <a:schemeClr val="bg1"/>
                </a:solidFill>
                <a:latin typeface="+mj-lt"/>
              </a:rPr>
              <a:t> </a:t>
            </a:r>
            <a:r>
              <a:rPr lang="en-US" sz="1600" baseline="0" err="1">
                <a:solidFill>
                  <a:schemeClr val="bg1"/>
                </a:solidFill>
                <a:latin typeface="+mj-lt"/>
              </a:rPr>
              <a:t>nunc</a:t>
            </a:r>
            <a:r>
              <a:rPr lang="en-US" sz="1600" baseline="0">
                <a:solidFill>
                  <a:schemeClr val="bg1"/>
                </a:solidFill>
                <a:latin typeface="+mj-lt"/>
              </a:rPr>
              <a:t>. </a:t>
            </a:r>
            <a:r>
              <a:rPr lang="en-US" sz="1600" baseline="0" err="1">
                <a:solidFill>
                  <a:schemeClr val="bg1"/>
                </a:solidFill>
                <a:latin typeface="+mj-lt"/>
              </a:rPr>
              <a:t>Duis</a:t>
            </a:r>
            <a:r>
              <a:rPr lang="en-US" sz="1600" baseline="0">
                <a:solidFill>
                  <a:schemeClr val="bg1"/>
                </a:solidFill>
                <a:latin typeface="+mj-lt"/>
              </a:rPr>
              <a:t> </a:t>
            </a:r>
            <a:r>
              <a:rPr lang="en-US" sz="1600" baseline="0" err="1">
                <a:solidFill>
                  <a:schemeClr val="bg1"/>
                </a:solidFill>
                <a:latin typeface="+mj-lt"/>
              </a:rPr>
              <a:t>pellentesque</a:t>
            </a:r>
            <a:r>
              <a:rPr lang="en-US" sz="1600" baseline="0">
                <a:solidFill>
                  <a:schemeClr val="bg1"/>
                </a:solidFill>
                <a:latin typeface="+mj-lt"/>
              </a:rPr>
              <a:t> </a:t>
            </a:r>
            <a:r>
              <a:rPr lang="en-US" sz="1600" baseline="0" err="1">
                <a:solidFill>
                  <a:schemeClr val="bg1"/>
                </a:solidFill>
                <a:latin typeface="+mj-lt"/>
              </a:rPr>
              <a:t>posuere</a:t>
            </a:r>
            <a:r>
              <a:rPr lang="en-US" sz="1600" baseline="0">
                <a:solidFill>
                  <a:schemeClr val="bg1"/>
                </a:solidFill>
                <a:latin typeface="+mj-lt"/>
              </a:rPr>
              <a:t> </a:t>
            </a:r>
            <a:r>
              <a:rPr lang="en-US" sz="1600" baseline="0" err="1">
                <a:solidFill>
                  <a:schemeClr val="bg1"/>
                </a:solidFill>
                <a:latin typeface="+mj-lt"/>
              </a:rPr>
              <a:t>rutrum</a:t>
            </a:r>
            <a:r>
              <a:rPr lang="en-US" sz="1600" baseline="0">
                <a:solidFill>
                  <a:schemeClr val="bg1"/>
                </a:solidFill>
                <a:latin typeface="+mj-lt"/>
              </a:rPr>
              <a:t>. </a:t>
            </a:r>
            <a:r>
              <a:rPr lang="en-US" sz="1600" baseline="0" err="1">
                <a:solidFill>
                  <a:schemeClr val="bg1"/>
                </a:solidFill>
                <a:latin typeface="+mj-lt"/>
              </a:rPr>
              <a:t>Pellentesque</a:t>
            </a:r>
            <a:r>
              <a:rPr lang="en-US" sz="1600" baseline="0">
                <a:solidFill>
                  <a:schemeClr val="bg1"/>
                </a:solidFill>
                <a:latin typeface="+mj-lt"/>
              </a:rPr>
              <a:t> ac </a:t>
            </a:r>
            <a:r>
              <a:rPr lang="en-US" sz="1600" baseline="0" err="1">
                <a:solidFill>
                  <a:schemeClr val="bg1"/>
                </a:solidFill>
                <a:latin typeface="+mj-lt"/>
              </a:rPr>
              <a:t>diam</a:t>
            </a:r>
            <a:r>
              <a:rPr lang="en-US" sz="1600" baseline="0">
                <a:solidFill>
                  <a:schemeClr val="bg1"/>
                </a:solidFill>
                <a:latin typeface="+mj-lt"/>
              </a:rPr>
              <a:t> </a:t>
            </a:r>
            <a:r>
              <a:rPr lang="en-US" sz="1600" baseline="0" err="1">
                <a:solidFill>
                  <a:schemeClr val="bg1"/>
                </a:solidFill>
                <a:latin typeface="+mj-lt"/>
              </a:rPr>
              <a:t>quis</a:t>
            </a:r>
            <a:r>
              <a:rPr lang="en-US" sz="1600" baseline="0">
                <a:solidFill>
                  <a:schemeClr val="bg1"/>
                </a:solidFill>
                <a:latin typeface="+mj-lt"/>
              </a:rPr>
              <a:t> </a:t>
            </a:r>
            <a:r>
              <a:rPr lang="en-US" sz="1600" baseline="0" err="1">
                <a:solidFill>
                  <a:schemeClr val="bg1"/>
                </a:solidFill>
                <a:latin typeface="+mj-lt"/>
              </a:rPr>
              <a:t>justo</a:t>
            </a:r>
            <a:r>
              <a:rPr lang="en-US" sz="1600" baseline="0">
                <a:solidFill>
                  <a:schemeClr val="bg1"/>
                </a:solidFill>
                <a:latin typeface="+mj-lt"/>
              </a:rPr>
              <a:t> </a:t>
            </a:r>
            <a:r>
              <a:rPr lang="en-US" sz="1600" baseline="0" err="1">
                <a:solidFill>
                  <a:schemeClr val="bg1"/>
                </a:solidFill>
                <a:latin typeface="+mj-lt"/>
              </a:rPr>
              <a:t>placerat</a:t>
            </a:r>
            <a:r>
              <a:rPr lang="en-US" sz="1600" baseline="0">
                <a:solidFill>
                  <a:schemeClr val="bg1"/>
                </a:solidFill>
                <a:latin typeface="+mj-lt"/>
              </a:rPr>
              <a:t> porta. </a:t>
            </a:r>
            <a:r>
              <a:rPr lang="en-US" sz="1600" baseline="0" err="1">
                <a:solidFill>
                  <a:schemeClr val="bg1"/>
                </a:solidFill>
                <a:latin typeface="+mj-lt"/>
              </a:rPr>
              <a:t>Phasellus</a:t>
            </a:r>
            <a:r>
              <a:rPr lang="en-US" sz="1600" baseline="0">
                <a:solidFill>
                  <a:schemeClr val="bg1"/>
                </a:solidFill>
                <a:latin typeface="+mj-lt"/>
              </a:rPr>
              <a:t> </a:t>
            </a:r>
            <a:r>
              <a:rPr lang="en-US" sz="1600" baseline="0" err="1">
                <a:solidFill>
                  <a:schemeClr val="bg1"/>
                </a:solidFill>
                <a:latin typeface="+mj-lt"/>
              </a:rPr>
              <a:t>bibendum</a:t>
            </a:r>
            <a:r>
              <a:rPr lang="en-US" sz="1600" baseline="0">
                <a:solidFill>
                  <a:schemeClr val="bg1"/>
                </a:solidFill>
                <a:latin typeface="+mj-lt"/>
              </a:rPr>
              <a:t> </a:t>
            </a:r>
            <a:r>
              <a:rPr lang="en-US" sz="1600" baseline="0" err="1">
                <a:solidFill>
                  <a:schemeClr val="bg1"/>
                </a:solidFill>
                <a:latin typeface="+mj-lt"/>
              </a:rPr>
              <a:t>vehicula</a:t>
            </a:r>
            <a:r>
              <a:rPr lang="en-US" sz="1600" baseline="0">
                <a:solidFill>
                  <a:schemeClr val="bg1"/>
                </a:solidFill>
                <a:latin typeface="+mj-lt"/>
              </a:rPr>
              <a:t> </a:t>
            </a:r>
            <a:r>
              <a:rPr lang="en-US" sz="1600" baseline="0" err="1">
                <a:solidFill>
                  <a:schemeClr val="bg1"/>
                </a:solidFill>
                <a:latin typeface="+mj-lt"/>
              </a:rPr>
              <a:t>sem</a:t>
            </a:r>
            <a:r>
              <a:rPr lang="en-US" sz="1600" baseline="0">
                <a:solidFill>
                  <a:schemeClr val="bg1"/>
                </a:solidFill>
                <a:latin typeface="+mj-lt"/>
              </a:rPr>
              <a:t> id </a:t>
            </a:r>
            <a:r>
              <a:rPr lang="en-US" sz="1600" baseline="0" err="1">
                <a:solidFill>
                  <a:schemeClr val="bg1"/>
                </a:solidFill>
                <a:latin typeface="+mj-lt"/>
              </a:rPr>
              <a:t>ornare</a:t>
            </a:r>
            <a:r>
              <a:rPr lang="en-US" sz="1600" baseline="0">
                <a:solidFill>
                  <a:schemeClr val="bg1"/>
                </a:solidFill>
                <a:latin typeface="+mj-lt"/>
              </a:rPr>
              <a:t>. Nam </a:t>
            </a:r>
            <a:r>
              <a:rPr lang="en-US" sz="1600" baseline="0" err="1">
                <a:solidFill>
                  <a:schemeClr val="bg1"/>
                </a:solidFill>
                <a:latin typeface="+mj-lt"/>
              </a:rPr>
              <a:t>commodo</a:t>
            </a:r>
            <a:r>
              <a:rPr lang="en-US" sz="1600" baseline="0">
                <a:solidFill>
                  <a:schemeClr val="bg1"/>
                </a:solidFill>
                <a:latin typeface="+mj-lt"/>
              </a:rPr>
              <a:t> ac </a:t>
            </a:r>
            <a:r>
              <a:rPr lang="en-US" sz="1600" baseline="0" err="1">
                <a:solidFill>
                  <a:schemeClr val="bg1"/>
                </a:solidFill>
                <a:latin typeface="+mj-lt"/>
              </a:rPr>
              <a:t>purus</a:t>
            </a:r>
            <a:r>
              <a:rPr lang="en-US" sz="1600" baseline="0">
                <a:solidFill>
                  <a:schemeClr val="bg1"/>
                </a:solidFill>
                <a:latin typeface="+mj-lt"/>
              </a:rPr>
              <a:t> </a:t>
            </a:r>
            <a:r>
              <a:rPr lang="en-US" sz="1600" baseline="0" err="1">
                <a:solidFill>
                  <a:schemeClr val="bg1"/>
                </a:solidFill>
                <a:latin typeface="+mj-lt"/>
              </a:rPr>
              <a:t>condimentum</a:t>
            </a:r>
            <a:r>
              <a:rPr lang="en-US" sz="1600" baseline="0">
                <a:solidFill>
                  <a:schemeClr val="bg1"/>
                </a:solidFill>
                <a:latin typeface="+mj-lt"/>
              </a:rPr>
              <a:t> porta. </a:t>
            </a:r>
            <a:r>
              <a:rPr lang="en-US" sz="1600" baseline="0" err="1">
                <a:solidFill>
                  <a:schemeClr val="bg1"/>
                </a:solidFill>
                <a:latin typeface="+mj-lt"/>
              </a:rPr>
              <a:t>Proin</a:t>
            </a:r>
            <a:r>
              <a:rPr lang="en-US" sz="1600" baseline="0">
                <a:solidFill>
                  <a:schemeClr val="bg1"/>
                </a:solidFill>
                <a:latin typeface="+mj-lt"/>
              </a:rPr>
              <a:t> </a:t>
            </a:r>
            <a:r>
              <a:rPr lang="en-US" sz="1600" baseline="0" err="1">
                <a:solidFill>
                  <a:schemeClr val="bg1"/>
                </a:solidFill>
                <a:latin typeface="+mj-lt"/>
              </a:rPr>
              <a:t>condimentum</a:t>
            </a:r>
            <a:r>
              <a:rPr lang="en-US" sz="1600" baseline="0">
                <a:solidFill>
                  <a:schemeClr val="bg1"/>
                </a:solidFill>
                <a:latin typeface="+mj-lt"/>
              </a:rPr>
              <a:t> </a:t>
            </a:r>
            <a:r>
              <a:rPr lang="en-US" sz="1600" baseline="0" err="1">
                <a:solidFill>
                  <a:schemeClr val="bg1"/>
                </a:solidFill>
                <a:latin typeface="+mj-lt"/>
              </a:rPr>
              <a:t>lectus</a:t>
            </a:r>
            <a:r>
              <a:rPr lang="en-US" sz="1600" baseline="0">
                <a:solidFill>
                  <a:schemeClr val="bg1"/>
                </a:solidFill>
                <a:latin typeface="+mj-lt"/>
              </a:rPr>
              <a:t> </a:t>
            </a:r>
            <a:r>
              <a:rPr lang="en-US" sz="1600" baseline="0" err="1">
                <a:solidFill>
                  <a:schemeClr val="bg1"/>
                </a:solidFill>
                <a:latin typeface="+mj-lt"/>
              </a:rPr>
              <a:t>leo</a:t>
            </a:r>
            <a:r>
              <a:rPr lang="en-US" sz="1600" baseline="0">
                <a:solidFill>
                  <a:schemeClr val="bg1"/>
                </a:solidFill>
                <a:latin typeface="+mj-lt"/>
              </a:rPr>
              <a:t>, in </a:t>
            </a:r>
            <a:r>
              <a:rPr lang="en-US" sz="1600" baseline="0" err="1">
                <a:solidFill>
                  <a:schemeClr val="bg1"/>
                </a:solidFill>
                <a:latin typeface="+mj-lt"/>
              </a:rPr>
              <a:t>lacinia</a:t>
            </a:r>
            <a:r>
              <a:rPr lang="en-US" sz="1600" baseline="0">
                <a:solidFill>
                  <a:schemeClr val="bg1"/>
                </a:solidFill>
                <a:latin typeface="+mj-lt"/>
              </a:rPr>
              <a:t> </a:t>
            </a:r>
            <a:r>
              <a:rPr lang="en-US" sz="1600" baseline="0" err="1">
                <a:solidFill>
                  <a:schemeClr val="bg1"/>
                </a:solidFill>
                <a:latin typeface="+mj-lt"/>
              </a:rPr>
              <a:t>diam</a:t>
            </a:r>
            <a:r>
              <a:rPr lang="en-US" sz="1600" baseline="0">
                <a:solidFill>
                  <a:schemeClr val="bg1"/>
                </a:solidFill>
                <a:latin typeface="+mj-lt"/>
              </a:rPr>
              <a:t> </a:t>
            </a:r>
            <a:r>
              <a:rPr lang="en-US" sz="1600" baseline="0" err="1">
                <a:solidFill>
                  <a:schemeClr val="bg1"/>
                </a:solidFill>
                <a:latin typeface="+mj-lt"/>
              </a:rPr>
              <a:t>placerat</a:t>
            </a:r>
            <a:r>
              <a:rPr lang="en-US" sz="1600" baseline="0">
                <a:solidFill>
                  <a:schemeClr val="bg1"/>
                </a:solidFill>
                <a:latin typeface="+mj-lt"/>
              </a:rPr>
              <a:t> convallis. </a:t>
            </a:r>
            <a:endParaRPr lang="en-US" sz="1600" b="1" spc="200" baseline="0">
              <a:solidFill>
                <a:schemeClr val="bg1"/>
              </a:solidFill>
              <a:latin typeface="+mj-lt"/>
              <a:ea typeface="Calibri" charset="0"/>
              <a:cs typeface="Calibri" charset="0"/>
            </a:endParaRPr>
          </a:p>
        </p:txBody>
      </p:sp>
      <p:pic>
        <p:nvPicPr>
          <p:cNvPr id="3" name="Picture 2"/>
          <p:cNvPicPr>
            <a:picLocks noChangeAspect="1"/>
          </p:cNvPicPr>
          <p:nvPr userDrawn="1"/>
        </p:nvPicPr>
        <p:blipFill rotWithShape="1">
          <a:blip r:embed="rId2" cstate="screen">
            <a:alphaModFix amt="16000"/>
            <a:extLst>
              <a:ext uri="{28A0092B-C50C-407E-A947-70E740481C1C}">
                <a14:useLocalDpi xmlns:a14="http://schemas.microsoft.com/office/drawing/2010/main"/>
              </a:ext>
            </a:extLst>
          </a:blip>
          <a:srcRect t="63049" r="42496"/>
          <a:stretch/>
        </p:blipFill>
        <p:spPr>
          <a:xfrm>
            <a:off x="1" y="-122440"/>
            <a:ext cx="1548202" cy="1187447"/>
          </a:xfrm>
          <a:prstGeom prst="rect">
            <a:avLst/>
          </a:prstGeom>
        </p:spPr>
      </p:pic>
      <p:pic>
        <p:nvPicPr>
          <p:cNvPr id="4" name="Picture 3"/>
          <p:cNvPicPr>
            <a:picLocks noChangeAspect="1"/>
          </p:cNvPicPr>
          <p:nvPr userDrawn="1"/>
        </p:nvPicPr>
        <p:blipFill rotWithShape="1">
          <a:blip r:embed="rId2" cstate="screen">
            <a:alphaModFix amt="16000"/>
            <a:extLst>
              <a:ext uri="{28A0092B-C50C-407E-A947-70E740481C1C}">
                <a14:useLocalDpi xmlns:a14="http://schemas.microsoft.com/office/drawing/2010/main"/>
              </a:ext>
            </a:extLst>
          </a:blip>
          <a:srcRect t="63049" r="42496"/>
          <a:stretch/>
        </p:blipFill>
        <p:spPr>
          <a:xfrm rot="10800000">
            <a:off x="7595798" y="3681859"/>
            <a:ext cx="1548202" cy="1187447"/>
          </a:xfrm>
          <a:prstGeom prst="rect">
            <a:avLst/>
          </a:prstGeom>
        </p:spPr>
      </p:pic>
      <p:sp>
        <p:nvSpPr>
          <p:cNvPr id="7" name="Slide Number Placeholder 1"/>
          <p:cNvSpPr>
            <a:spLocks noGrp="1"/>
          </p:cNvSpPr>
          <p:nvPr>
            <p:ph type="sldNum" sz="quarter" idx="4"/>
          </p:nvPr>
        </p:nvSpPr>
        <p:spPr>
          <a:xfrm>
            <a:off x="7413441" y="4826639"/>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fld id="{3A707DD9-E92B-45E8-BE0A-E6B2EDF345EB}" type="slidenum">
              <a:rPr lang="en-US" smtClean="0"/>
              <a:pPr/>
              <a:t>‹#›</a:t>
            </a:fld>
            <a:endParaRPr lang="en-US"/>
          </a:p>
        </p:txBody>
      </p:sp>
    </p:spTree>
    <p:extLst>
      <p:ext uri="{BB962C8B-B14F-4D97-AF65-F5344CB8AC3E}">
        <p14:creationId xmlns:p14="http://schemas.microsoft.com/office/powerpoint/2010/main" val="3251066786"/>
      </p:ext>
    </p:extLst>
  </p:cSld>
  <p:clrMapOvr>
    <a:masterClrMapping/>
  </p:clrMapOvr>
  <p:extLst>
    <p:ext uri="{DCECCB84-F9BA-43D5-87BE-67443E8EF086}">
      <p15:sldGuideLst xmlns:p15="http://schemas.microsoft.com/office/powerpoint/2012/main">
        <p15:guide id="1" orient="horz" pos="1524">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Please Add Slide Headline Here</a:t>
            </a:r>
          </a:p>
        </p:txBody>
      </p:sp>
      <p:cxnSp>
        <p:nvCxnSpPr>
          <p:cNvPr id="4" name="Straight Connector 3"/>
          <p:cNvCxnSpPr/>
          <p:nvPr userDrawn="1"/>
        </p:nvCxnSpPr>
        <p:spPr>
          <a:xfrm>
            <a:off x="294409" y="716437"/>
            <a:ext cx="8555182"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8" name="Slide Number Placeholder 1"/>
          <p:cNvSpPr>
            <a:spLocks noGrp="1"/>
          </p:cNvSpPr>
          <p:nvPr>
            <p:ph type="sldNum" sz="quarter" idx="4"/>
          </p:nvPr>
        </p:nvSpPr>
        <p:spPr>
          <a:xfrm>
            <a:off x="7413441" y="4826639"/>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fld id="{3A707DD9-E92B-45E8-BE0A-E6B2EDF345EB}" type="slidenum">
              <a:rPr lang="en-US" smtClean="0"/>
              <a:pPr/>
              <a:t>‹#›</a:t>
            </a:fld>
            <a:endParaRPr lang="en-US"/>
          </a:p>
        </p:txBody>
      </p:sp>
    </p:spTree>
    <p:extLst>
      <p:ext uri="{BB962C8B-B14F-4D97-AF65-F5344CB8AC3E}">
        <p14:creationId xmlns:p14="http://schemas.microsoft.com/office/powerpoint/2010/main" val="14514314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CaseStud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Please Add Slide Headline Here</a:t>
            </a:r>
          </a:p>
        </p:txBody>
      </p:sp>
      <p:cxnSp>
        <p:nvCxnSpPr>
          <p:cNvPr id="4" name="Straight Connector 3"/>
          <p:cNvCxnSpPr/>
          <p:nvPr userDrawn="1"/>
        </p:nvCxnSpPr>
        <p:spPr>
          <a:xfrm>
            <a:off x="294409" y="716437"/>
            <a:ext cx="8555182"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8" name="Slide Number Placeholder 1"/>
          <p:cNvSpPr>
            <a:spLocks noGrp="1"/>
          </p:cNvSpPr>
          <p:nvPr>
            <p:ph type="sldNum" sz="quarter" idx="4"/>
          </p:nvPr>
        </p:nvSpPr>
        <p:spPr>
          <a:xfrm>
            <a:off x="7413441" y="4826639"/>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fld id="{3A707DD9-E92B-45E8-BE0A-E6B2EDF345EB}" type="slidenum">
              <a:rPr lang="en-US" smtClean="0"/>
              <a:pPr/>
              <a:t>‹#›</a:t>
            </a:fld>
            <a:endParaRPr lang="en-US" dirty="0"/>
          </a:p>
        </p:txBody>
      </p:sp>
      <p:cxnSp>
        <p:nvCxnSpPr>
          <p:cNvPr id="5" name="Straight Connector 4">
            <a:extLst>
              <a:ext uri="{FF2B5EF4-FFF2-40B4-BE49-F238E27FC236}">
                <a16:creationId xmlns:a16="http://schemas.microsoft.com/office/drawing/2014/main" id="{03040C60-A39E-8442-A520-BA092303AC98}"/>
              </a:ext>
            </a:extLst>
          </p:cNvPr>
          <p:cNvCxnSpPr/>
          <p:nvPr userDrawn="1"/>
        </p:nvCxnSpPr>
        <p:spPr>
          <a:xfrm flipV="1">
            <a:off x="5986464" y="703218"/>
            <a:ext cx="0" cy="4123421"/>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6" name="Picture Placeholder 8">
            <a:extLst>
              <a:ext uri="{FF2B5EF4-FFF2-40B4-BE49-F238E27FC236}">
                <a16:creationId xmlns:a16="http://schemas.microsoft.com/office/drawing/2014/main" id="{21FF28FE-B84E-5D44-B6A6-4B55087B1239}"/>
              </a:ext>
            </a:extLst>
          </p:cNvPr>
          <p:cNvSpPr>
            <a:spLocks noGrp="1"/>
          </p:cNvSpPr>
          <p:nvPr>
            <p:ph type="pic" sz="quarter" idx="11" hasCustomPrompt="1"/>
          </p:nvPr>
        </p:nvSpPr>
        <p:spPr>
          <a:xfrm>
            <a:off x="0" y="711726"/>
            <a:ext cx="5986464" cy="4089993"/>
          </a:xfrm>
        </p:spPr>
        <p:txBody>
          <a:bodyPr anchor="ctr">
            <a:normAutofit/>
          </a:bodyPr>
          <a:lstStyle>
            <a:lvl1pPr marL="0" indent="0" algn="ctr">
              <a:buNone/>
              <a:defRPr sz="1600"/>
            </a:lvl1pPr>
          </a:lstStyle>
          <a:p>
            <a:r>
              <a:rPr lang="en-US" dirty="0"/>
              <a:t>Please add picture here</a:t>
            </a:r>
          </a:p>
          <a:p>
            <a:endParaRPr lang="en-US" dirty="0"/>
          </a:p>
          <a:p>
            <a:endParaRPr lang="en-US" dirty="0"/>
          </a:p>
        </p:txBody>
      </p:sp>
      <p:sp>
        <p:nvSpPr>
          <p:cNvPr id="7" name="Shape 920">
            <a:extLst>
              <a:ext uri="{FF2B5EF4-FFF2-40B4-BE49-F238E27FC236}">
                <a16:creationId xmlns:a16="http://schemas.microsoft.com/office/drawing/2014/main" id="{D1A5E50C-7A92-6F49-870C-2507B203D755}"/>
              </a:ext>
            </a:extLst>
          </p:cNvPr>
          <p:cNvSpPr/>
          <p:nvPr userDrawn="1"/>
        </p:nvSpPr>
        <p:spPr>
          <a:xfrm>
            <a:off x="5986464" y="711726"/>
            <a:ext cx="3157536" cy="518593"/>
          </a:xfrm>
          <a:prstGeom prst="rect">
            <a:avLst/>
          </a:prstGeom>
          <a:solidFill>
            <a:schemeClr val="accent2"/>
          </a:solidFill>
          <a:ln w="12700">
            <a:miter lim="400000"/>
          </a:ln>
          <a:extLst>
            <a:ext uri="{C572A759-6A51-4108-AA02-DFA0A04FC94B}">
              <ma14:wrappingTextBoxFlag xmlns="" xmlns:ma14="http://schemas.microsoft.com/office/mac/drawingml/2011/main" val="1"/>
            </a:ext>
          </a:extLst>
        </p:spPr>
        <p:txBody>
          <a:bodyPr wrap="square" lIns="0" tIns="28575" rIns="0" bIns="28575" anchor="ctr">
            <a:noAutofit/>
          </a:bodyPr>
          <a:lstStyle/>
          <a:p>
            <a:pPr marR="23813" indent="23813" algn="ctr" defTabSz="309567">
              <a:lnSpc>
                <a:spcPct val="90000"/>
              </a:lnSpc>
              <a:defRPr sz="2800" cap="all">
                <a:solidFill>
                  <a:srgbClr val="FFFFFF"/>
                </a:solidFill>
                <a:latin typeface="Oswald DemiBold"/>
                <a:ea typeface="Oswald DemiBold"/>
                <a:cs typeface="Oswald DemiBold"/>
                <a:sym typeface="Oswald DemiBold"/>
              </a:defRPr>
            </a:pPr>
            <a:endParaRPr sz="1200" b="1" kern="0" cap="all" spc="100" dirty="0">
              <a:solidFill>
                <a:srgbClr val="FFFFFF"/>
              </a:solidFill>
              <a:latin typeface="Calibri" charset="0"/>
              <a:ea typeface="Calibri" charset="0"/>
              <a:cs typeface="Calibri" charset="0"/>
              <a:sym typeface="Oswald DemiBold"/>
            </a:endParaRPr>
          </a:p>
        </p:txBody>
      </p:sp>
      <p:sp>
        <p:nvSpPr>
          <p:cNvPr id="9" name="Title Placeholder 1">
            <a:extLst>
              <a:ext uri="{FF2B5EF4-FFF2-40B4-BE49-F238E27FC236}">
                <a16:creationId xmlns:a16="http://schemas.microsoft.com/office/drawing/2014/main" id="{D86B7237-6AD3-844E-9A6E-C3E0C1013AD4}"/>
              </a:ext>
            </a:extLst>
          </p:cNvPr>
          <p:cNvSpPr>
            <a:spLocks noGrp="1"/>
          </p:cNvSpPr>
          <p:nvPr>
            <p:ph type="body" sz="quarter" idx="12" hasCustomPrompt="1"/>
          </p:nvPr>
        </p:nvSpPr>
        <p:spPr>
          <a:xfrm>
            <a:off x="5986462" y="769496"/>
            <a:ext cx="3157537" cy="438912"/>
          </a:xfrm>
          <a:noFill/>
          <a:ln>
            <a:noFill/>
          </a:ln>
        </p:spPr>
        <p:txBody>
          <a:bodyPr wrap="none" lIns="91440" tIns="0" rIns="91440" bIns="0" anchor="ctr">
            <a:noAutofit/>
          </a:bodyPr>
          <a:lstStyle>
            <a:lvl1pPr marL="0" indent="0" algn="ctr">
              <a:buNone/>
              <a:defRPr sz="1200" b="1" i="0" cap="all" spc="200" baseline="0">
                <a:solidFill>
                  <a:schemeClr val="bg1"/>
                </a:solidFill>
              </a:defRPr>
            </a:lvl1pPr>
            <a:lvl2pPr marL="457200" indent="0">
              <a:buNone/>
              <a:defRPr b="1" i="0" cap="all" spc="200" baseline="0"/>
            </a:lvl2pPr>
            <a:lvl3pPr marL="914400" indent="0">
              <a:buNone/>
              <a:defRPr b="1" i="0" cap="all" spc="200" baseline="0"/>
            </a:lvl3pPr>
            <a:lvl4pPr marL="1371600" indent="0">
              <a:buNone/>
              <a:defRPr b="1" i="0" cap="all" spc="200" baseline="0"/>
            </a:lvl4pPr>
            <a:lvl5pPr marL="1828800" indent="0">
              <a:buFont typeface="Arial" panose="020B0604020202020204" pitchFamily="34" charset="0"/>
              <a:buNone/>
              <a:defRPr b="1" i="0" cap="all" spc="200" baseline="0"/>
            </a:lvl5pPr>
          </a:lstStyle>
          <a:p>
            <a:pPr lvl="0"/>
            <a:r>
              <a:rPr lang="en-US" dirty="0"/>
              <a:t>ADD TITILE HERE</a:t>
            </a:r>
          </a:p>
        </p:txBody>
      </p:sp>
      <p:sp>
        <p:nvSpPr>
          <p:cNvPr id="10" name="Content Placeholder 5">
            <a:extLst>
              <a:ext uri="{FF2B5EF4-FFF2-40B4-BE49-F238E27FC236}">
                <a16:creationId xmlns:a16="http://schemas.microsoft.com/office/drawing/2014/main" id="{94328E10-B013-0A4C-A50C-6D1D6CFD70B7}"/>
              </a:ext>
            </a:extLst>
          </p:cNvPr>
          <p:cNvSpPr>
            <a:spLocks noGrp="1"/>
          </p:cNvSpPr>
          <p:nvPr>
            <p:ph sz="quarter" idx="10" hasCustomPrompt="1"/>
          </p:nvPr>
        </p:nvSpPr>
        <p:spPr>
          <a:xfrm>
            <a:off x="6193213" y="1772289"/>
            <a:ext cx="2656378" cy="3054350"/>
          </a:xfrm>
        </p:spPr>
        <p:txBody>
          <a:bodyPr/>
          <a:lstStyle>
            <a:lvl1pPr marL="0" marR="0" indent="0" algn="l" defTabSz="914400" rtl="0" eaLnBrk="1" fontAlgn="auto" latinLnBrk="0" hangingPunct="1">
              <a:lnSpc>
                <a:spcPts val="1480"/>
              </a:lnSpc>
              <a:spcBef>
                <a:spcPts val="264"/>
              </a:spcBef>
              <a:spcAft>
                <a:spcPts val="300"/>
              </a:spcAft>
              <a:buClrTx/>
              <a:buSzTx/>
              <a:buFont typeface="Arial" panose="020B0604020202020204" pitchFamily="34" charset="0"/>
              <a:buNone/>
              <a:tabLst/>
              <a:defRPr sz="900">
                <a:latin typeface="+mj-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Etiam</a:t>
            </a:r>
            <a:r>
              <a:rPr lang="en-US" dirty="0"/>
              <a:t> </a:t>
            </a:r>
            <a:r>
              <a:rPr lang="en-US" dirty="0" err="1"/>
              <a:t>lacinia</a:t>
            </a:r>
            <a:r>
              <a:rPr lang="en-US" dirty="0"/>
              <a:t>, </a:t>
            </a:r>
            <a:r>
              <a:rPr lang="en-US" dirty="0" err="1"/>
              <a:t>diam</a:t>
            </a:r>
            <a:r>
              <a:rPr lang="en-US" dirty="0"/>
              <a:t> </a:t>
            </a:r>
            <a:r>
              <a:rPr lang="en-US" dirty="0" err="1"/>
              <a:t>eget</a:t>
            </a:r>
            <a:r>
              <a:rPr lang="en-US" dirty="0"/>
              <a:t> </a:t>
            </a:r>
            <a:r>
              <a:rPr lang="en-US" dirty="0" err="1"/>
              <a:t>lobortis</a:t>
            </a:r>
            <a:r>
              <a:rPr lang="en-US" dirty="0"/>
              <a:t> </a:t>
            </a:r>
            <a:r>
              <a:rPr lang="en-US" dirty="0" err="1"/>
              <a:t>aliquet</a:t>
            </a:r>
            <a:r>
              <a:rPr lang="en-US" dirty="0"/>
              <a:t>, lacus lorem </a:t>
            </a:r>
            <a:r>
              <a:rPr lang="en-US" dirty="0" err="1"/>
              <a:t>placerat</a:t>
            </a:r>
            <a:r>
              <a:rPr lang="en-US" dirty="0"/>
              <a:t> libero, </a:t>
            </a:r>
            <a:r>
              <a:rPr lang="en-US" dirty="0" err="1"/>
              <a:t>nec</a:t>
            </a:r>
            <a:r>
              <a:rPr lang="en-US" dirty="0"/>
              <a:t> </a:t>
            </a:r>
            <a:r>
              <a:rPr lang="en-US" dirty="0" err="1"/>
              <a:t>vulputate</a:t>
            </a:r>
            <a:r>
              <a:rPr lang="en-US" dirty="0"/>
              <a:t> </a:t>
            </a:r>
            <a:br>
              <a:rPr lang="en-US" dirty="0"/>
            </a:br>
            <a:r>
              <a:rPr lang="en-US" dirty="0" err="1"/>
              <a:t>est</a:t>
            </a:r>
            <a:r>
              <a:rPr lang="en-US" dirty="0"/>
              <a:t> </a:t>
            </a:r>
            <a:r>
              <a:rPr lang="en-US" dirty="0" err="1"/>
              <a:t>mauris</a:t>
            </a:r>
            <a:r>
              <a:rPr lang="en-US" dirty="0"/>
              <a:t> et </a:t>
            </a:r>
            <a:r>
              <a:rPr lang="en-US" dirty="0" err="1"/>
              <a:t>turpis</a:t>
            </a:r>
            <a:r>
              <a:rPr lang="en-US" dirty="0"/>
              <a:t>. </a:t>
            </a:r>
            <a:r>
              <a:rPr lang="en-US" dirty="0" err="1"/>
              <a:t>Suspendisse</a:t>
            </a:r>
            <a:r>
              <a:rPr lang="en-US" dirty="0"/>
              <a:t> </a:t>
            </a:r>
            <a:r>
              <a:rPr lang="en-US" dirty="0" err="1"/>
              <a:t>eleifend</a:t>
            </a:r>
            <a:r>
              <a:rPr lang="en-US" dirty="0"/>
              <a:t> </a:t>
            </a:r>
            <a:r>
              <a:rPr lang="en-US" dirty="0" err="1"/>
              <a:t>ornare</a:t>
            </a:r>
            <a:r>
              <a:rPr lang="en-US" dirty="0"/>
              <a:t> </a:t>
            </a:r>
            <a:r>
              <a:rPr lang="en-US" dirty="0" err="1"/>
              <a:t>diam</a:t>
            </a:r>
            <a:r>
              <a:rPr lang="en-US" dirty="0"/>
              <a:t> sit </a:t>
            </a:r>
            <a:r>
              <a:rPr lang="en-US" dirty="0" err="1"/>
              <a:t>amet</a:t>
            </a:r>
            <a:r>
              <a:rPr lang="en-US" dirty="0"/>
              <a:t> </a:t>
            </a:r>
            <a:r>
              <a:rPr lang="en-US" dirty="0" err="1"/>
              <a:t>facilisis</a:t>
            </a:r>
            <a:r>
              <a:rPr lang="en-US" dirty="0"/>
              <a:t>. Nunc lacus </a:t>
            </a:r>
            <a:r>
              <a:rPr lang="en-US" dirty="0" err="1"/>
              <a:t>mauris</a:t>
            </a:r>
            <a:r>
              <a:rPr lang="en-US" dirty="0"/>
              <a:t>, </a:t>
            </a:r>
            <a:r>
              <a:rPr lang="en-US" dirty="0" err="1"/>
              <a:t>sagittis</a:t>
            </a:r>
            <a:r>
              <a:rPr lang="en-US" dirty="0"/>
              <a:t> in </a:t>
            </a:r>
            <a:r>
              <a:rPr lang="en-US" dirty="0" err="1"/>
              <a:t>tortor</a:t>
            </a:r>
            <a:r>
              <a:rPr lang="en-US" dirty="0"/>
              <a:t> a, </a:t>
            </a:r>
            <a:r>
              <a:rPr lang="en-US" dirty="0" err="1"/>
              <a:t>scelerisque</a:t>
            </a:r>
            <a:r>
              <a:rPr lang="en-US" dirty="0"/>
              <a:t> </a:t>
            </a:r>
            <a:r>
              <a:rPr lang="en-US" dirty="0" err="1"/>
              <a:t>feugiat</a:t>
            </a:r>
            <a:r>
              <a:rPr lang="en-US" dirty="0"/>
              <a:t> </a:t>
            </a:r>
            <a:r>
              <a:rPr lang="en-US" dirty="0" err="1"/>
              <a:t>velit</a:t>
            </a:r>
            <a:r>
              <a:rPr lang="en-US" dirty="0"/>
              <a:t>. </a:t>
            </a:r>
          </a:p>
          <a:p>
            <a:pPr lvl="0"/>
            <a:r>
              <a:rPr lang="en-US" dirty="0" err="1"/>
              <a:t>Nullam</a:t>
            </a:r>
            <a:r>
              <a:rPr lang="en-US" dirty="0"/>
              <a:t> sit </a:t>
            </a:r>
            <a:r>
              <a:rPr lang="en-US" dirty="0" err="1"/>
              <a:t>amet</a:t>
            </a:r>
            <a:r>
              <a:rPr lang="en-US" dirty="0"/>
              <a:t> </a:t>
            </a:r>
            <a:r>
              <a:rPr lang="en-US" dirty="0" err="1"/>
              <a:t>lobortis</a:t>
            </a:r>
            <a:r>
              <a:rPr lang="en-US" dirty="0"/>
              <a:t> </a:t>
            </a:r>
            <a:r>
              <a:rPr lang="en-US" dirty="0" err="1"/>
              <a:t>urna</a:t>
            </a:r>
            <a:r>
              <a:rPr lang="en-US" dirty="0"/>
              <a:t>. </a:t>
            </a:r>
            <a:r>
              <a:rPr lang="en-US" dirty="0" err="1"/>
              <a:t>Aenean</a:t>
            </a:r>
            <a:r>
              <a:rPr lang="en-US" dirty="0"/>
              <a:t> </a:t>
            </a:r>
            <a:r>
              <a:rPr lang="en-US" dirty="0" err="1"/>
              <a:t>auctor</a:t>
            </a:r>
            <a:r>
              <a:rPr lang="en-US" dirty="0"/>
              <a:t> ligula </a:t>
            </a:r>
            <a:r>
              <a:rPr lang="en-US" dirty="0" err="1"/>
              <a:t>feugiat</a:t>
            </a:r>
            <a:r>
              <a:rPr lang="en-US" dirty="0"/>
              <a:t>, </a:t>
            </a:r>
            <a:r>
              <a:rPr lang="en-US" dirty="0" err="1"/>
              <a:t>tempor</a:t>
            </a:r>
            <a:r>
              <a:rPr lang="en-US" dirty="0"/>
              <a:t> </a:t>
            </a:r>
            <a:r>
              <a:rPr lang="en-US" dirty="0" err="1"/>
              <a:t>diam</a:t>
            </a:r>
            <a:r>
              <a:rPr lang="en-US" dirty="0"/>
              <a:t> non, </a:t>
            </a:r>
            <a:r>
              <a:rPr lang="en-US" dirty="0" err="1"/>
              <a:t>viverra</a:t>
            </a:r>
            <a:r>
              <a:rPr lang="en-US" dirty="0"/>
              <a:t> </a:t>
            </a:r>
            <a:r>
              <a:rPr lang="en-US" dirty="0" err="1"/>
              <a:t>eros</a:t>
            </a:r>
            <a:r>
              <a:rPr lang="en-US" dirty="0"/>
              <a:t>. </a:t>
            </a:r>
            <a:r>
              <a:rPr lang="en-US" dirty="0" err="1"/>
              <a:t>Morbi</a:t>
            </a:r>
            <a:r>
              <a:rPr lang="en-US" dirty="0"/>
              <a:t> </a:t>
            </a:r>
            <a:r>
              <a:rPr lang="en-US" dirty="0" err="1"/>
              <a:t>hendrerit</a:t>
            </a:r>
            <a:r>
              <a:rPr lang="en-US" dirty="0"/>
              <a:t> </a:t>
            </a:r>
            <a:r>
              <a:rPr lang="en-US" dirty="0" err="1"/>
              <a:t>egestas</a:t>
            </a:r>
            <a:r>
              <a:rPr lang="en-US" dirty="0"/>
              <a:t> </a:t>
            </a:r>
            <a:r>
              <a:rPr lang="en-US" dirty="0" err="1"/>
              <a:t>nunc</a:t>
            </a:r>
            <a:r>
              <a:rPr lang="en-US" dirty="0"/>
              <a:t> vitae </a:t>
            </a:r>
            <a:r>
              <a:rPr lang="en-US" dirty="0" err="1"/>
              <a:t>commodo</a:t>
            </a:r>
            <a:r>
              <a:rPr lang="en-US" dirty="0"/>
              <a:t>. </a:t>
            </a:r>
            <a:r>
              <a:rPr lang="en-US" dirty="0" err="1"/>
              <a:t>Vestibulum</a:t>
            </a:r>
            <a:r>
              <a:rPr lang="en-US" dirty="0"/>
              <a:t> </a:t>
            </a:r>
            <a:r>
              <a:rPr lang="en-US" dirty="0" err="1"/>
              <a:t>pulvinar</a:t>
            </a:r>
            <a:r>
              <a:rPr lang="en-US" dirty="0"/>
              <a:t> nisi at </a:t>
            </a:r>
            <a:r>
              <a:rPr lang="en-US" dirty="0" err="1"/>
              <a:t>sollicitudin</a:t>
            </a:r>
            <a:r>
              <a:rPr lang="en-US" dirty="0"/>
              <a:t> </a:t>
            </a:r>
            <a:r>
              <a:rPr lang="en-US" dirty="0" err="1"/>
              <a:t>placerat</a:t>
            </a:r>
            <a:r>
              <a:rPr lang="en-US" dirty="0"/>
              <a:t>. </a:t>
            </a:r>
          </a:p>
          <a:p>
            <a:pPr marL="171450" marR="0" lvl="0" indent="-171450" algn="l" defTabSz="914400" rtl="0" eaLnBrk="1" fontAlgn="auto" latinLnBrk="0" hangingPunct="1">
              <a:lnSpc>
                <a:spcPts val="1480"/>
              </a:lnSpc>
              <a:spcBef>
                <a:spcPts val="264"/>
              </a:spcBef>
              <a:spcAft>
                <a:spcPts val="300"/>
              </a:spcAft>
              <a:buClrTx/>
              <a:buSzTx/>
              <a:buFont typeface="Arial" panose="020B0604020202020204" pitchFamily="34" charset="0"/>
              <a:buChar char="•"/>
              <a:tabLst/>
              <a:defRPr/>
            </a:pPr>
            <a:r>
              <a:rPr lang="en-US" dirty="0" err="1"/>
              <a:t>Nullam</a:t>
            </a:r>
            <a:r>
              <a:rPr lang="en-US" dirty="0"/>
              <a:t> sit </a:t>
            </a:r>
            <a:r>
              <a:rPr lang="en-US" dirty="0" err="1"/>
              <a:t>amet</a:t>
            </a:r>
            <a:r>
              <a:rPr lang="en-US" dirty="0"/>
              <a:t> </a:t>
            </a:r>
            <a:r>
              <a:rPr lang="en-US" dirty="0" err="1"/>
              <a:t>lobortis</a:t>
            </a:r>
            <a:r>
              <a:rPr lang="en-US" dirty="0"/>
              <a:t> </a:t>
            </a:r>
            <a:r>
              <a:rPr lang="en-US" dirty="0" err="1"/>
              <a:t>urna</a:t>
            </a:r>
            <a:r>
              <a:rPr lang="en-US" dirty="0"/>
              <a:t>. </a:t>
            </a:r>
            <a:r>
              <a:rPr lang="en-US" dirty="0" err="1"/>
              <a:t>Aenean</a:t>
            </a:r>
            <a:r>
              <a:rPr lang="en-US" dirty="0"/>
              <a:t> </a:t>
            </a:r>
            <a:r>
              <a:rPr lang="en-US" dirty="0" err="1"/>
              <a:t>auctor</a:t>
            </a:r>
            <a:r>
              <a:rPr lang="en-US" dirty="0"/>
              <a:t> ligula </a:t>
            </a:r>
            <a:r>
              <a:rPr lang="en-US" dirty="0" err="1"/>
              <a:t>feugiat</a:t>
            </a:r>
            <a:r>
              <a:rPr lang="en-US" dirty="0"/>
              <a:t>, </a:t>
            </a:r>
            <a:r>
              <a:rPr lang="en-US" dirty="0" err="1"/>
              <a:t>tempor</a:t>
            </a:r>
            <a:r>
              <a:rPr lang="en-US" dirty="0"/>
              <a:t> </a:t>
            </a:r>
            <a:r>
              <a:rPr lang="en-US" dirty="0" err="1"/>
              <a:t>diam</a:t>
            </a:r>
            <a:r>
              <a:rPr lang="en-US" dirty="0"/>
              <a:t> non, </a:t>
            </a:r>
            <a:r>
              <a:rPr lang="en-US" dirty="0" err="1"/>
              <a:t>viverra</a:t>
            </a:r>
            <a:r>
              <a:rPr lang="en-US" dirty="0"/>
              <a:t> </a:t>
            </a:r>
            <a:r>
              <a:rPr lang="en-US" dirty="0" err="1"/>
              <a:t>eros</a:t>
            </a:r>
            <a:r>
              <a:rPr lang="en-US" dirty="0"/>
              <a:t>. </a:t>
            </a:r>
            <a:r>
              <a:rPr lang="en-US" dirty="0" err="1"/>
              <a:t>Morbi</a:t>
            </a:r>
            <a:r>
              <a:rPr lang="en-US" dirty="0"/>
              <a:t> </a:t>
            </a:r>
            <a:r>
              <a:rPr lang="en-US" dirty="0" err="1"/>
              <a:t>hendrerit</a:t>
            </a:r>
            <a:r>
              <a:rPr lang="en-US" dirty="0"/>
              <a:t> </a:t>
            </a:r>
            <a:r>
              <a:rPr lang="en-US" dirty="0" err="1"/>
              <a:t>egestas</a:t>
            </a:r>
            <a:r>
              <a:rPr lang="en-US" dirty="0"/>
              <a:t> </a:t>
            </a:r>
            <a:r>
              <a:rPr lang="en-US" dirty="0" err="1"/>
              <a:t>nunc</a:t>
            </a:r>
            <a:r>
              <a:rPr lang="en-US" dirty="0"/>
              <a:t> vitae </a:t>
            </a:r>
            <a:r>
              <a:rPr lang="en-US" dirty="0" err="1"/>
              <a:t>commodo</a:t>
            </a:r>
            <a:r>
              <a:rPr lang="en-US" dirty="0"/>
              <a:t>. </a:t>
            </a:r>
            <a:r>
              <a:rPr lang="en-US" dirty="0" err="1"/>
              <a:t>Vestibulum</a:t>
            </a:r>
            <a:r>
              <a:rPr lang="en-US" dirty="0"/>
              <a:t> </a:t>
            </a:r>
            <a:r>
              <a:rPr lang="en-US" dirty="0" err="1"/>
              <a:t>pulvinar</a:t>
            </a:r>
            <a:r>
              <a:rPr lang="en-US" dirty="0"/>
              <a:t> nisi at </a:t>
            </a:r>
            <a:r>
              <a:rPr lang="en-US" dirty="0" err="1"/>
              <a:t>sollicitudin</a:t>
            </a:r>
            <a:r>
              <a:rPr lang="en-US" dirty="0"/>
              <a:t> </a:t>
            </a:r>
            <a:r>
              <a:rPr lang="en-US" dirty="0" err="1"/>
              <a:t>placerat</a:t>
            </a:r>
            <a:r>
              <a:rPr lang="en-US" dirty="0"/>
              <a:t>. </a:t>
            </a:r>
          </a:p>
        </p:txBody>
      </p:sp>
      <p:sp>
        <p:nvSpPr>
          <p:cNvPr id="11" name="Text Placeholder 4">
            <a:extLst>
              <a:ext uri="{FF2B5EF4-FFF2-40B4-BE49-F238E27FC236}">
                <a16:creationId xmlns:a16="http://schemas.microsoft.com/office/drawing/2014/main" id="{ABD56F5B-8455-0345-910E-53CDD8476F9B}"/>
              </a:ext>
            </a:extLst>
          </p:cNvPr>
          <p:cNvSpPr>
            <a:spLocks noGrp="1"/>
          </p:cNvSpPr>
          <p:nvPr>
            <p:ph type="body" sz="quarter" idx="13" hasCustomPrompt="1"/>
          </p:nvPr>
        </p:nvSpPr>
        <p:spPr>
          <a:xfrm>
            <a:off x="6193213" y="1429389"/>
            <a:ext cx="2656378" cy="342900"/>
          </a:xfrm>
        </p:spPr>
        <p:txBody>
          <a:bodyPr wrap="none" bIns="0">
            <a:noAutofit/>
          </a:bodyPr>
          <a:lstStyle>
            <a:lvl1pPr marL="0" indent="0">
              <a:spcBef>
                <a:spcPts val="288"/>
              </a:spcBef>
              <a:buNone/>
              <a:defRPr sz="1200" b="1" i="0" cap="all" spc="200" baseline="0">
                <a:solidFill>
                  <a:schemeClr val="accent2"/>
                </a:solidFill>
              </a:defRPr>
            </a:lvl1pPr>
          </a:lstStyle>
          <a:p>
            <a:pPr lvl="0"/>
            <a:r>
              <a:rPr lang="en-US" dirty="0"/>
              <a:t>Highlight goes here</a:t>
            </a:r>
          </a:p>
        </p:txBody>
      </p:sp>
    </p:spTree>
    <p:extLst>
      <p:ext uri="{BB962C8B-B14F-4D97-AF65-F5344CB8AC3E}">
        <p14:creationId xmlns:p14="http://schemas.microsoft.com/office/powerpoint/2010/main" val="151189378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6" name="Slide Number Placeholder 1"/>
          <p:cNvSpPr>
            <a:spLocks noGrp="1"/>
          </p:cNvSpPr>
          <p:nvPr>
            <p:ph type="sldNum" sz="quarter" idx="4"/>
          </p:nvPr>
        </p:nvSpPr>
        <p:spPr>
          <a:xfrm>
            <a:off x="7413441" y="4826639"/>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fld id="{3A707DD9-E92B-45E8-BE0A-E6B2EDF345EB}" type="slidenum">
              <a:rPr lang="en-US" smtClean="0"/>
              <a:pPr/>
              <a:t>‹#›</a:t>
            </a:fld>
            <a:endParaRPr lang="en-US"/>
          </a:p>
        </p:txBody>
      </p:sp>
    </p:spTree>
    <p:extLst>
      <p:ext uri="{BB962C8B-B14F-4D97-AF65-F5344CB8AC3E}">
        <p14:creationId xmlns:p14="http://schemas.microsoft.com/office/powerpoint/2010/main" val="33163273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reaker - EPAM Blu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780954" y="1803228"/>
            <a:ext cx="5582093" cy="1220182"/>
          </a:xfrm>
          <a:ln w="6350">
            <a:solidFill>
              <a:schemeClr val="bg1"/>
            </a:solidFill>
          </a:ln>
        </p:spPr>
        <p:txBody>
          <a:bodyPr/>
          <a:lstStyle>
            <a:lvl1pPr algn="ctr">
              <a:lnSpc>
                <a:spcPct val="100000"/>
              </a:lnSpc>
              <a:spcBef>
                <a:spcPts val="380"/>
              </a:spcBef>
              <a:spcAft>
                <a:spcPts val="300"/>
              </a:spcAft>
              <a:defRPr sz="1600" b="1" spc="200" baseline="0">
                <a:latin typeface="+mn-lt"/>
              </a:defRPr>
            </a:lvl1pPr>
          </a:lstStyle>
          <a:p>
            <a:r>
              <a:rPr lang="en-US"/>
              <a:t>Please add BREAKER SLIDE TITLE HERE</a:t>
            </a:r>
            <a:br>
              <a:rPr lang="en-US"/>
            </a:br>
            <a:r>
              <a:rPr lang="en-US"/>
              <a:t>Please add SECOND LINE OF TITLE HERE</a:t>
            </a:r>
          </a:p>
        </p:txBody>
      </p:sp>
    </p:spTree>
    <p:extLst>
      <p:ext uri="{BB962C8B-B14F-4D97-AF65-F5344CB8AC3E}">
        <p14:creationId xmlns:p14="http://schemas.microsoft.com/office/powerpoint/2010/main" val="186087586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reaker - Bright Blue">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780954" y="1803228"/>
            <a:ext cx="5582093" cy="1220182"/>
          </a:xfrm>
          <a:ln w="6350">
            <a:solidFill>
              <a:schemeClr val="bg1"/>
            </a:solidFill>
          </a:ln>
        </p:spPr>
        <p:txBody>
          <a:bodyPr/>
          <a:lstStyle>
            <a:lvl1pPr algn="ctr">
              <a:lnSpc>
                <a:spcPct val="100000"/>
              </a:lnSpc>
              <a:spcBef>
                <a:spcPts val="380"/>
              </a:spcBef>
              <a:spcAft>
                <a:spcPts val="300"/>
              </a:spcAft>
              <a:defRPr sz="1600" b="1" spc="200" baseline="0"/>
            </a:lvl1pPr>
          </a:lstStyle>
          <a:p>
            <a:r>
              <a:rPr lang="en-US"/>
              <a:t>Please add BREAKER SLIDE TITLE HERE</a:t>
            </a:r>
            <a:br>
              <a:rPr lang="en-US"/>
            </a:br>
            <a:r>
              <a:rPr lang="en-US"/>
              <a:t>Please add SECOND LINE OF TITLE HERE</a:t>
            </a:r>
          </a:p>
        </p:txBody>
      </p:sp>
    </p:spTree>
    <p:extLst>
      <p:ext uri="{BB962C8B-B14F-4D97-AF65-F5344CB8AC3E}">
        <p14:creationId xmlns:p14="http://schemas.microsoft.com/office/powerpoint/2010/main" val="304619534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reaker - Lime Green">
    <p:bg>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780954" y="1803228"/>
            <a:ext cx="5582093" cy="1220182"/>
          </a:xfrm>
          <a:ln w="6350">
            <a:solidFill>
              <a:schemeClr val="bg1"/>
            </a:solidFill>
          </a:ln>
        </p:spPr>
        <p:txBody>
          <a:bodyPr/>
          <a:lstStyle>
            <a:lvl1pPr algn="ctr">
              <a:lnSpc>
                <a:spcPct val="100000"/>
              </a:lnSpc>
              <a:spcBef>
                <a:spcPts val="380"/>
              </a:spcBef>
              <a:spcAft>
                <a:spcPts val="300"/>
              </a:spcAft>
              <a:defRPr sz="1600" b="1" spc="200" baseline="0"/>
            </a:lvl1pPr>
          </a:lstStyle>
          <a:p>
            <a:r>
              <a:rPr lang="en-US"/>
              <a:t>Please add BREAKER SLIDE TITLE HERE</a:t>
            </a:r>
            <a:br>
              <a:rPr lang="en-US"/>
            </a:br>
            <a:r>
              <a:rPr lang="en-US"/>
              <a:t>Please add SECOND LINE OF TITLE HERE</a:t>
            </a:r>
          </a:p>
        </p:txBody>
      </p:sp>
    </p:spTree>
    <p:extLst>
      <p:ext uri="{BB962C8B-B14F-4D97-AF65-F5344CB8AC3E}">
        <p14:creationId xmlns:p14="http://schemas.microsoft.com/office/powerpoint/2010/main" val="162525151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reaker - Coral">
    <p:bg>
      <p:bgPr>
        <a:solidFill>
          <a:schemeClr val="accent6"/>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780954" y="1803228"/>
            <a:ext cx="5582093" cy="1220182"/>
          </a:xfrm>
          <a:ln w="6350">
            <a:solidFill>
              <a:schemeClr val="bg1"/>
            </a:solidFill>
          </a:ln>
        </p:spPr>
        <p:txBody>
          <a:bodyPr/>
          <a:lstStyle>
            <a:lvl1pPr algn="ctr">
              <a:lnSpc>
                <a:spcPct val="100000"/>
              </a:lnSpc>
              <a:spcBef>
                <a:spcPts val="380"/>
              </a:spcBef>
              <a:spcAft>
                <a:spcPts val="300"/>
              </a:spcAft>
              <a:defRPr sz="1600" b="1" spc="200" baseline="0"/>
            </a:lvl1pPr>
          </a:lstStyle>
          <a:p>
            <a:r>
              <a:rPr lang="en-US"/>
              <a:t>Please add BREAKER SLIDE TITLE HERE</a:t>
            </a:r>
            <a:br>
              <a:rPr lang="en-US"/>
            </a:br>
            <a:r>
              <a:rPr lang="en-US"/>
              <a:t>Please add SECOND LINE OF TITLE HERE</a:t>
            </a:r>
          </a:p>
        </p:txBody>
      </p:sp>
    </p:spTree>
    <p:extLst>
      <p:ext uri="{BB962C8B-B14F-4D97-AF65-F5344CB8AC3E}">
        <p14:creationId xmlns:p14="http://schemas.microsoft.com/office/powerpoint/2010/main" val="216545679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ver">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31466" y="1412416"/>
            <a:ext cx="4315968" cy="1421928"/>
          </a:xfrm>
        </p:spPr>
        <p:txBody>
          <a:bodyPr/>
          <a:lstStyle>
            <a:lvl1pPr>
              <a:defRPr>
                <a:solidFill>
                  <a:schemeClr val="bg1"/>
                </a:solidFill>
              </a:defRPr>
            </a:lvl1pPr>
          </a:lstStyle>
          <a:p>
            <a:r>
              <a:rPr lang="en-US"/>
              <a:t>Please add title here</a:t>
            </a:r>
          </a:p>
        </p:txBody>
      </p:sp>
      <p:sp>
        <p:nvSpPr>
          <p:cNvPr id="3" name="Date Placeholder 2"/>
          <p:cNvSpPr>
            <a:spLocks noGrp="1"/>
          </p:cNvSpPr>
          <p:nvPr>
            <p:ph type="dt" sz="half" idx="10"/>
          </p:nvPr>
        </p:nvSpPr>
        <p:spPr/>
        <p:txBody>
          <a:bodyPr tIns="0" anchor="ctr" anchorCtr="0"/>
          <a:lstStyle>
            <a:lvl1pPr>
              <a:defRPr cap="all" baseline="0">
                <a:solidFill>
                  <a:schemeClr val="bg1"/>
                </a:solidFill>
              </a:defRPr>
            </a:lvl1pPr>
          </a:lstStyle>
          <a:p>
            <a:pPr defTabSz="685783"/>
            <a:r>
              <a:rPr lang="en-US" smtClean="0">
                <a:solidFill>
                  <a:srgbClr val="FFFFFF"/>
                </a:solidFill>
              </a:rPr>
              <a:t>DATE OR VENUE</a:t>
            </a:r>
            <a:endParaRPr lang="en-US">
              <a:solidFill>
                <a:srgbClr val="FFFFFF"/>
              </a:solidFill>
            </a:endParaRPr>
          </a:p>
        </p:txBody>
      </p:sp>
      <p:sp>
        <p:nvSpPr>
          <p:cNvPr id="7" name="Text Placeholder 6"/>
          <p:cNvSpPr>
            <a:spLocks noGrp="1"/>
          </p:cNvSpPr>
          <p:nvPr>
            <p:ph type="body" sz="quarter" idx="11" hasCustomPrompt="1"/>
          </p:nvPr>
        </p:nvSpPr>
        <p:spPr>
          <a:xfrm>
            <a:off x="531466" y="3049747"/>
            <a:ext cx="4315968" cy="313932"/>
          </a:xfrm>
          <a:prstGeom prst="rect">
            <a:avLst/>
          </a:prstGeom>
        </p:spPr>
        <p:txBody>
          <a:bodyPr wrap="square" lIns="0" tIns="0" rIns="0" bIns="0" anchor="ctr">
            <a:noAutofit/>
          </a:bodyPr>
          <a:lstStyle>
            <a:lvl1pPr>
              <a:defRPr>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stStyle>
          <a:p>
            <a:pPr lvl="0"/>
            <a:r>
              <a:rPr lang="en-US"/>
              <a:t>Please add subtitle here</a:t>
            </a:r>
          </a:p>
        </p:txBody>
      </p:sp>
      <p:pic>
        <p:nvPicPr>
          <p:cNvPr id="5" name="Picture Placeholder 6"/>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5333937" y="0"/>
            <a:ext cx="3810000" cy="5143500"/>
          </a:xfrm>
          <a:prstGeom prst="rect">
            <a:avLst/>
          </a:prstGeom>
        </p:spPr>
      </p:pic>
      <p:sp>
        <p:nvSpPr>
          <p:cNvPr id="6" name="Rectangle 5"/>
          <p:cNvSpPr/>
          <p:nvPr/>
        </p:nvSpPr>
        <p:spPr>
          <a:xfrm>
            <a:off x="5333937" y="0"/>
            <a:ext cx="3810000" cy="5143500"/>
          </a:xfrm>
          <a:prstGeom prst="rect">
            <a:avLst/>
          </a:prstGeom>
          <a:solidFill>
            <a:srgbClr val="464547">
              <a:alpha val="15000"/>
            </a:srgbClr>
          </a:solidFill>
          <a:ln>
            <a:noFill/>
          </a:ln>
          <a:effectLst/>
        </p:spPr>
        <p:style>
          <a:lnRef idx="1">
            <a:schemeClr val="accent1"/>
          </a:lnRef>
          <a:fillRef idx="3">
            <a:schemeClr val="accent1"/>
          </a:fillRef>
          <a:effectRef idx="2">
            <a:schemeClr val="accent1"/>
          </a:effectRef>
          <a:fontRef idx="minor">
            <a:schemeClr val="lt1"/>
          </a:fontRef>
        </p:style>
        <p:txBody>
          <a:bodyPr lIns="91434" tIns="45717" rIns="91434" bIns="45717" rtlCol="0" anchor="ctr"/>
          <a:lstStyle/>
          <a:p>
            <a:pPr marL="0" marR="0" lvl="0" indent="0" algn="ctr" defTabSz="68578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FFFFFF"/>
              </a:solidFill>
              <a:effectLst/>
              <a:uLnTx/>
              <a:uFillTx/>
              <a:latin typeface="Calibri"/>
              <a:ea typeface="+mn-ea"/>
              <a:cs typeface="+mn-cs"/>
            </a:endParaRPr>
          </a:p>
        </p:txBody>
      </p:sp>
      <p:pic>
        <p:nvPicPr>
          <p:cNvPr id="8" name="Picture 7"/>
          <p:cNvPicPr>
            <a:picLocks noChangeAspect="1"/>
          </p:cNvPicPr>
          <p:nvPr/>
        </p:nvPicPr>
        <p:blipFill rotWithShape="1">
          <a:blip r:embed="rId3" cstate="print">
            <a:extLst>
              <a:ext uri="{28A0092B-C50C-407E-A947-70E740481C1C}">
                <a14:useLocalDpi xmlns:a14="http://schemas.microsoft.com/office/drawing/2010/main" val="0"/>
              </a:ext>
            </a:extLst>
          </a:blip>
          <a:srcRect l="-1"/>
          <a:stretch/>
        </p:blipFill>
        <p:spPr>
          <a:xfrm rot="5400000">
            <a:off x="2767227" y="2306574"/>
            <a:ext cx="5143500" cy="530352"/>
          </a:xfrm>
          <a:prstGeom prst="rect">
            <a:avLst/>
          </a:prstGeom>
        </p:spPr>
      </p:pic>
      <p:pic>
        <p:nvPicPr>
          <p:cNvPr id="9" name="Picture 8"/>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rot="10800000" flipH="1" flipV="1">
            <a:off x="627880" y="511281"/>
            <a:ext cx="891284" cy="316033"/>
          </a:xfrm>
          <a:prstGeom prst="rect">
            <a:avLst/>
          </a:prstGeom>
        </p:spPr>
      </p:pic>
    </p:spTree>
    <p:extLst>
      <p:ext uri="{BB962C8B-B14F-4D97-AF65-F5344CB8AC3E}">
        <p14:creationId xmlns:p14="http://schemas.microsoft.com/office/powerpoint/2010/main" val="112941063"/>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ver with Custom Pictur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31466" y="1412416"/>
            <a:ext cx="4315968" cy="1421928"/>
          </a:xfrm>
        </p:spPr>
        <p:txBody>
          <a:bodyPr/>
          <a:lstStyle>
            <a:lvl1pPr>
              <a:defRPr>
                <a:solidFill>
                  <a:schemeClr val="bg1"/>
                </a:solidFill>
              </a:defRPr>
            </a:lvl1pPr>
          </a:lstStyle>
          <a:p>
            <a:r>
              <a:rPr lang="en-US"/>
              <a:t>Please add title here</a:t>
            </a:r>
          </a:p>
        </p:txBody>
      </p:sp>
      <p:sp>
        <p:nvSpPr>
          <p:cNvPr id="3" name="Date Placeholder 2"/>
          <p:cNvSpPr>
            <a:spLocks noGrp="1"/>
          </p:cNvSpPr>
          <p:nvPr>
            <p:ph type="dt" sz="half" idx="10"/>
          </p:nvPr>
        </p:nvSpPr>
        <p:spPr>
          <a:xfrm>
            <a:off x="531466" y="3843769"/>
            <a:ext cx="1945326" cy="399456"/>
          </a:xfrm>
        </p:spPr>
        <p:txBody>
          <a:bodyPr tIns="0" anchor="ctr" anchorCtr="0"/>
          <a:lstStyle>
            <a:lvl1pPr>
              <a:defRPr cap="all" baseline="0">
                <a:solidFill>
                  <a:schemeClr val="bg1"/>
                </a:solidFill>
              </a:defRPr>
            </a:lvl1pPr>
          </a:lstStyle>
          <a:p>
            <a:pPr defTabSz="685783"/>
            <a:r>
              <a:rPr lang="en-US" smtClean="0">
                <a:solidFill>
                  <a:srgbClr val="FFFFFF"/>
                </a:solidFill>
              </a:rPr>
              <a:t>DATE OR VENUE</a:t>
            </a:r>
            <a:endParaRPr lang="en-US">
              <a:solidFill>
                <a:srgbClr val="FFFFFF"/>
              </a:solidFill>
            </a:endParaRPr>
          </a:p>
        </p:txBody>
      </p:sp>
      <p:sp>
        <p:nvSpPr>
          <p:cNvPr id="7" name="Text Placeholder 6"/>
          <p:cNvSpPr>
            <a:spLocks noGrp="1"/>
          </p:cNvSpPr>
          <p:nvPr>
            <p:ph type="body" sz="quarter" idx="11" hasCustomPrompt="1"/>
          </p:nvPr>
        </p:nvSpPr>
        <p:spPr>
          <a:xfrm>
            <a:off x="531466" y="3049747"/>
            <a:ext cx="4315968" cy="313932"/>
          </a:xfrm>
          <a:prstGeom prst="rect">
            <a:avLst/>
          </a:prstGeom>
        </p:spPr>
        <p:txBody>
          <a:bodyPr wrap="square" lIns="0" tIns="0" rIns="0" bIns="0" anchor="ctr">
            <a:noAutofit/>
          </a:bodyPr>
          <a:lstStyle>
            <a:lvl1pPr>
              <a:defRPr>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stStyle>
          <a:p>
            <a:pPr lvl="0"/>
            <a:r>
              <a:rPr lang="en-US"/>
              <a:t>Please add subtitle here</a:t>
            </a:r>
          </a:p>
        </p:txBody>
      </p:sp>
      <p:sp>
        <p:nvSpPr>
          <p:cNvPr id="5" name="Picture Placeholder 4"/>
          <p:cNvSpPr>
            <a:spLocks noGrp="1"/>
          </p:cNvSpPr>
          <p:nvPr>
            <p:ph type="pic" sz="quarter" idx="12" hasCustomPrompt="1"/>
          </p:nvPr>
        </p:nvSpPr>
        <p:spPr>
          <a:xfrm>
            <a:off x="5334000" y="0"/>
            <a:ext cx="3810000" cy="5143500"/>
          </a:xfrm>
          <a:prstGeom prst="rect">
            <a:avLst/>
          </a:prstGeom>
          <a:noFill/>
          <a:ln>
            <a:noFill/>
          </a:ln>
        </p:spPr>
        <p:txBody>
          <a:bodyPr anchor="ctr"/>
          <a:lstStyle>
            <a:lvl1pPr algn="ctr">
              <a:defRPr baseline="0"/>
            </a:lvl1pPr>
          </a:lstStyle>
          <a:p>
            <a:r>
              <a:rPr lang="en-US"/>
              <a:t>Please add cover picture here</a:t>
            </a:r>
          </a:p>
          <a:p>
            <a:endParaRPr lang="en-US"/>
          </a:p>
          <a:p>
            <a:endParaRPr lang="en-US"/>
          </a:p>
        </p:txBody>
      </p:sp>
      <p:sp>
        <p:nvSpPr>
          <p:cNvPr id="11" name="Text Placeholder 10"/>
          <p:cNvSpPr>
            <a:spLocks noGrp="1"/>
          </p:cNvSpPr>
          <p:nvPr>
            <p:ph type="body" sz="quarter" idx="13" hasCustomPrompt="1"/>
          </p:nvPr>
        </p:nvSpPr>
        <p:spPr>
          <a:xfrm>
            <a:off x="5073801" y="0"/>
            <a:ext cx="530352" cy="5143500"/>
          </a:xfrm>
          <a:prstGeom prst="rect">
            <a:avLst/>
          </a:prstGeom>
          <a:blipFill>
            <a:blip r:embed="rId2"/>
            <a:stretch>
              <a:fillRect/>
            </a:stretch>
          </a:blipFill>
        </p:spPr>
        <p:txBody>
          <a:bodyPr/>
          <a:lstStyle/>
          <a:p>
            <a:pPr lvl="0"/>
            <a:r>
              <a:rPr lang="en-US"/>
              <a:t> </a:t>
            </a:r>
          </a:p>
        </p:txBody>
      </p:sp>
      <p:pic>
        <p:nvPicPr>
          <p:cNvPr id="8" name="Picture 7"/>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rot="10800000" flipH="1" flipV="1">
            <a:off x="627880" y="511281"/>
            <a:ext cx="891284" cy="316033"/>
          </a:xfrm>
          <a:prstGeom prst="rect">
            <a:avLst/>
          </a:prstGeom>
        </p:spPr>
      </p:pic>
      <p:sp>
        <p:nvSpPr>
          <p:cNvPr id="9" name="TextBox 8">
            <a:extLst>
              <a:ext uri="{FF2B5EF4-FFF2-40B4-BE49-F238E27FC236}">
                <a16:creationId xmlns:a16="http://schemas.microsoft.com/office/drawing/2014/main" id="{2581AF72-7AD6-334A-BFA2-32789379DA3D}"/>
              </a:ext>
            </a:extLst>
          </p:cNvPr>
          <p:cNvSpPr txBox="1"/>
          <p:nvPr/>
        </p:nvSpPr>
        <p:spPr>
          <a:xfrm>
            <a:off x="421401" y="4877349"/>
            <a:ext cx="2422187" cy="200055"/>
          </a:xfrm>
          <a:prstGeom prst="rect">
            <a:avLst/>
          </a:prstGeom>
          <a:noFill/>
        </p:spPr>
        <p:txBody>
          <a:bodyPr wrap="square" rtlCol="0">
            <a:spAutoFit/>
          </a:bodyPr>
          <a:lstStyle/>
          <a:p>
            <a:pPr marL="0" marR="0" lvl="0" indent="0" algn="l" defTabSz="685783"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Calibri Light"/>
                <a:ea typeface="+mn-ea"/>
                <a:cs typeface="+mn-cs"/>
              </a:rPr>
              <a:t>CONFIDENTIAL  |  © 2021 EPAM Systems, Inc.</a:t>
            </a:r>
            <a:endParaRPr kumimoji="0" lang="en-US" sz="700" b="0" i="0" u="none" strike="noStrike" kern="1200" cap="none" spc="0" normalizeH="0" baseline="0" noProof="0">
              <a:ln>
                <a:noFill/>
              </a:ln>
              <a:solidFill>
                <a:srgbClr val="222222"/>
              </a:solidFill>
              <a:effectLst/>
              <a:uLnTx/>
              <a:uFillTx/>
              <a:latin typeface="Calibri Light"/>
              <a:ea typeface="+mn-ea"/>
              <a:cs typeface="+mn-cs"/>
            </a:endParaRPr>
          </a:p>
        </p:txBody>
      </p:sp>
    </p:spTree>
    <p:extLst>
      <p:ext uri="{BB962C8B-B14F-4D97-AF65-F5344CB8AC3E}">
        <p14:creationId xmlns:p14="http://schemas.microsoft.com/office/powerpoint/2010/main" val="230480924"/>
      </p:ext>
    </p:extLst>
  </p:cSld>
  <p:clrMapOvr>
    <a:masterClrMapping/>
  </p:clrMapOvr>
  <p:extLst>
    <p:ext uri="{DCECCB84-F9BA-43D5-87BE-67443E8EF086}">
      <p15:sldGuideLst xmlns:p15="http://schemas.microsoft.com/office/powerpoint/2012/main">
        <p15:guide id="1" pos="336">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anvas">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1E38DE0-131E-E04E-BD2E-B00FD5B34CB6}"/>
              </a:ext>
            </a:extLst>
          </p:cNvPr>
          <p:cNvSpPr txBox="1"/>
          <p:nvPr/>
        </p:nvSpPr>
        <p:spPr>
          <a:xfrm>
            <a:off x="130784" y="4877349"/>
            <a:ext cx="2422187" cy="200055"/>
          </a:xfrm>
          <a:prstGeom prst="rect">
            <a:avLst/>
          </a:prstGeom>
          <a:noFill/>
        </p:spPr>
        <p:txBody>
          <a:bodyPr wrap="square" rtlCol="0">
            <a:spAutoFit/>
          </a:bodyPr>
          <a:lstStyle/>
          <a:p>
            <a:pPr marL="0" marR="0" lvl="0" indent="0" algn="l" defTabSz="685783"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Calibri Light"/>
                <a:ea typeface="+mn-ea"/>
                <a:cs typeface="+mn-cs"/>
              </a:rPr>
              <a:t>CONFIDENTIAL  |  © 2021 EPAM Systems, Inc.</a:t>
            </a:r>
            <a:endParaRPr kumimoji="0" lang="en-US" sz="700" b="0" i="0" u="none" strike="noStrike" kern="1200" cap="none" spc="0" normalizeH="0" baseline="0" noProof="0">
              <a:ln>
                <a:noFill/>
              </a:ln>
              <a:solidFill>
                <a:srgbClr val="222222"/>
              </a:solidFill>
              <a:effectLst/>
              <a:uLnTx/>
              <a:uFillTx/>
              <a:latin typeface="Calibri Light"/>
              <a:ea typeface="+mn-ea"/>
              <a:cs typeface="+mn-cs"/>
            </a:endParaRPr>
          </a:p>
        </p:txBody>
      </p:sp>
    </p:spTree>
    <p:extLst>
      <p:ext uri="{BB962C8B-B14F-4D97-AF65-F5344CB8AC3E}">
        <p14:creationId xmlns:p14="http://schemas.microsoft.com/office/powerpoint/2010/main" val="413998254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Breaker - EPAM Blu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780955" y="1803228"/>
            <a:ext cx="5582093" cy="1220182"/>
          </a:xfrm>
          <a:ln w="6350">
            <a:solidFill>
              <a:schemeClr val="bg1"/>
            </a:solidFill>
          </a:ln>
        </p:spPr>
        <p:txBody>
          <a:bodyPr/>
          <a:lstStyle>
            <a:lvl1pPr algn="ctr">
              <a:lnSpc>
                <a:spcPct val="100000"/>
              </a:lnSpc>
              <a:spcBef>
                <a:spcPts val="380"/>
              </a:spcBef>
              <a:spcAft>
                <a:spcPts val="300"/>
              </a:spcAft>
              <a:defRPr sz="1600" b="1" spc="200" baseline="0">
                <a:latin typeface="+mn-lt"/>
              </a:defRPr>
            </a:lvl1pPr>
          </a:lstStyle>
          <a:p>
            <a:r>
              <a:rPr lang="en-US"/>
              <a:t>Please add BREAKER SLIDE TITLE HERE</a:t>
            </a:r>
            <a:br>
              <a:rPr lang="en-US"/>
            </a:br>
            <a:r>
              <a:rPr lang="en-US"/>
              <a:t>Please add SECOND LINE OF TITLE HERE</a:t>
            </a:r>
          </a:p>
        </p:txBody>
      </p:sp>
    </p:spTree>
    <p:extLst>
      <p:ext uri="{BB962C8B-B14F-4D97-AF65-F5344CB8AC3E}">
        <p14:creationId xmlns:p14="http://schemas.microsoft.com/office/powerpoint/2010/main" val="370344101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Content with Highligh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Please Add Slide Headline Here</a:t>
            </a:r>
          </a:p>
        </p:txBody>
      </p:sp>
      <p:sp>
        <p:nvSpPr>
          <p:cNvPr id="3" name="Content Placeholder 5"/>
          <p:cNvSpPr>
            <a:spLocks noGrp="1"/>
          </p:cNvSpPr>
          <p:nvPr>
            <p:ph sz="quarter" idx="10" hasCustomPrompt="1"/>
          </p:nvPr>
        </p:nvSpPr>
        <p:spPr>
          <a:xfrm>
            <a:off x="357188" y="1422400"/>
            <a:ext cx="8429625" cy="3054350"/>
          </a:xfrm>
        </p:spPr>
        <p:txBody>
          <a:bodyPr/>
          <a:lstStyle>
            <a:lvl1pPr marL="171446" marR="0" indent="-171446" algn="l" defTabSz="914378" rtl="0" eaLnBrk="1" fontAlgn="auto" latinLnBrk="0" hangingPunct="1">
              <a:lnSpc>
                <a:spcPts val="1600"/>
              </a:lnSpc>
              <a:spcBef>
                <a:spcPts val="264"/>
              </a:spcBef>
              <a:spcAft>
                <a:spcPts val="300"/>
              </a:spcAft>
              <a:buClrTx/>
              <a:buSzTx/>
              <a:buFont typeface="Arial" panose="020B0604020202020204" pitchFamily="34" charset="0"/>
              <a:buChar char="•"/>
              <a:tabLst/>
              <a:defRPr>
                <a:latin typeface="+mj-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 </a:t>
            </a:r>
            <a:br>
              <a:rPr lang="en-US"/>
            </a:br>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r>
              <a:rPr lang="en-US" err="1"/>
              <a:t>Aliquam</a:t>
            </a:r>
            <a:r>
              <a:rPr lang="en-US"/>
              <a:t> sit </a:t>
            </a:r>
            <a:r>
              <a:rPr lang="en-US" err="1"/>
              <a:t>amet</a:t>
            </a:r>
            <a:r>
              <a:rPr lang="en-US"/>
              <a:t> </a:t>
            </a:r>
            <a:r>
              <a:rPr lang="en-US" err="1"/>
              <a:t>leo</a:t>
            </a:r>
            <a:r>
              <a:rPr lang="en-US"/>
              <a:t> semper, </a:t>
            </a:r>
            <a:r>
              <a:rPr lang="en-US" err="1"/>
              <a:t>tincidunt</a:t>
            </a:r>
            <a:r>
              <a:rPr lang="en-US"/>
              <a:t> dolor a, </a:t>
            </a:r>
            <a:r>
              <a:rPr lang="en-US" err="1"/>
              <a:t>lobortis</a:t>
            </a:r>
            <a:r>
              <a:rPr lang="en-US"/>
              <a:t> </a:t>
            </a:r>
            <a:r>
              <a:rPr lang="en-US" err="1"/>
              <a:t>elit</a:t>
            </a:r>
            <a:r>
              <a:rPr lang="en-US"/>
              <a:t>. </a:t>
            </a:r>
            <a:r>
              <a:rPr lang="en-US" err="1"/>
              <a:t>Nulla</a:t>
            </a:r>
            <a:r>
              <a:rPr lang="en-US"/>
              <a:t> ipsum dolor, </a:t>
            </a:r>
            <a:r>
              <a:rPr lang="en-US" err="1"/>
              <a:t>condimentum</a:t>
            </a:r>
            <a:r>
              <a:rPr lang="en-US"/>
              <a:t> </a:t>
            </a:r>
            <a:br>
              <a:rPr lang="en-US"/>
            </a:br>
            <a:r>
              <a:rPr lang="en-US"/>
              <a:t>at nisi et, </a:t>
            </a:r>
            <a:r>
              <a:rPr lang="en-US" err="1"/>
              <a:t>varius</a:t>
            </a:r>
            <a:r>
              <a:rPr lang="en-US"/>
              <a:t> </a:t>
            </a:r>
            <a:r>
              <a:rPr lang="en-US" err="1"/>
              <a:t>lobortis</a:t>
            </a:r>
            <a:r>
              <a:rPr lang="en-US"/>
              <a:t> </a:t>
            </a:r>
            <a:r>
              <a:rPr lang="en-US" err="1"/>
              <a:t>lectus</a:t>
            </a:r>
            <a:r>
              <a:rPr lang="en-US"/>
              <a:t>. </a:t>
            </a:r>
            <a:r>
              <a:rPr lang="en-US" err="1"/>
              <a:t>Fusce</a:t>
            </a:r>
            <a:r>
              <a:rPr lang="en-US"/>
              <a:t> </a:t>
            </a:r>
            <a:r>
              <a:rPr lang="en-US" err="1"/>
              <a:t>fermentum</a:t>
            </a:r>
            <a:r>
              <a:rPr lang="en-US"/>
              <a:t> </a:t>
            </a:r>
            <a:r>
              <a:rPr lang="en-US" err="1"/>
              <a:t>bibendum</a:t>
            </a:r>
            <a:r>
              <a:rPr lang="en-US"/>
              <a:t> </a:t>
            </a:r>
            <a:r>
              <a:rPr lang="en-US" err="1"/>
              <a:t>varius</a:t>
            </a:r>
            <a:r>
              <a:rPr lang="en-US"/>
              <a:t>. </a:t>
            </a: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r>
              <a:rPr lang="en-US"/>
              <a:t> </a:t>
            </a:r>
            <a:br>
              <a:rPr lang="en-US"/>
            </a:br>
            <a:r>
              <a:rPr lang="en-US"/>
              <a:t>fames ac </a:t>
            </a:r>
            <a:r>
              <a:rPr lang="en-US" err="1"/>
              <a:t>turpis</a:t>
            </a:r>
            <a:r>
              <a:rPr lang="en-US"/>
              <a:t> </a:t>
            </a:r>
            <a:r>
              <a:rPr lang="en-US" err="1"/>
              <a:t>egestas</a:t>
            </a:r>
            <a:r>
              <a:rPr lang="en-US"/>
              <a:t>.</a:t>
            </a:r>
          </a:p>
          <a:p>
            <a:pPr marL="171446" marR="0" lvl="0" indent="-171446" algn="l" defTabSz="914378" rtl="0" eaLnBrk="1" fontAlgn="auto" latinLnBrk="0" hangingPunct="1">
              <a:lnSpc>
                <a:spcPts val="1600"/>
              </a:lnSpc>
              <a:spcBef>
                <a:spcPts val="264"/>
              </a:spcBef>
              <a:spcAft>
                <a:spcPts val="300"/>
              </a:spcAft>
              <a:buClrTx/>
              <a:buSzTx/>
              <a:tabLst/>
              <a:defRPr/>
            </a:pPr>
            <a:r>
              <a:rPr lang="en-US" sz="1100">
                <a:latin typeface="+mj-lt"/>
              </a:rPr>
              <a:t>In </a:t>
            </a:r>
            <a:r>
              <a:rPr lang="en-US" sz="1100" err="1">
                <a:latin typeface="+mj-lt"/>
              </a:rPr>
              <a:t>egestas</a:t>
            </a:r>
            <a:r>
              <a:rPr lang="en-US" sz="1100">
                <a:latin typeface="+mj-lt"/>
              </a:rPr>
              <a:t> </a:t>
            </a:r>
            <a:r>
              <a:rPr lang="en-US" sz="1100" err="1">
                <a:latin typeface="+mj-lt"/>
              </a:rPr>
              <a:t>orci</a:t>
            </a:r>
            <a:r>
              <a:rPr lang="en-US" sz="1100">
                <a:latin typeface="+mj-lt"/>
              </a:rPr>
              <a:t> </a:t>
            </a:r>
            <a:r>
              <a:rPr lang="en-US" sz="1100" err="1">
                <a:latin typeface="+mj-lt"/>
              </a:rPr>
              <a:t>eu</a:t>
            </a:r>
            <a:r>
              <a:rPr lang="en-US" sz="1100">
                <a:latin typeface="+mj-lt"/>
              </a:rPr>
              <a:t> </a:t>
            </a:r>
            <a:r>
              <a:rPr lang="en-US" sz="1100" err="1">
                <a:latin typeface="+mj-lt"/>
              </a:rPr>
              <a:t>lacinia</a:t>
            </a:r>
            <a:r>
              <a:rPr lang="en-US" sz="1100">
                <a:latin typeface="+mj-lt"/>
              </a:rPr>
              <a:t> </a:t>
            </a:r>
            <a:r>
              <a:rPr lang="en-US" sz="1100" err="1">
                <a:latin typeface="+mj-lt"/>
              </a:rPr>
              <a:t>consectetur</a:t>
            </a:r>
            <a:r>
              <a:rPr lang="en-US" sz="1100">
                <a:latin typeface="+mj-lt"/>
              </a:rPr>
              <a:t>. In dolor ipsum, gravida et </a:t>
            </a:r>
            <a:r>
              <a:rPr lang="en-US" sz="1100" err="1">
                <a:latin typeface="+mj-lt"/>
              </a:rPr>
              <a:t>sagittis</a:t>
            </a:r>
            <a:r>
              <a:rPr lang="en-US" sz="1100">
                <a:latin typeface="+mj-lt"/>
              </a:rPr>
              <a:t> id, </a:t>
            </a:r>
            <a:r>
              <a:rPr lang="en-US" sz="1100" err="1">
                <a:latin typeface="+mj-lt"/>
              </a:rPr>
              <a:t>sollicitudin</a:t>
            </a:r>
            <a:r>
              <a:rPr lang="en-US" sz="1100">
                <a:latin typeface="+mj-lt"/>
              </a:rPr>
              <a:t> </a:t>
            </a:r>
            <a:r>
              <a:rPr lang="en-US" sz="1100" err="1">
                <a:latin typeface="+mj-lt"/>
              </a:rPr>
              <a:t>ut</a:t>
            </a:r>
            <a:r>
              <a:rPr lang="en-US" sz="1100">
                <a:latin typeface="+mj-lt"/>
              </a:rPr>
              <a:t> </a:t>
            </a:r>
            <a:r>
              <a:rPr lang="en-US" sz="1100" err="1">
                <a:latin typeface="+mj-lt"/>
              </a:rPr>
              <a:t>nisl</a:t>
            </a:r>
            <a:r>
              <a:rPr lang="en-US" sz="1100">
                <a:latin typeface="+mj-lt"/>
              </a:rPr>
              <a:t>. </a:t>
            </a:r>
            <a:r>
              <a:rPr lang="en-US" sz="1100" err="1">
                <a:latin typeface="+mj-lt"/>
              </a:rPr>
              <a:t>Praesent</a:t>
            </a:r>
            <a:r>
              <a:rPr lang="en-US" sz="1100">
                <a:latin typeface="+mj-lt"/>
              </a:rPr>
              <a:t> </a:t>
            </a:r>
            <a:r>
              <a:rPr lang="en-US" sz="1100" err="1">
                <a:latin typeface="+mj-lt"/>
              </a:rPr>
              <a:t>bibendum</a:t>
            </a:r>
            <a:r>
              <a:rPr lang="en-US" sz="1100">
                <a:latin typeface="+mj-lt"/>
              </a:rPr>
              <a:t> tempus </a:t>
            </a:r>
            <a:r>
              <a:rPr lang="en-US" sz="1100" err="1">
                <a:latin typeface="+mj-lt"/>
              </a:rPr>
              <a:t>tellus</a:t>
            </a:r>
            <a:r>
              <a:rPr lang="en-US" sz="1100">
                <a:latin typeface="+mj-lt"/>
              </a:rPr>
              <a:t> </a:t>
            </a:r>
            <a:r>
              <a:rPr lang="en-US" sz="1100" err="1">
                <a:latin typeface="+mj-lt"/>
              </a:rPr>
              <a:t>nec</a:t>
            </a:r>
            <a:r>
              <a:rPr lang="en-US" sz="1100">
                <a:latin typeface="+mj-lt"/>
              </a:rPr>
              <a:t> </a:t>
            </a:r>
            <a:r>
              <a:rPr lang="en-US" sz="1100" err="1">
                <a:latin typeface="+mj-lt"/>
              </a:rPr>
              <a:t>hendrerit</a:t>
            </a:r>
            <a:r>
              <a:rPr lang="en-US" sz="1100">
                <a:latin typeface="+mj-lt"/>
              </a:rPr>
              <a:t>. Nam in </a:t>
            </a:r>
            <a:r>
              <a:rPr lang="en-US" sz="1100" err="1">
                <a:latin typeface="+mj-lt"/>
              </a:rPr>
              <a:t>tempor</a:t>
            </a:r>
            <a:r>
              <a:rPr lang="en-US" sz="1100">
                <a:latin typeface="+mj-lt"/>
              </a:rPr>
              <a:t> </a:t>
            </a:r>
            <a:r>
              <a:rPr lang="en-US" sz="1100" err="1">
                <a:latin typeface="+mj-lt"/>
              </a:rPr>
              <a:t>metus</a:t>
            </a:r>
            <a:r>
              <a:rPr lang="en-US" sz="1100">
                <a:latin typeface="+mj-lt"/>
              </a:rPr>
              <a:t>, ac </a:t>
            </a:r>
            <a:r>
              <a:rPr lang="en-US" sz="1100" err="1">
                <a:latin typeface="+mj-lt"/>
              </a:rPr>
              <a:t>finibus</a:t>
            </a:r>
            <a:r>
              <a:rPr lang="en-US" sz="1100">
                <a:latin typeface="+mj-lt"/>
              </a:rPr>
              <a:t> </a:t>
            </a:r>
            <a:r>
              <a:rPr lang="en-US" sz="1100" err="1">
                <a:latin typeface="+mj-lt"/>
              </a:rPr>
              <a:t>purus</a:t>
            </a:r>
            <a:r>
              <a:rPr lang="en-US" sz="1100">
                <a:latin typeface="+mj-lt"/>
              </a:rPr>
              <a:t>. </a:t>
            </a:r>
            <a:r>
              <a:rPr lang="en-US" sz="1100" err="1">
                <a:latin typeface="+mj-lt"/>
              </a:rPr>
              <a:t>Praesent</a:t>
            </a:r>
            <a:r>
              <a:rPr lang="en-US" sz="1100">
                <a:latin typeface="+mj-lt"/>
              </a:rPr>
              <a:t> </a:t>
            </a:r>
            <a:r>
              <a:rPr lang="en-US" sz="1100" err="1">
                <a:latin typeface="+mj-lt"/>
              </a:rPr>
              <a:t>consequat</a:t>
            </a:r>
            <a:r>
              <a:rPr lang="en-US" sz="1100">
                <a:latin typeface="+mj-lt"/>
              </a:rPr>
              <a:t> </a:t>
            </a:r>
            <a:r>
              <a:rPr lang="en-US" sz="1100" err="1">
                <a:latin typeface="+mj-lt"/>
              </a:rPr>
              <a:t>lectus</a:t>
            </a:r>
            <a:r>
              <a:rPr lang="en-US" sz="1100">
                <a:latin typeface="+mj-lt"/>
              </a:rPr>
              <a:t> sit </a:t>
            </a:r>
            <a:r>
              <a:rPr lang="en-US" sz="1100" err="1">
                <a:latin typeface="+mj-lt"/>
              </a:rPr>
              <a:t>amet</a:t>
            </a:r>
            <a:r>
              <a:rPr lang="en-US" sz="1100">
                <a:latin typeface="+mj-lt"/>
              </a:rPr>
              <a:t> </a:t>
            </a:r>
            <a:r>
              <a:rPr lang="en-US" sz="1100" err="1">
                <a:latin typeface="+mj-lt"/>
              </a:rPr>
              <a:t>tortor</a:t>
            </a:r>
            <a:r>
              <a:rPr lang="en-US" sz="1100">
                <a:latin typeface="+mj-lt"/>
              </a:rPr>
              <a:t> pharetra, </a:t>
            </a:r>
            <a:r>
              <a:rPr lang="en-US" sz="1100" err="1">
                <a:latin typeface="+mj-lt"/>
              </a:rPr>
              <a:t>sed</a:t>
            </a:r>
            <a:r>
              <a:rPr lang="en-US" sz="1100">
                <a:latin typeface="+mj-lt"/>
              </a:rPr>
              <a:t> </a:t>
            </a:r>
            <a:r>
              <a:rPr lang="en-US" sz="1100" err="1">
                <a:latin typeface="+mj-lt"/>
              </a:rPr>
              <a:t>venenatis</a:t>
            </a:r>
            <a:r>
              <a:rPr lang="en-US" sz="1100">
                <a:latin typeface="+mj-lt"/>
              </a:rPr>
              <a:t> </a:t>
            </a:r>
            <a:r>
              <a:rPr lang="en-US" sz="1100" err="1">
                <a:latin typeface="+mj-lt"/>
              </a:rPr>
              <a:t>eros</a:t>
            </a:r>
            <a:r>
              <a:rPr lang="en-US" sz="1100">
                <a:latin typeface="+mj-lt"/>
              </a:rPr>
              <a:t> </a:t>
            </a:r>
            <a:r>
              <a:rPr lang="en-US" sz="1100" err="1">
                <a:latin typeface="+mj-lt"/>
              </a:rPr>
              <a:t>lacinia</a:t>
            </a:r>
            <a:r>
              <a:rPr lang="en-US" sz="1100">
                <a:latin typeface="+mj-lt"/>
              </a:rPr>
              <a:t>. In </a:t>
            </a:r>
            <a:r>
              <a:rPr lang="en-US" sz="1100" err="1">
                <a:latin typeface="+mj-lt"/>
              </a:rPr>
              <a:t>sed</a:t>
            </a:r>
            <a:r>
              <a:rPr lang="en-US" sz="1100">
                <a:latin typeface="+mj-lt"/>
              </a:rPr>
              <a:t> </a:t>
            </a:r>
            <a:r>
              <a:rPr lang="en-US" sz="1100" err="1">
                <a:latin typeface="+mj-lt"/>
              </a:rPr>
              <a:t>erat</a:t>
            </a:r>
            <a:r>
              <a:rPr lang="en-US" sz="1100">
                <a:latin typeface="+mj-lt"/>
              </a:rPr>
              <a:t> libero. </a:t>
            </a:r>
            <a:r>
              <a:rPr lang="en-US" sz="1100" err="1">
                <a:latin typeface="+mj-lt"/>
              </a:rPr>
              <a:t>Sed</a:t>
            </a:r>
            <a:r>
              <a:rPr lang="en-US" sz="1100">
                <a:latin typeface="+mj-lt"/>
              </a:rPr>
              <a:t> lorem </a:t>
            </a:r>
            <a:r>
              <a:rPr lang="en-US" sz="1100" err="1">
                <a:latin typeface="+mj-lt"/>
              </a:rPr>
              <a:t>neque</a:t>
            </a:r>
            <a:r>
              <a:rPr lang="en-US" sz="1100">
                <a:latin typeface="+mj-lt"/>
              </a:rPr>
              <a:t>, </a:t>
            </a:r>
            <a:r>
              <a:rPr lang="en-US" sz="1100" err="1">
                <a:latin typeface="+mj-lt"/>
              </a:rPr>
              <a:t>commodo</a:t>
            </a:r>
            <a:r>
              <a:rPr lang="en-US" sz="1100">
                <a:latin typeface="+mj-lt"/>
              </a:rPr>
              <a:t> vitae ex at, pharetra convallis </a:t>
            </a:r>
            <a:r>
              <a:rPr lang="en-US" sz="1100" err="1">
                <a:latin typeface="+mj-lt"/>
              </a:rPr>
              <a:t>nunc</a:t>
            </a:r>
            <a:r>
              <a:rPr lang="en-US" sz="1100">
                <a:latin typeface="+mj-lt"/>
              </a:rPr>
              <a:t>. In </a:t>
            </a:r>
            <a:r>
              <a:rPr lang="en-US" sz="1100" err="1">
                <a:latin typeface="+mj-lt"/>
              </a:rPr>
              <a:t>vehicula</a:t>
            </a:r>
            <a:r>
              <a:rPr lang="en-US" sz="1100">
                <a:latin typeface="+mj-lt"/>
              </a:rPr>
              <a:t> </a:t>
            </a:r>
            <a:r>
              <a:rPr lang="en-US" sz="1100" err="1">
                <a:latin typeface="+mj-lt"/>
              </a:rPr>
              <a:t>mauris</a:t>
            </a:r>
            <a:r>
              <a:rPr lang="en-US" sz="1100">
                <a:latin typeface="+mj-lt"/>
              </a:rPr>
              <a:t> ligula. </a:t>
            </a:r>
            <a:r>
              <a:rPr lang="en-US" sz="1100" err="1">
                <a:latin typeface="+mj-lt"/>
              </a:rPr>
              <a:t>Suspendisse</a:t>
            </a:r>
            <a:r>
              <a:rPr lang="en-US" sz="1100">
                <a:latin typeface="+mj-lt"/>
              </a:rPr>
              <a:t> in </a:t>
            </a:r>
            <a:r>
              <a:rPr lang="en-US" sz="1100" err="1">
                <a:latin typeface="+mj-lt"/>
              </a:rPr>
              <a:t>tellus</a:t>
            </a:r>
            <a:r>
              <a:rPr lang="en-US" sz="1100">
                <a:latin typeface="+mj-lt"/>
              </a:rPr>
              <a:t> </a:t>
            </a:r>
            <a:r>
              <a:rPr lang="en-US" sz="1100" err="1">
                <a:latin typeface="+mj-lt"/>
              </a:rPr>
              <a:t>congue</a:t>
            </a:r>
            <a:r>
              <a:rPr lang="en-US" sz="1100">
                <a:latin typeface="+mj-lt"/>
              </a:rPr>
              <a:t> </a:t>
            </a:r>
            <a:r>
              <a:rPr lang="en-US" sz="1100" err="1">
                <a:latin typeface="+mj-lt"/>
              </a:rPr>
              <a:t>odio</a:t>
            </a:r>
            <a:r>
              <a:rPr lang="en-US" sz="1100">
                <a:latin typeface="+mj-lt"/>
              </a:rPr>
              <a:t> pharetra </a:t>
            </a:r>
            <a:r>
              <a:rPr lang="en-US" sz="1100" err="1">
                <a:latin typeface="+mj-lt"/>
              </a:rPr>
              <a:t>finibus</a:t>
            </a:r>
            <a:r>
              <a:rPr lang="en-US" sz="1100">
                <a:latin typeface="+mj-lt"/>
              </a:rPr>
              <a:t>. Nam </a:t>
            </a:r>
            <a:r>
              <a:rPr lang="en-US" sz="1100" err="1">
                <a:latin typeface="+mj-lt"/>
              </a:rPr>
              <a:t>vel</a:t>
            </a:r>
            <a:r>
              <a:rPr lang="en-US" sz="1100">
                <a:latin typeface="+mj-lt"/>
              </a:rPr>
              <a:t> </a:t>
            </a:r>
            <a:r>
              <a:rPr lang="en-US" sz="1100" err="1">
                <a:latin typeface="+mj-lt"/>
              </a:rPr>
              <a:t>auctor</a:t>
            </a:r>
            <a:r>
              <a:rPr lang="en-US" sz="1100">
                <a:latin typeface="+mj-lt"/>
              </a:rPr>
              <a:t> </a:t>
            </a:r>
            <a:r>
              <a:rPr lang="en-US" sz="1100" err="1">
                <a:latin typeface="+mj-lt"/>
              </a:rPr>
              <a:t>justo</a:t>
            </a:r>
            <a:r>
              <a:rPr lang="en-US" sz="1100">
                <a:latin typeface="+mj-lt"/>
              </a:rPr>
              <a:t>, vitae </a:t>
            </a:r>
            <a:r>
              <a:rPr lang="en-US" sz="1100" err="1">
                <a:latin typeface="+mj-lt"/>
              </a:rPr>
              <a:t>hendrerit</a:t>
            </a:r>
            <a:r>
              <a:rPr lang="en-US" sz="1100">
                <a:latin typeface="+mj-lt"/>
              </a:rPr>
              <a:t> </a:t>
            </a:r>
            <a:r>
              <a:rPr lang="en-US" sz="1100" err="1">
                <a:latin typeface="+mj-lt"/>
              </a:rPr>
              <a:t>orci</a:t>
            </a:r>
            <a:r>
              <a:rPr lang="en-US" sz="1100">
                <a:latin typeface="+mj-lt"/>
              </a:rPr>
              <a:t>. </a:t>
            </a:r>
            <a:r>
              <a:rPr lang="en-US" sz="1100" err="1">
                <a:latin typeface="+mj-lt"/>
              </a:rPr>
              <a:t>Duis</a:t>
            </a:r>
            <a:r>
              <a:rPr lang="en-US" sz="1100">
                <a:latin typeface="+mj-lt"/>
              </a:rPr>
              <a:t> </a:t>
            </a:r>
            <a:r>
              <a:rPr lang="en-US" sz="1100" err="1">
                <a:latin typeface="+mj-lt"/>
              </a:rPr>
              <a:t>nec</a:t>
            </a:r>
            <a:r>
              <a:rPr lang="en-US" sz="1100">
                <a:latin typeface="+mj-lt"/>
              </a:rPr>
              <a:t> </a:t>
            </a:r>
            <a:r>
              <a:rPr lang="en-US" sz="1100" err="1">
                <a:latin typeface="+mj-lt"/>
              </a:rPr>
              <a:t>sapien</a:t>
            </a:r>
            <a:r>
              <a:rPr lang="en-US" sz="1100">
                <a:latin typeface="+mj-lt"/>
              </a:rPr>
              <a:t> </a:t>
            </a:r>
            <a:r>
              <a:rPr lang="en-US" sz="1100" err="1">
                <a:latin typeface="+mj-lt"/>
              </a:rPr>
              <a:t>viverra</a:t>
            </a:r>
            <a:r>
              <a:rPr lang="en-US" sz="1100">
                <a:latin typeface="+mj-lt"/>
              </a:rPr>
              <a:t>, </a:t>
            </a:r>
            <a:r>
              <a:rPr lang="en-US" sz="1100" err="1">
                <a:latin typeface="+mj-lt"/>
              </a:rPr>
              <a:t>bibendum</a:t>
            </a:r>
            <a:r>
              <a:rPr lang="en-US" sz="1100">
                <a:latin typeface="+mj-lt"/>
              </a:rPr>
              <a:t> </a:t>
            </a:r>
            <a:r>
              <a:rPr lang="en-US" sz="1100" err="1">
                <a:latin typeface="+mj-lt"/>
              </a:rPr>
              <a:t>tellus</a:t>
            </a:r>
            <a:r>
              <a:rPr lang="en-US" sz="1100">
                <a:latin typeface="+mj-lt"/>
              </a:rPr>
              <a:t> </a:t>
            </a:r>
            <a:r>
              <a:rPr lang="en-US" sz="1100" err="1">
                <a:latin typeface="+mj-lt"/>
              </a:rPr>
              <a:t>eget</a:t>
            </a:r>
            <a:r>
              <a:rPr lang="en-US" sz="1100">
                <a:latin typeface="+mj-lt"/>
              </a:rPr>
              <a:t>, </a:t>
            </a:r>
            <a:r>
              <a:rPr lang="en-US" sz="1100" err="1">
                <a:latin typeface="+mj-lt"/>
              </a:rPr>
              <a:t>pellentesque</a:t>
            </a:r>
            <a:r>
              <a:rPr lang="en-US" sz="1100">
                <a:latin typeface="+mj-lt"/>
              </a:rPr>
              <a:t> </a:t>
            </a:r>
            <a:r>
              <a:rPr lang="en-US" sz="1100" err="1">
                <a:latin typeface="+mj-lt"/>
              </a:rPr>
              <a:t>massa</a:t>
            </a:r>
            <a:r>
              <a:rPr lang="en-US" sz="1100">
                <a:latin typeface="+mj-lt"/>
              </a:rPr>
              <a:t>. </a:t>
            </a:r>
            <a:r>
              <a:rPr lang="en-US" sz="1100" err="1">
                <a:latin typeface="+mj-lt"/>
              </a:rPr>
              <a:t>Nulla</a:t>
            </a:r>
            <a:r>
              <a:rPr lang="en-US" sz="1100">
                <a:latin typeface="+mj-lt"/>
              </a:rPr>
              <a:t> </a:t>
            </a:r>
            <a:r>
              <a:rPr lang="en-US" sz="1100" err="1">
                <a:latin typeface="+mj-lt"/>
              </a:rPr>
              <a:t>feugiat</a:t>
            </a:r>
            <a:r>
              <a:rPr lang="en-US" sz="1100">
                <a:latin typeface="+mj-lt"/>
              </a:rPr>
              <a:t>, </a:t>
            </a:r>
            <a:r>
              <a:rPr lang="en-US" sz="1100" err="1">
                <a:latin typeface="+mj-lt"/>
              </a:rPr>
              <a:t>turpis</a:t>
            </a:r>
            <a:r>
              <a:rPr lang="en-US" sz="1100">
                <a:latin typeface="+mj-lt"/>
              </a:rPr>
              <a:t> et </a:t>
            </a:r>
            <a:r>
              <a:rPr lang="en-US" sz="1100" err="1">
                <a:latin typeface="+mj-lt"/>
              </a:rPr>
              <a:t>posuere</a:t>
            </a:r>
            <a:r>
              <a:rPr lang="en-US" sz="1100">
                <a:latin typeface="+mj-lt"/>
              </a:rPr>
              <a:t> </a:t>
            </a:r>
            <a:r>
              <a:rPr lang="en-US" sz="1100" err="1">
                <a:latin typeface="+mj-lt"/>
              </a:rPr>
              <a:t>viverra</a:t>
            </a:r>
            <a:r>
              <a:rPr lang="en-US" sz="1100">
                <a:latin typeface="+mj-lt"/>
              </a:rPr>
              <a:t>, ipsum </a:t>
            </a:r>
            <a:r>
              <a:rPr lang="en-US" sz="1100" err="1">
                <a:latin typeface="+mj-lt"/>
              </a:rPr>
              <a:t>sem</a:t>
            </a:r>
            <a:r>
              <a:rPr lang="en-US" sz="1100">
                <a:latin typeface="+mj-lt"/>
              </a:rPr>
              <a:t> </a:t>
            </a:r>
            <a:r>
              <a:rPr lang="en-US" sz="1100" err="1">
                <a:latin typeface="+mj-lt"/>
              </a:rPr>
              <a:t>tincidunt</a:t>
            </a:r>
            <a:r>
              <a:rPr lang="en-US" sz="1100">
                <a:latin typeface="+mj-lt"/>
              </a:rPr>
              <a:t> </a:t>
            </a:r>
            <a:r>
              <a:rPr lang="en-US" sz="1100" err="1">
                <a:latin typeface="+mj-lt"/>
              </a:rPr>
              <a:t>est</a:t>
            </a:r>
            <a:r>
              <a:rPr lang="en-US" sz="1100">
                <a:latin typeface="+mj-lt"/>
              </a:rPr>
              <a:t>, </a:t>
            </a:r>
            <a:r>
              <a:rPr lang="en-US" sz="1100" err="1">
                <a:latin typeface="+mj-lt"/>
              </a:rPr>
              <a:t>finibus</a:t>
            </a:r>
            <a:r>
              <a:rPr lang="en-US" sz="1100">
                <a:latin typeface="+mj-lt"/>
              </a:rPr>
              <a:t> </a:t>
            </a:r>
            <a:r>
              <a:rPr lang="en-US" sz="1100" err="1">
                <a:latin typeface="+mj-lt"/>
              </a:rPr>
              <a:t>tempor</a:t>
            </a:r>
            <a:r>
              <a:rPr lang="en-US" sz="1100">
                <a:latin typeface="+mj-lt"/>
              </a:rPr>
              <a:t> </a:t>
            </a:r>
            <a:r>
              <a:rPr lang="en-US" sz="1100" err="1">
                <a:latin typeface="+mj-lt"/>
              </a:rPr>
              <a:t>nibh</a:t>
            </a:r>
            <a:r>
              <a:rPr lang="en-US" sz="1100">
                <a:latin typeface="+mj-lt"/>
              </a:rPr>
              <a:t> ante semper diam. </a:t>
            </a:r>
            <a:r>
              <a:rPr lang="en-US" sz="1100" err="1">
                <a:latin typeface="+mj-lt"/>
              </a:rPr>
              <a:t>Nullam</a:t>
            </a:r>
            <a:r>
              <a:rPr lang="en-US" sz="1100">
                <a:latin typeface="+mj-lt"/>
              </a:rPr>
              <a:t> </a:t>
            </a:r>
            <a:r>
              <a:rPr lang="en-US" sz="1100" err="1">
                <a:latin typeface="+mj-lt"/>
              </a:rPr>
              <a:t>quis</a:t>
            </a:r>
            <a:r>
              <a:rPr lang="en-US" sz="1100">
                <a:latin typeface="+mj-lt"/>
              </a:rPr>
              <a:t> </a:t>
            </a:r>
            <a:r>
              <a:rPr lang="en-US" sz="1100" err="1">
                <a:latin typeface="+mj-lt"/>
              </a:rPr>
              <a:t>euismod</a:t>
            </a:r>
            <a:r>
              <a:rPr lang="en-US" sz="1100">
                <a:latin typeface="+mj-lt"/>
              </a:rPr>
              <a:t> </a:t>
            </a:r>
            <a:r>
              <a:rPr lang="en-US" sz="1100" err="1">
                <a:latin typeface="+mj-lt"/>
              </a:rPr>
              <a:t>neque</a:t>
            </a:r>
            <a:r>
              <a:rPr lang="en-US" sz="1100">
                <a:latin typeface="+mj-lt"/>
              </a:rPr>
              <a:t>, </a:t>
            </a:r>
            <a:r>
              <a:rPr lang="en-US" sz="1100" err="1">
                <a:latin typeface="+mj-lt"/>
              </a:rPr>
              <a:t>nec</a:t>
            </a:r>
            <a:r>
              <a:rPr lang="en-US" sz="1100">
                <a:latin typeface="+mj-lt"/>
              </a:rPr>
              <a:t> </a:t>
            </a:r>
            <a:r>
              <a:rPr lang="en-US" sz="1100" err="1">
                <a:latin typeface="+mj-lt"/>
              </a:rPr>
              <a:t>facilisis</a:t>
            </a:r>
            <a:r>
              <a:rPr lang="en-US" sz="1100">
                <a:latin typeface="+mj-lt"/>
              </a:rPr>
              <a:t> sem. </a:t>
            </a:r>
            <a:r>
              <a:rPr lang="en-US" sz="1100" err="1">
                <a:latin typeface="+mj-lt"/>
              </a:rPr>
              <a:t>Morbi</a:t>
            </a:r>
            <a:r>
              <a:rPr lang="en-US" sz="1100">
                <a:latin typeface="+mj-lt"/>
              </a:rPr>
              <a:t> </a:t>
            </a:r>
            <a:r>
              <a:rPr lang="en-US" sz="1100" err="1">
                <a:latin typeface="+mj-lt"/>
              </a:rPr>
              <a:t>egestas</a:t>
            </a:r>
            <a:r>
              <a:rPr lang="en-US" sz="1100">
                <a:latin typeface="+mj-lt"/>
              </a:rPr>
              <a:t> </a:t>
            </a:r>
            <a:r>
              <a:rPr lang="en-US" sz="1100" err="1">
                <a:latin typeface="+mj-lt"/>
              </a:rPr>
              <a:t>iaculis</a:t>
            </a:r>
            <a:r>
              <a:rPr lang="en-US" sz="1100">
                <a:latin typeface="+mj-lt"/>
              </a:rPr>
              <a:t> </a:t>
            </a:r>
            <a:r>
              <a:rPr lang="en-US" sz="1100" err="1">
                <a:latin typeface="+mj-lt"/>
              </a:rPr>
              <a:t>dignissim</a:t>
            </a:r>
            <a:r>
              <a:rPr lang="en-US" sz="1100">
                <a:latin typeface="+mj-lt"/>
              </a:rPr>
              <a:t>. In </a:t>
            </a:r>
            <a:r>
              <a:rPr lang="en-US" sz="1100" err="1">
                <a:latin typeface="+mj-lt"/>
              </a:rPr>
              <a:t>accumsan</a:t>
            </a:r>
            <a:r>
              <a:rPr lang="en-US" sz="1100">
                <a:latin typeface="+mj-lt"/>
              </a:rPr>
              <a:t> </a:t>
            </a:r>
            <a:r>
              <a:rPr lang="en-US" sz="1100" err="1">
                <a:latin typeface="+mj-lt"/>
              </a:rPr>
              <a:t>tortor</a:t>
            </a:r>
            <a:r>
              <a:rPr lang="en-US" sz="1100">
                <a:latin typeface="+mj-lt"/>
              </a:rPr>
              <a:t> </a:t>
            </a:r>
            <a:r>
              <a:rPr lang="en-US" sz="1100" err="1">
                <a:latin typeface="+mj-lt"/>
              </a:rPr>
              <a:t>elit</a:t>
            </a:r>
            <a:r>
              <a:rPr lang="en-US" sz="1100">
                <a:latin typeface="+mj-lt"/>
              </a:rPr>
              <a:t>, non </a:t>
            </a:r>
            <a:r>
              <a:rPr lang="en-US" sz="1100" err="1">
                <a:latin typeface="+mj-lt"/>
              </a:rPr>
              <a:t>euismod</a:t>
            </a:r>
            <a:r>
              <a:rPr lang="en-US" sz="1100">
                <a:latin typeface="+mj-lt"/>
              </a:rPr>
              <a:t> </a:t>
            </a:r>
            <a:r>
              <a:rPr lang="en-US" sz="1100" err="1">
                <a:latin typeface="+mj-lt"/>
              </a:rPr>
              <a:t>eros</a:t>
            </a:r>
            <a:r>
              <a:rPr lang="en-US" sz="1100">
                <a:latin typeface="+mj-lt"/>
              </a:rPr>
              <a:t> </a:t>
            </a:r>
            <a:r>
              <a:rPr lang="en-US" sz="1100" err="1">
                <a:latin typeface="+mj-lt"/>
              </a:rPr>
              <a:t>accumsan</a:t>
            </a:r>
            <a:r>
              <a:rPr lang="en-US" sz="1100">
                <a:latin typeface="+mj-lt"/>
              </a:rPr>
              <a:t> ac. </a:t>
            </a:r>
            <a:r>
              <a:rPr lang="en-US" sz="1100" err="1">
                <a:latin typeface="+mj-lt"/>
              </a:rPr>
              <a:t>Sed</a:t>
            </a:r>
            <a:r>
              <a:rPr lang="en-US" sz="1100">
                <a:latin typeface="+mj-lt"/>
              </a:rPr>
              <a:t> </a:t>
            </a:r>
            <a:r>
              <a:rPr lang="en-US" sz="1100" err="1">
                <a:latin typeface="+mj-lt"/>
              </a:rPr>
              <a:t>ultrices</a:t>
            </a:r>
            <a:r>
              <a:rPr lang="en-US" sz="1100">
                <a:latin typeface="+mj-lt"/>
              </a:rPr>
              <a:t> mi lorem, </a:t>
            </a:r>
            <a:r>
              <a:rPr lang="en-US" sz="1100" err="1">
                <a:latin typeface="+mj-lt"/>
              </a:rPr>
              <a:t>ut</a:t>
            </a:r>
            <a:r>
              <a:rPr lang="en-US" sz="1100">
                <a:latin typeface="+mj-lt"/>
              </a:rPr>
              <a:t> </a:t>
            </a:r>
            <a:r>
              <a:rPr lang="en-US" sz="1100" err="1">
                <a:latin typeface="+mj-lt"/>
              </a:rPr>
              <a:t>dignissim</a:t>
            </a:r>
            <a:r>
              <a:rPr lang="en-US" sz="1100">
                <a:latin typeface="+mj-lt"/>
              </a:rPr>
              <a:t> </a:t>
            </a:r>
            <a:r>
              <a:rPr lang="en-US" sz="1100" err="1">
                <a:latin typeface="+mj-lt"/>
              </a:rPr>
              <a:t>nibh</a:t>
            </a:r>
            <a:r>
              <a:rPr lang="en-US" sz="1100">
                <a:latin typeface="+mj-lt"/>
              </a:rPr>
              <a:t> </a:t>
            </a:r>
            <a:r>
              <a:rPr lang="en-US" sz="1100" err="1">
                <a:latin typeface="+mj-lt"/>
              </a:rPr>
              <a:t>facilisis</a:t>
            </a:r>
            <a:r>
              <a:rPr lang="en-US" sz="1100">
                <a:latin typeface="+mj-lt"/>
              </a:rPr>
              <a:t> vel.</a:t>
            </a:r>
          </a:p>
        </p:txBody>
      </p:sp>
      <p:sp>
        <p:nvSpPr>
          <p:cNvPr id="5" name="Text Placeholder 4"/>
          <p:cNvSpPr>
            <a:spLocks noGrp="1"/>
          </p:cNvSpPr>
          <p:nvPr>
            <p:ph type="body" sz="quarter" idx="11" hasCustomPrompt="1"/>
          </p:nvPr>
        </p:nvSpPr>
        <p:spPr>
          <a:xfrm>
            <a:off x="357188" y="1079500"/>
            <a:ext cx="8429625" cy="342900"/>
          </a:xfrm>
        </p:spPr>
        <p:txBody>
          <a:bodyPr wrap="none" bIns="0">
            <a:noAutofit/>
          </a:bodyPr>
          <a:lstStyle>
            <a:lvl1pPr marL="0" indent="0">
              <a:spcBef>
                <a:spcPts val="288"/>
              </a:spcBef>
              <a:buNone/>
              <a:defRPr sz="1200" b="1" i="0" cap="all" spc="200" baseline="0">
                <a:solidFill>
                  <a:schemeClr val="accent2"/>
                </a:solidFill>
              </a:defRPr>
            </a:lvl1pPr>
          </a:lstStyle>
          <a:p>
            <a:pPr lvl="0"/>
            <a:r>
              <a:rPr lang="en-US"/>
              <a:t>Highlight goes here</a:t>
            </a:r>
          </a:p>
        </p:txBody>
      </p:sp>
      <p:cxnSp>
        <p:nvCxnSpPr>
          <p:cNvPr id="6" name="Straight Connector 5"/>
          <p:cNvCxnSpPr/>
          <p:nvPr/>
        </p:nvCxnSpPr>
        <p:spPr>
          <a:xfrm>
            <a:off x="294410" y="716437"/>
            <a:ext cx="8555182"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8" name="Slide Number Placeholder 1"/>
          <p:cNvSpPr>
            <a:spLocks noGrp="1"/>
          </p:cNvSpPr>
          <p:nvPr>
            <p:ph type="sldNum" sz="quarter" idx="4"/>
          </p:nvPr>
        </p:nvSpPr>
        <p:spPr>
          <a:xfrm>
            <a:off x="7413442" y="4826640"/>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pPr defTabSz="685783"/>
            <a:fld id="{3A707DD9-E92B-45E8-BE0A-E6B2EDF345EB}" type="slidenum">
              <a:rPr lang="en-US" smtClean="0"/>
              <a:pPr defTabSz="685783"/>
              <a:t>‹#›</a:t>
            </a:fld>
            <a:endParaRPr lang="en-US"/>
          </a:p>
        </p:txBody>
      </p:sp>
    </p:spTree>
    <p:extLst>
      <p:ext uri="{BB962C8B-B14F-4D97-AF65-F5344CB8AC3E}">
        <p14:creationId xmlns:p14="http://schemas.microsoft.com/office/powerpoint/2010/main" val="406690691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Please Add Slide Headline Here</a:t>
            </a:r>
          </a:p>
        </p:txBody>
      </p:sp>
      <p:sp>
        <p:nvSpPr>
          <p:cNvPr id="6" name="Content Placeholder 5"/>
          <p:cNvSpPr>
            <a:spLocks noGrp="1"/>
          </p:cNvSpPr>
          <p:nvPr>
            <p:ph sz="quarter" idx="10" hasCustomPrompt="1"/>
          </p:nvPr>
        </p:nvSpPr>
        <p:spPr>
          <a:xfrm>
            <a:off x="357188" y="1079500"/>
            <a:ext cx="8429625" cy="3397250"/>
          </a:xfrm>
        </p:spPr>
        <p:txBody>
          <a:bodyPr/>
          <a:lstStyle>
            <a:lvl1pPr marL="171446" marR="0" indent="-171446" algn="l" defTabSz="914378" rtl="0" eaLnBrk="1" fontAlgn="auto" latinLnBrk="0" hangingPunct="1">
              <a:lnSpc>
                <a:spcPts val="1600"/>
              </a:lnSpc>
              <a:spcBef>
                <a:spcPts val="264"/>
              </a:spcBef>
              <a:spcAft>
                <a:spcPts val="300"/>
              </a:spcAft>
              <a:buClrTx/>
              <a:buSzTx/>
              <a:buFont typeface="Arial" panose="020B0604020202020204" pitchFamily="34" charset="0"/>
              <a:buChar char="•"/>
              <a:tabLst/>
              <a:defRPr>
                <a:latin typeface="+mj-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 </a:t>
            </a:r>
            <a:br>
              <a:rPr lang="en-US"/>
            </a:br>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r>
              <a:rPr lang="en-US" err="1"/>
              <a:t>Aliquam</a:t>
            </a:r>
            <a:r>
              <a:rPr lang="en-US"/>
              <a:t> sit </a:t>
            </a:r>
            <a:r>
              <a:rPr lang="en-US" err="1"/>
              <a:t>amet</a:t>
            </a:r>
            <a:r>
              <a:rPr lang="en-US"/>
              <a:t> </a:t>
            </a:r>
            <a:r>
              <a:rPr lang="en-US" err="1"/>
              <a:t>leo</a:t>
            </a:r>
            <a:r>
              <a:rPr lang="en-US"/>
              <a:t> semper, </a:t>
            </a:r>
            <a:r>
              <a:rPr lang="en-US" err="1"/>
              <a:t>tincidunt</a:t>
            </a:r>
            <a:r>
              <a:rPr lang="en-US"/>
              <a:t> dolor a, </a:t>
            </a:r>
            <a:r>
              <a:rPr lang="en-US" err="1"/>
              <a:t>lobortis</a:t>
            </a:r>
            <a:r>
              <a:rPr lang="en-US"/>
              <a:t> </a:t>
            </a:r>
            <a:r>
              <a:rPr lang="en-US" err="1"/>
              <a:t>elit</a:t>
            </a:r>
            <a:r>
              <a:rPr lang="en-US"/>
              <a:t>. </a:t>
            </a:r>
            <a:r>
              <a:rPr lang="en-US" err="1"/>
              <a:t>Nulla</a:t>
            </a:r>
            <a:r>
              <a:rPr lang="en-US"/>
              <a:t> ipsum dolor, </a:t>
            </a:r>
            <a:r>
              <a:rPr lang="en-US" err="1"/>
              <a:t>condimentum</a:t>
            </a:r>
            <a:r>
              <a:rPr lang="en-US"/>
              <a:t> </a:t>
            </a:r>
            <a:br>
              <a:rPr lang="en-US"/>
            </a:br>
            <a:r>
              <a:rPr lang="en-US"/>
              <a:t>at nisi et, </a:t>
            </a:r>
            <a:r>
              <a:rPr lang="en-US" err="1"/>
              <a:t>varius</a:t>
            </a:r>
            <a:r>
              <a:rPr lang="en-US"/>
              <a:t> </a:t>
            </a:r>
            <a:r>
              <a:rPr lang="en-US" err="1"/>
              <a:t>lobortis</a:t>
            </a:r>
            <a:r>
              <a:rPr lang="en-US"/>
              <a:t> </a:t>
            </a:r>
            <a:r>
              <a:rPr lang="en-US" err="1"/>
              <a:t>lectus</a:t>
            </a:r>
            <a:r>
              <a:rPr lang="en-US"/>
              <a:t>. </a:t>
            </a:r>
            <a:r>
              <a:rPr lang="en-US" err="1"/>
              <a:t>Fusce</a:t>
            </a:r>
            <a:r>
              <a:rPr lang="en-US"/>
              <a:t> </a:t>
            </a:r>
            <a:r>
              <a:rPr lang="en-US" err="1"/>
              <a:t>fermentum</a:t>
            </a:r>
            <a:r>
              <a:rPr lang="en-US"/>
              <a:t> </a:t>
            </a:r>
            <a:r>
              <a:rPr lang="en-US" err="1"/>
              <a:t>bibendum</a:t>
            </a:r>
            <a:r>
              <a:rPr lang="en-US"/>
              <a:t> </a:t>
            </a:r>
            <a:r>
              <a:rPr lang="en-US" err="1"/>
              <a:t>varius</a:t>
            </a:r>
            <a:r>
              <a:rPr lang="en-US"/>
              <a:t>. </a:t>
            </a: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r>
              <a:rPr lang="en-US"/>
              <a:t> </a:t>
            </a:r>
            <a:br>
              <a:rPr lang="en-US"/>
            </a:br>
            <a:r>
              <a:rPr lang="en-US"/>
              <a:t>fames ac </a:t>
            </a:r>
            <a:r>
              <a:rPr lang="en-US" err="1"/>
              <a:t>turpis</a:t>
            </a:r>
            <a:r>
              <a:rPr lang="en-US"/>
              <a:t> </a:t>
            </a:r>
            <a:r>
              <a:rPr lang="en-US" err="1"/>
              <a:t>egestas</a:t>
            </a:r>
            <a:r>
              <a:rPr lang="en-US"/>
              <a:t>.</a:t>
            </a:r>
          </a:p>
          <a:p>
            <a:pPr marL="171446" marR="0" lvl="0" indent="-171446" algn="l" defTabSz="914378" rtl="0" eaLnBrk="1" fontAlgn="auto" latinLnBrk="0" hangingPunct="1">
              <a:lnSpc>
                <a:spcPts val="1600"/>
              </a:lnSpc>
              <a:spcBef>
                <a:spcPts val="264"/>
              </a:spcBef>
              <a:spcAft>
                <a:spcPts val="300"/>
              </a:spcAft>
              <a:buClrTx/>
              <a:buSzTx/>
              <a:tabLst/>
              <a:defRPr/>
            </a:pPr>
            <a:r>
              <a:rPr lang="en-US" sz="1100">
                <a:latin typeface="+mj-lt"/>
              </a:rPr>
              <a:t>In </a:t>
            </a:r>
            <a:r>
              <a:rPr lang="en-US" sz="1100" err="1">
                <a:latin typeface="+mj-lt"/>
              </a:rPr>
              <a:t>egestas</a:t>
            </a:r>
            <a:r>
              <a:rPr lang="en-US" sz="1100">
                <a:latin typeface="+mj-lt"/>
              </a:rPr>
              <a:t> </a:t>
            </a:r>
            <a:r>
              <a:rPr lang="en-US" sz="1100" err="1">
                <a:latin typeface="+mj-lt"/>
              </a:rPr>
              <a:t>orci</a:t>
            </a:r>
            <a:r>
              <a:rPr lang="en-US" sz="1100">
                <a:latin typeface="+mj-lt"/>
              </a:rPr>
              <a:t> </a:t>
            </a:r>
            <a:r>
              <a:rPr lang="en-US" sz="1100" err="1">
                <a:latin typeface="+mj-lt"/>
              </a:rPr>
              <a:t>eu</a:t>
            </a:r>
            <a:r>
              <a:rPr lang="en-US" sz="1100">
                <a:latin typeface="+mj-lt"/>
              </a:rPr>
              <a:t> </a:t>
            </a:r>
            <a:r>
              <a:rPr lang="en-US" sz="1100" err="1">
                <a:latin typeface="+mj-lt"/>
              </a:rPr>
              <a:t>lacinia</a:t>
            </a:r>
            <a:r>
              <a:rPr lang="en-US" sz="1100">
                <a:latin typeface="+mj-lt"/>
              </a:rPr>
              <a:t> </a:t>
            </a:r>
            <a:r>
              <a:rPr lang="en-US" sz="1100" err="1">
                <a:latin typeface="+mj-lt"/>
              </a:rPr>
              <a:t>consectetur</a:t>
            </a:r>
            <a:r>
              <a:rPr lang="en-US" sz="1100">
                <a:latin typeface="+mj-lt"/>
              </a:rPr>
              <a:t>. In dolor ipsum, gravida et </a:t>
            </a:r>
            <a:r>
              <a:rPr lang="en-US" sz="1100" err="1">
                <a:latin typeface="+mj-lt"/>
              </a:rPr>
              <a:t>sagittis</a:t>
            </a:r>
            <a:r>
              <a:rPr lang="en-US" sz="1100">
                <a:latin typeface="+mj-lt"/>
              </a:rPr>
              <a:t> id, </a:t>
            </a:r>
            <a:r>
              <a:rPr lang="en-US" sz="1100" err="1">
                <a:latin typeface="+mj-lt"/>
              </a:rPr>
              <a:t>sollicitudin</a:t>
            </a:r>
            <a:r>
              <a:rPr lang="en-US" sz="1100">
                <a:latin typeface="+mj-lt"/>
              </a:rPr>
              <a:t> </a:t>
            </a:r>
            <a:r>
              <a:rPr lang="en-US" sz="1100" err="1">
                <a:latin typeface="+mj-lt"/>
              </a:rPr>
              <a:t>ut</a:t>
            </a:r>
            <a:r>
              <a:rPr lang="en-US" sz="1100">
                <a:latin typeface="+mj-lt"/>
              </a:rPr>
              <a:t> </a:t>
            </a:r>
            <a:r>
              <a:rPr lang="en-US" sz="1100" err="1">
                <a:latin typeface="+mj-lt"/>
              </a:rPr>
              <a:t>nisl</a:t>
            </a:r>
            <a:r>
              <a:rPr lang="en-US" sz="1100">
                <a:latin typeface="+mj-lt"/>
              </a:rPr>
              <a:t>. </a:t>
            </a:r>
            <a:r>
              <a:rPr lang="en-US" sz="1100" err="1">
                <a:latin typeface="+mj-lt"/>
              </a:rPr>
              <a:t>Praesent</a:t>
            </a:r>
            <a:r>
              <a:rPr lang="en-US" sz="1100">
                <a:latin typeface="+mj-lt"/>
              </a:rPr>
              <a:t> </a:t>
            </a:r>
            <a:r>
              <a:rPr lang="en-US" sz="1100" err="1">
                <a:latin typeface="+mj-lt"/>
              </a:rPr>
              <a:t>bibendum</a:t>
            </a:r>
            <a:r>
              <a:rPr lang="en-US" sz="1100">
                <a:latin typeface="+mj-lt"/>
              </a:rPr>
              <a:t> tempus </a:t>
            </a:r>
            <a:r>
              <a:rPr lang="en-US" sz="1100" err="1">
                <a:latin typeface="+mj-lt"/>
              </a:rPr>
              <a:t>tellus</a:t>
            </a:r>
            <a:r>
              <a:rPr lang="en-US" sz="1100">
                <a:latin typeface="+mj-lt"/>
              </a:rPr>
              <a:t> </a:t>
            </a:r>
            <a:r>
              <a:rPr lang="en-US" sz="1100" err="1">
                <a:latin typeface="+mj-lt"/>
              </a:rPr>
              <a:t>nec</a:t>
            </a:r>
            <a:r>
              <a:rPr lang="en-US" sz="1100">
                <a:latin typeface="+mj-lt"/>
              </a:rPr>
              <a:t> </a:t>
            </a:r>
            <a:r>
              <a:rPr lang="en-US" sz="1100" err="1">
                <a:latin typeface="+mj-lt"/>
              </a:rPr>
              <a:t>hendrerit</a:t>
            </a:r>
            <a:r>
              <a:rPr lang="en-US" sz="1100">
                <a:latin typeface="+mj-lt"/>
              </a:rPr>
              <a:t>. Nam in </a:t>
            </a:r>
            <a:r>
              <a:rPr lang="en-US" sz="1100" err="1">
                <a:latin typeface="+mj-lt"/>
              </a:rPr>
              <a:t>tempor</a:t>
            </a:r>
            <a:r>
              <a:rPr lang="en-US" sz="1100">
                <a:latin typeface="+mj-lt"/>
              </a:rPr>
              <a:t> </a:t>
            </a:r>
            <a:r>
              <a:rPr lang="en-US" sz="1100" err="1">
                <a:latin typeface="+mj-lt"/>
              </a:rPr>
              <a:t>metus</a:t>
            </a:r>
            <a:r>
              <a:rPr lang="en-US" sz="1100">
                <a:latin typeface="+mj-lt"/>
              </a:rPr>
              <a:t>, ac </a:t>
            </a:r>
            <a:r>
              <a:rPr lang="en-US" sz="1100" err="1">
                <a:latin typeface="+mj-lt"/>
              </a:rPr>
              <a:t>finibus</a:t>
            </a:r>
            <a:r>
              <a:rPr lang="en-US" sz="1100">
                <a:latin typeface="+mj-lt"/>
              </a:rPr>
              <a:t> </a:t>
            </a:r>
            <a:r>
              <a:rPr lang="en-US" sz="1100" err="1">
                <a:latin typeface="+mj-lt"/>
              </a:rPr>
              <a:t>purus</a:t>
            </a:r>
            <a:r>
              <a:rPr lang="en-US" sz="1100">
                <a:latin typeface="+mj-lt"/>
              </a:rPr>
              <a:t>. </a:t>
            </a:r>
            <a:r>
              <a:rPr lang="en-US" sz="1100" err="1">
                <a:latin typeface="+mj-lt"/>
              </a:rPr>
              <a:t>Praesent</a:t>
            </a:r>
            <a:r>
              <a:rPr lang="en-US" sz="1100">
                <a:latin typeface="+mj-lt"/>
              </a:rPr>
              <a:t> </a:t>
            </a:r>
            <a:r>
              <a:rPr lang="en-US" sz="1100" err="1">
                <a:latin typeface="+mj-lt"/>
              </a:rPr>
              <a:t>consequat</a:t>
            </a:r>
            <a:r>
              <a:rPr lang="en-US" sz="1100">
                <a:latin typeface="+mj-lt"/>
              </a:rPr>
              <a:t> </a:t>
            </a:r>
            <a:r>
              <a:rPr lang="en-US" sz="1100" err="1">
                <a:latin typeface="+mj-lt"/>
              </a:rPr>
              <a:t>lectus</a:t>
            </a:r>
            <a:r>
              <a:rPr lang="en-US" sz="1100">
                <a:latin typeface="+mj-lt"/>
              </a:rPr>
              <a:t> sit </a:t>
            </a:r>
            <a:r>
              <a:rPr lang="en-US" sz="1100" err="1">
                <a:latin typeface="+mj-lt"/>
              </a:rPr>
              <a:t>amet</a:t>
            </a:r>
            <a:r>
              <a:rPr lang="en-US" sz="1100">
                <a:latin typeface="+mj-lt"/>
              </a:rPr>
              <a:t> </a:t>
            </a:r>
            <a:r>
              <a:rPr lang="en-US" sz="1100" err="1">
                <a:latin typeface="+mj-lt"/>
              </a:rPr>
              <a:t>tortor</a:t>
            </a:r>
            <a:r>
              <a:rPr lang="en-US" sz="1100">
                <a:latin typeface="+mj-lt"/>
              </a:rPr>
              <a:t> pharetra, </a:t>
            </a:r>
            <a:r>
              <a:rPr lang="en-US" sz="1100" err="1">
                <a:latin typeface="+mj-lt"/>
              </a:rPr>
              <a:t>sed</a:t>
            </a:r>
            <a:r>
              <a:rPr lang="en-US" sz="1100">
                <a:latin typeface="+mj-lt"/>
              </a:rPr>
              <a:t> </a:t>
            </a:r>
            <a:r>
              <a:rPr lang="en-US" sz="1100" err="1">
                <a:latin typeface="+mj-lt"/>
              </a:rPr>
              <a:t>venenatis</a:t>
            </a:r>
            <a:r>
              <a:rPr lang="en-US" sz="1100">
                <a:latin typeface="+mj-lt"/>
              </a:rPr>
              <a:t> </a:t>
            </a:r>
            <a:r>
              <a:rPr lang="en-US" sz="1100" err="1">
                <a:latin typeface="+mj-lt"/>
              </a:rPr>
              <a:t>eros</a:t>
            </a:r>
            <a:r>
              <a:rPr lang="en-US" sz="1100">
                <a:latin typeface="+mj-lt"/>
              </a:rPr>
              <a:t> </a:t>
            </a:r>
            <a:r>
              <a:rPr lang="en-US" sz="1100" err="1">
                <a:latin typeface="+mj-lt"/>
              </a:rPr>
              <a:t>lacinia</a:t>
            </a:r>
            <a:r>
              <a:rPr lang="en-US" sz="1100">
                <a:latin typeface="+mj-lt"/>
              </a:rPr>
              <a:t>. In </a:t>
            </a:r>
            <a:r>
              <a:rPr lang="en-US" sz="1100" err="1">
                <a:latin typeface="+mj-lt"/>
              </a:rPr>
              <a:t>sed</a:t>
            </a:r>
            <a:r>
              <a:rPr lang="en-US" sz="1100">
                <a:latin typeface="+mj-lt"/>
              </a:rPr>
              <a:t> </a:t>
            </a:r>
            <a:r>
              <a:rPr lang="en-US" sz="1100" err="1">
                <a:latin typeface="+mj-lt"/>
              </a:rPr>
              <a:t>erat</a:t>
            </a:r>
            <a:r>
              <a:rPr lang="en-US" sz="1100">
                <a:latin typeface="+mj-lt"/>
              </a:rPr>
              <a:t> libero. </a:t>
            </a:r>
            <a:r>
              <a:rPr lang="en-US" sz="1100" err="1">
                <a:latin typeface="+mj-lt"/>
              </a:rPr>
              <a:t>Sed</a:t>
            </a:r>
            <a:r>
              <a:rPr lang="en-US" sz="1100">
                <a:latin typeface="+mj-lt"/>
              </a:rPr>
              <a:t> lorem </a:t>
            </a:r>
            <a:r>
              <a:rPr lang="en-US" sz="1100" err="1">
                <a:latin typeface="+mj-lt"/>
              </a:rPr>
              <a:t>neque</a:t>
            </a:r>
            <a:r>
              <a:rPr lang="en-US" sz="1100">
                <a:latin typeface="+mj-lt"/>
              </a:rPr>
              <a:t>, </a:t>
            </a:r>
            <a:r>
              <a:rPr lang="en-US" sz="1100" err="1">
                <a:latin typeface="+mj-lt"/>
              </a:rPr>
              <a:t>commodo</a:t>
            </a:r>
            <a:r>
              <a:rPr lang="en-US" sz="1100">
                <a:latin typeface="+mj-lt"/>
              </a:rPr>
              <a:t> vitae ex at, pharetra convallis </a:t>
            </a:r>
            <a:r>
              <a:rPr lang="en-US" sz="1100" err="1">
                <a:latin typeface="+mj-lt"/>
              </a:rPr>
              <a:t>nunc</a:t>
            </a:r>
            <a:r>
              <a:rPr lang="en-US" sz="1100">
                <a:latin typeface="+mj-lt"/>
              </a:rPr>
              <a:t>. In </a:t>
            </a:r>
            <a:r>
              <a:rPr lang="en-US" sz="1100" err="1">
                <a:latin typeface="+mj-lt"/>
              </a:rPr>
              <a:t>vehicula</a:t>
            </a:r>
            <a:r>
              <a:rPr lang="en-US" sz="1100">
                <a:latin typeface="+mj-lt"/>
              </a:rPr>
              <a:t> </a:t>
            </a:r>
            <a:r>
              <a:rPr lang="en-US" sz="1100" err="1">
                <a:latin typeface="+mj-lt"/>
              </a:rPr>
              <a:t>mauris</a:t>
            </a:r>
            <a:r>
              <a:rPr lang="en-US" sz="1100">
                <a:latin typeface="+mj-lt"/>
              </a:rPr>
              <a:t> ligula. </a:t>
            </a:r>
            <a:r>
              <a:rPr lang="en-US" sz="1100" err="1">
                <a:latin typeface="+mj-lt"/>
              </a:rPr>
              <a:t>Suspendisse</a:t>
            </a:r>
            <a:r>
              <a:rPr lang="en-US" sz="1100">
                <a:latin typeface="+mj-lt"/>
              </a:rPr>
              <a:t> in </a:t>
            </a:r>
            <a:r>
              <a:rPr lang="en-US" sz="1100" err="1">
                <a:latin typeface="+mj-lt"/>
              </a:rPr>
              <a:t>tellus</a:t>
            </a:r>
            <a:r>
              <a:rPr lang="en-US" sz="1100">
                <a:latin typeface="+mj-lt"/>
              </a:rPr>
              <a:t> </a:t>
            </a:r>
            <a:r>
              <a:rPr lang="en-US" sz="1100" err="1">
                <a:latin typeface="+mj-lt"/>
              </a:rPr>
              <a:t>congue</a:t>
            </a:r>
            <a:r>
              <a:rPr lang="en-US" sz="1100">
                <a:latin typeface="+mj-lt"/>
              </a:rPr>
              <a:t> </a:t>
            </a:r>
            <a:r>
              <a:rPr lang="en-US" sz="1100" err="1">
                <a:latin typeface="+mj-lt"/>
              </a:rPr>
              <a:t>odio</a:t>
            </a:r>
            <a:r>
              <a:rPr lang="en-US" sz="1100">
                <a:latin typeface="+mj-lt"/>
              </a:rPr>
              <a:t> pharetra </a:t>
            </a:r>
            <a:r>
              <a:rPr lang="en-US" sz="1100" err="1">
                <a:latin typeface="+mj-lt"/>
              </a:rPr>
              <a:t>finibus</a:t>
            </a:r>
            <a:r>
              <a:rPr lang="en-US" sz="1100">
                <a:latin typeface="+mj-lt"/>
              </a:rPr>
              <a:t>. Nam </a:t>
            </a:r>
            <a:r>
              <a:rPr lang="en-US" sz="1100" err="1">
                <a:latin typeface="+mj-lt"/>
              </a:rPr>
              <a:t>vel</a:t>
            </a:r>
            <a:r>
              <a:rPr lang="en-US" sz="1100">
                <a:latin typeface="+mj-lt"/>
              </a:rPr>
              <a:t> </a:t>
            </a:r>
            <a:r>
              <a:rPr lang="en-US" sz="1100" err="1">
                <a:latin typeface="+mj-lt"/>
              </a:rPr>
              <a:t>auctor</a:t>
            </a:r>
            <a:r>
              <a:rPr lang="en-US" sz="1100">
                <a:latin typeface="+mj-lt"/>
              </a:rPr>
              <a:t> </a:t>
            </a:r>
            <a:r>
              <a:rPr lang="en-US" sz="1100" err="1">
                <a:latin typeface="+mj-lt"/>
              </a:rPr>
              <a:t>justo</a:t>
            </a:r>
            <a:r>
              <a:rPr lang="en-US" sz="1100">
                <a:latin typeface="+mj-lt"/>
              </a:rPr>
              <a:t>, vitae </a:t>
            </a:r>
            <a:r>
              <a:rPr lang="en-US" sz="1100" err="1">
                <a:latin typeface="+mj-lt"/>
              </a:rPr>
              <a:t>hendrerit</a:t>
            </a:r>
            <a:r>
              <a:rPr lang="en-US" sz="1100">
                <a:latin typeface="+mj-lt"/>
              </a:rPr>
              <a:t> </a:t>
            </a:r>
            <a:r>
              <a:rPr lang="en-US" sz="1100" err="1">
                <a:latin typeface="+mj-lt"/>
              </a:rPr>
              <a:t>orci</a:t>
            </a:r>
            <a:r>
              <a:rPr lang="en-US" sz="1100">
                <a:latin typeface="+mj-lt"/>
              </a:rPr>
              <a:t>. </a:t>
            </a:r>
            <a:r>
              <a:rPr lang="en-US" sz="1100" err="1">
                <a:latin typeface="+mj-lt"/>
              </a:rPr>
              <a:t>Duis</a:t>
            </a:r>
            <a:r>
              <a:rPr lang="en-US" sz="1100">
                <a:latin typeface="+mj-lt"/>
              </a:rPr>
              <a:t> </a:t>
            </a:r>
            <a:r>
              <a:rPr lang="en-US" sz="1100" err="1">
                <a:latin typeface="+mj-lt"/>
              </a:rPr>
              <a:t>nec</a:t>
            </a:r>
            <a:r>
              <a:rPr lang="en-US" sz="1100">
                <a:latin typeface="+mj-lt"/>
              </a:rPr>
              <a:t> </a:t>
            </a:r>
            <a:r>
              <a:rPr lang="en-US" sz="1100" err="1">
                <a:latin typeface="+mj-lt"/>
              </a:rPr>
              <a:t>sapien</a:t>
            </a:r>
            <a:r>
              <a:rPr lang="en-US" sz="1100">
                <a:latin typeface="+mj-lt"/>
              </a:rPr>
              <a:t> </a:t>
            </a:r>
            <a:r>
              <a:rPr lang="en-US" sz="1100" err="1">
                <a:latin typeface="+mj-lt"/>
              </a:rPr>
              <a:t>viverra</a:t>
            </a:r>
            <a:r>
              <a:rPr lang="en-US" sz="1100">
                <a:latin typeface="+mj-lt"/>
              </a:rPr>
              <a:t>, </a:t>
            </a:r>
            <a:r>
              <a:rPr lang="en-US" sz="1100" err="1">
                <a:latin typeface="+mj-lt"/>
              </a:rPr>
              <a:t>bibendum</a:t>
            </a:r>
            <a:r>
              <a:rPr lang="en-US" sz="1100">
                <a:latin typeface="+mj-lt"/>
              </a:rPr>
              <a:t> </a:t>
            </a:r>
            <a:r>
              <a:rPr lang="en-US" sz="1100" err="1">
                <a:latin typeface="+mj-lt"/>
              </a:rPr>
              <a:t>tellus</a:t>
            </a:r>
            <a:r>
              <a:rPr lang="en-US" sz="1100">
                <a:latin typeface="+mj-lt"/>
              </a:rPr>
              <a:t> </a:t>
            </a:r>
            <a:r>
              <a:rPr lang="en-US" sz="1100" err="1">
                <a:latin typeface="+mj-lt"/>
              </a:rPr>
              <a:t>eget</a:t>
            </a:r>
            <a:r>
              <a:rPr lang="en-US" sz="1100">
                <a:latin typeface="+mj-lt"/>
              </a:rPr>
              <a:t>, </a:t>
            </a:r>
            <a:r>
              <a:rPr lang="en-US" sz="1100" err="1">
                <a:latin typeface="+mj-lt"/>
              </a:rPr>
              <a:t>pellentesque</a:t>
            </a:r>
            <a:r>
              <a:rPr lang="en-US" sz="1100">
                <a:latin typeface="+mj-lt"/>
              </a:rPr>
              <a:t> </a:t>
            </a:r>
            <a:r>
              <a:rPr lang="en-US" sz="1100" err="1">
                <a:latin typeface="+mj-lt"/>
              </a:rPr>
              <a:t>massa</a:t>
            </a:r>
            <a:r>
              <a:rPr lang="en-US" sz="1100">
                <a:latin typeface="+mj-lt"/>
              </a:rPr>
              <a:t>. </a:t>
            </a:r>
            <a:r>
              <a:rPr lang="en-US" sz="1100" err="1">
                <a:latin typeface="+mj-lt"/>
              </a:rPr>
              <a:t>Nulla</a:t>
            </a:r>
            <a:r>
              <a:rPr lang="en-US" sz="1100">
                <a:latin typeface="+mj-lt"/>
              </a:rPr>
              <a:t> </a:t>
            </a:r>
            <a:r>
              <a:rPr lang="en-US" sz="1100" err="1">
                <a:latin typeface="+mj-lt"/>
              </a:rPr>
              <a:t>feugiat</a:t>
            </a:r>
            <a:r>
              <a:rPr lang="en-US" sz="1100">
                <a:latin typeface="+mj-lt"/>
              </a:rPr>
              <a:t>, </a:t>
            </a:r>
            <a:r>
              <a:rPr lang="en-US" sz="1100" err="1">
                <a:latin typeface="+mj-lt"/>
              </a:rPr>
              <a:t>turpis</a:t>
            </a:r>
            <a:r>
              <a:rPr lang="en-US" sz="1100">
                <a:latin typeface="+mj-lt"/>
              </a:rPr>
              <a:t> et </a:t>
            </a:r>
            <a:r>
              <a:rPr lang="en-US" sz="1100" err="1">
                <a:latin typeface="+mj-lt"/>
              </a:rPr>
              <a:t>posuere</a:t>
            </a:r>
            <a:r>
              <a:rPr lang="en-US" sz="1100">
                <a:latin typeface="+mj-lt"/>
              </a:rPr>
              <a:t> </a:t>
            </a:r>
            <a:r>
              <a:rPr lang="en-US" sz="1100" err="1">
                <a:latin typeface="+mj-lt"/>
              </a:rPr>
              <a:t>viverra</a:t>
            </a:r>
            <a:r>
              <a:rPr lang="en-US" sz="1100">
                <a:latin typeface="+mj-lt"/>
              </a:rPr>
              <a:t>, ipsum </a:t>
            </a:r>
            <a:r>
              <a:rPr lang="en-US" sz="1100" err="1">
                <a:latin typeface="+mj-lt"/>
              </a:rPr>
              <a:t>sem</a:t>
            </a:r>
            <a:r>
              <a:rPr lang="en-US" sz="1100">
                <a:latin typeface="+mj-lt"/>
              </a:rPr>
              <a:t> </a:t>
            </a:r>
            <a:r>
              <a:rPr lang="en-US" sz="1100" err="1">
                <a:latin typeface="+mj-lt"/>
              </a:rPr>
              <a:t>tincidunt</a:t>
            </a:r>
            <a:r>
              <a:rPr lang="en-US" sz="1100">
                <a:latin typeface="+mj-lt"/>
              </a:rPr>
              <a:t> </a:t>
            </a:r>
            <a:r>
              <a:rPr lang="en-US" sz="1100" err="1">
                <a:latin typeface="+mj-lt"/>
              </a:rPr>
              <a:t>est</a:t>
            </a:r>
            <a:r>
              <a:rPr lang="en-US" sz="1100">
                <a:latin typeface="+mj-lt"/>
              </a:rPr>
              <a:t>, </a:t>
            </a:r>
            <a:r>
              <a:rPr lang="en-US" sz="1100" err="1">
                <a:latin typeface="+mj-lt"/>
              </a:rPr>
              <a:t>finibus</a:t>
            </a:r>
            <a:r>
              <a:rPr lang="en-US" sz="1100">
                <a:latin typeface="+mj-lt"/>
              </a:rPr>
              <a:t> </a:t>
            </a:r>
            <a:r>
              <a:rPr lang="en-US" sz="1100" err="1">
                <a:latin typeface="+mj-lt"/>
              </a:rPr>
              <a:t>tempor</a:t>
            </a:r>
            <a:r>
              <a:rPr lang="en-US" sz="1100">
                <a:latin typeface="+mj-lt"/>
              </a:rPr>
              <a:t> </a:t>
            </a:r>
            <a:r>
              <a:rPr lang="en-US" sz="1100" err="1">
                <a:latin typeface="+mj-lt"/>
              </a:rPr>
              <a:t>nibh</a:t>
            </a:r>
            <a:r>
              <a:rPr lang="en-US" sz="1100">
                <a:latin typeface="+mj-lt"/>
              </a:rPr>
              <a:t> ante semper diam. </a:t>
            </a:r>
            <a:r>
              <a:rPr lang="en-US" sz="1100" err="1">
                <a:latin typeface="+mj-lt"/>
              </a:rPr>
              <a:t>Nullam</a:t>
            </a:r>
            <a:r>
              <a:rPr lang="en-US" sz="1100">
                <a:latin typeface="+mj-lt"/>
              </a:rPr>
              <a:t> </a:t>
            </a:r>
            <a:r>
              <a:rPr lang="en-US" sz="1100" err="1">
                <a:latin typeface="+mj-lt"/>
              </a:rPr>
              <a:t>quis</a:t>
            </a:r>
            <a:r>
              <a:rPr lang="en-US" sz="1100">
                <a:latin typeface="+mj-lt"/>
              </a:rPr>
              <a:t> </a:t>
            </a:r>
            <a:r>
              <a:rPr lang="en-US" sz="1100" err="1">
                <a:latin typeface="+mj-lt"/>
              </a:rPr>
              <a:t>euismod</a:t>
            </a:r>
            <a:r>
              <a:rPr lang="en-US" sz="1100">
                <a:latin typeface="+mj-lt"/>
              </a:rPr>
              <a:t> </a:t>
            </a:r>
            <a:r>
              <a:rPr lang="en-US" sz="1100" err="1">
                <a:latin typeface="+mj-lt"/>
              </a:rPr>
              <a:t>neque</a:t>
            </a:r>
            <a:r>
              <a:rPr lang="en-US" sz="1100">
                <a:latin typeface="+mj-lt"/>
              </a:rPr>
              <a:t>, </a:t>
            </a:r>
            <a:r>
              <a:rPr lang="en-US" sz="1100" err="1">
                <a:latin typeface="+mj-lt"/>
              </a:rPr>
              <a:t>nec</a:t>
            </a:r>
            <a:r>
              <a:rPr lang="en-US" sz="1100">
                <a:latin typeface="+mj-lt"/>
              </a:rPr>
              <a:t> </a:t>
            </a:r>
            <a:r>
              <a:rPr lang="en-US" sz="1100" err="1">
                <a:latin typeface="+mj-lt"/>
              </a:rPr>
              <a:t>facilisis</a:t>
            </a:r>
            <a:r>
              <a:rPr lang="en-US" sz="1100">
                <a:latin typeface="+mj-lt"/>
              </a:rPr>
              <a:t> sem. </a:t>
            </a:r>
            <a:r>
              <a:rPr lang="en-US" sz="1100" err="1">
                <a:latin typeface="+mj-lt"/>
              </a:rPr>
              <a:t>Morbi</a:t>
            </a:r>
            <a:r>
              <a:rPr lang="en-US" sz="1100">
                <a:latin typeface="+mj-lt"/>
              </a:rPr>
              <a:t> </a:t>
            </a:r>
            <a:r>
              <a:rPr lang="en-US" sz="1100" err="1">
                <a:latin typeface="+mj-lt"/>
              </a:rPr>
              <a:t>egestas</a:t>
            </a:r>
            <a:r>
              <a:rPr lang="en-US" sz="1100">
                <a:latin typeface="+mj-lt"/>
              </a:rPr>
              <a:t> </a:t>
            </a:r>
            <a:r>
              <a:rPr lang="en-US" sz="1100" err="1">
                <a:latin typeface="+mj-lt"/>
              </a:rPr>
              <a:t>iaculis</a:t>
            </a:r>
            <a:r>
              <a:rPr lang="en-US" sz="1100">
                <a:latin typeface="+mj-lt"/>
              </a:rPr>
              <a:t> </a:t>
            </a:r>
            <a:r>
              <a:rPr lang="en-US" sz="1100" err="1">
                <a:latin typeface="+mj-lt"/>
              </a:rPr>
              <a:t>dignissim</a:t>
            </a:r>
            <a:r>
              <a:rPr lang="en-US" sz="1100">
                <a:latin typeface="+mj-lt"/>
              </a:rPr>
              <a:t>. In </a:t>
            </a:r>
            <a:r>
              <a:rPr lang="en-US" sz="1100" err="1">
                <a:latin typeface="+mj-lt"/>
              </a:rPr>
              <a:t>accumsan</a:t>
            </a:r>
            <a:r>
              <a:rPr lang="en-US" sz="1100">
                <a:latin typeface="+mj-lt"/>
              </a:rPr>
              <a:t> </a:t>
            </a:r>
            <a:r>
              <a:rPr lang="en-US" sz="1100" err="1">
                <a:latin typeface="+mj-lt"/>
              </a:rPr>
              <a:t>tortor</a:t>
            </a:r>
            <a:r>
              <a:rPr lang="en-US" sz="1100">
                <a:latin typeface="+mj-lt"/>
              </a:rPr>
              <a:t> </a:t>
            </a:r>
            <a:r>
              <a:rPr lang="en-US" sz="1100" err="1">
                <a:latin typeface="+mj-lt"/>
              </a:rPr>
              <a:t>elit</a:t>
            </a:r>
            <a:r>
              <a:rPr lang="en-US" sz="1100">
                <a:latin typeface="+mj-lt"/>
              </a:rPr>
              <a:t>, non </a:t>
            </a:r>
            <a:r>
              <a:rPr lang="en-US" sz="1100" err="1">
                <a:latin typeface="+mj-lt"/>
              </a:rPr>
              <a:t>euismod</a:t>
            </a:r>
            <a:r>
              <a:rPr lang="en-US" sz="1100">
                <a:latin typeface="+mj-lt"/>
              </a:rPr>
              <a:t> </a:t>
            </a:r>
            <a:r>
              <a:rPr lang="en-US" sz="1100" err="1">
                <a:latin typeface="+mj-lt"/>
              </a:rPr>
              <a:t>eros</a:t>
            </a:r>
            <a:r>
              <a:rPr lang="en-US" sz="1100">
                <a:latin typeface="+mj-lt"/>
              </a:rPr>
              <a:t> </a:t>
            </a:r>
            <a:r>
              <a:rPr lang="en-US" sz="1100" err="1">
                <a:latin typeface="+mj-lt"/>
              </a:rPr>
              <a:t>accumsan</a:t>
            </a:r>
            <a:r>
              <a:rPr lang="en-US" sz="1100">
                <a:latin typeface="+mj-lt"/>
              </a:rPr>
              <a:t> ac. </a:t>
            </a:r>
            <a:r>
              <a:rPr lang="en-US" sz="1100" err="1">
                <a:latin typeface="+mj-lt"/>
              </a:rPr>
              <a:t>Sed</a:t>
            </a:r>
            <a:r>
              <a:rPr lang="en-US" sz="1100">
                <a:latin typeface="+mj-lt"/>
              </a:rPr>
              <a:t> </a:t>
            </a:r>
            <a:r>
              <a:rPr lang="en-US" sz="1100" err="1">
                <a:latin typeface="+mj-lt"/>
              </a:rPr>
              <a:t>ultrices</a:t>
            </a:r>
            <a:r>
              <a:rPr lang="en-US" sz="1100">
                <a:latin typeface="+mj-lt"/>
              </a:rPr>
              <a:t> mi lorem, </a:t>
            </a:r>
            <a:r>
              <a:rPr lang="en-US" sz="1100" err="1">
                <a:latin typeface="+mj-lt"/>
              </a:rPr>
              <a:t>ut</a:t>
            </a:r>
            <a:r>
              <a:rPr lang="en-US" sz="1100">
                <a:latin typeface="+mj-lt"/>
              </a:rPr>
              <a:t> </a:t>
            </a:r>
            <a:r>
              <a:rPr lang="en-US" sz="1100" err="1">
                <a:latin typeface="+mj-lt"/>
              </a:rPr>
              <a:t>dignissim</a:t>
            </a:r>
            <a:r>
              <a:rPr lang="en-US" sz="1100">
                <a:latin typeface="+mj-lt"/>
              </a:rPr>
              <a:t> </a:t>
            </a:r>
            <a:r>
              <a:rPr lang="en-US" sz="1100" err="1">
                <a:latin typeface="+mj-lt"/>
              </a:rPr>
              <a:t>nibh</a:t>
            </a:r>
            <a:r>
              <a:rPr lang="en-US" sz="1100">
                <a:latin typeface="+mj-lt"/>
              </a:rPr>
              <a:t> </a:t>
            </a:r>
            <a:r>
              <a:rPr lang="en-US" sz="1100" err="1">
                <a:latin typeface="+mj-lt"/>
              </a:rPr>
              <a:t>facilisis</a:t>
            </a:r>
            <a:r>
              <a:rPr lang="en-US" sz="1100">
                <a:latin typeface="+mj-lt"/>
              </a:rPr>
              <a:t> vel.</a:t>
            </a:r>
          </a:p>
        </p:txBody>
      </p:sp>
      <p:cxnSp>
        <p:nvCxnSpPr>
          <p:cNvPr id="4" name="Straight Connector 3"/>
          <p:cNvCxnSpPr/>
          <p:nvPr userDrawn="1"/>
        </p:nvCxnSpPr>
        <p:spPr>
          <a:xfrm>
            <a:off x="294410" y="716437"/>
            <a:ext cx="8555182"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5" name="Slide Number Placeholder 1"/>
          <p:cNvSpPr>
            <a:spLocks noGrp="1"/>
          </p:cNvSpPr>
          <p:nvPr>
            <p:ph type="sldNum" sz="quarter" idx="4"/>
          </p:nvPr>
        </p:nvSpPr>
        <p:spPr>
          <a:xfrm>
            <a:off x="7413442" y="4826640"/>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pPr defTabSz="685783"/>
            <a:fld id="{3A707DD9-E92B-45E8-BE0A-E6B2EDF345EB}" type="slidenum">
              <a:rPr lang="en-US" smtClean="0"/>
              <a:pPr defTabSz="685783"/>
              <a:t>‹#›</a:t>
            </a:fld>
            <a:endParaRPr lang="en-US"/>
          </a:p>
        </p:txBody>
      </p:sp>
    </p:spTree>
    <p:extLst>
      <p:ext uri="{BB962C8B-B14F-4D97-AF65-F5344CB8AC3E}">
        <p14:creationId xmlns:p14="http://schemas.microsoft.com/office/powerpoint/2010/main" val="281072184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Please Add Slide Headline Here</a:t>
            </a:r>
          </a:p>
        </p:txBody>
      </p:sp>
      <p:sp>
        <p:nvSpPr>
          <p:cNvPr id="6" name="Content Placeholder 5"/>
          <p:cNvSpPr>
            <a:spLocks noGrp="1"/>
          </p:cNvSpPr>
          <p:nvPr>
            <p:ph sz="quarter" idx="10" hasCustomPrompt="1"/>
          </p:nvPr>
        </p:nvSpPr>
        <p:spPr>
          <a:xfrm>
            <a:off x="357189" y="1079500"/>
            <a:ext cx="3986212" cy="3397250"/>
          </a:xfrm>
        </p:spPr>
        <p:txBody>
          <a:bodyPr/>
          <a:lstStyle>
            <a:lvl1pPr marL="171446" indent="-171446">
              <a:buFont typeface="Arial" panose="020B0604020202020204" pitchFamily="34" charset="0"/>
              <a:buChar char="•"/>
              <a:defRPr>
                <a:latin typeface="+mj-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a:t>
            </a:r>
          </a:p>
          <a:p>
            <a:pPr lvl="0"/>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r>
              <a:rPr lang="en-US" err="1"/>
              <a:t>Aliquam</a:t>
            </a:r>
            <a:r>
              <a:rPr lang="en-US"/>
              <a:t> sit </a:t>
            </a:r>
            <a:r>
              <a:rPr lang="en-US" err="1"/>
              <a:t>amet</a:t>
            </a:r>
            <a:r>
              <a:rPr lang="en-US"/>
              <a:t> </a:t>
            </a:r>
            <a:r>
              <a:rPr lang="en-US" err="1"/>
              <a:t>leo</a:t>
            </a:r>
            <a:r>
              <a:rPr lang="en-US"/>
              <a:t> semper, </a:t>
            </a:r>
            <a:r>
              <a:rPr lang="en-US" err="1"/>
              <a:t>tincidunt</a:t>
            </a:r>
            <a:r>
              <a:rPr lang="en-US"/>
              <a:t> dolor a, </a:t>
            </a:r>
            <a:r>
              <a:rPr lang="en-US" err="1"/>
              <a:t>lobortis</a:t>
            </a:r>
            <a:r>
              <a:rPr lang="en-US"/>
              <a:t> </a:t>
            </a:r>
            <a:r>
              <a:rPr lang="en-US" err="1"/>
              <a:t>elit</a:t>
            </a:r>
            <a:r>
              <a:rPr lang="en-US"/>
              <a:t>. </a:t>
            </a:r>
            <a:r>
              <a:rPr lang="en-US" err="1"/>
              <a:t>Nulla</a:t>
            </a:r>
            <a:r>
              <a:rPr lang="en-US"/>
              <a:t> ipsum dolor, </a:t>
            </a:r>
            <a:r>
              <a:rPr lang="en-US" err="1"/>
              <a:t>condimentum</a:t>
            </a:r>
            <a:endParaRPr lang="en-US"/>
          </a:p>
          <a:p>
            <a:pPr lvl="0"/>
            <a:r>
              <a:rPr lang="en-US"/>
              <a:t>at nisi et, </a:t>
            </a:r>
            <a:r>
              <a:rPr lang="en-US" err="1"/>
              <a:t>varius</a:t>
            </a:r>
            <a:r>
              <a:rPr lang="en-US"/>
              <a:t> </a:t>
            </a:r>
            <a:r>
              <a:rPr lang="en-US" err="1"/>
              <a:t>lobortis</a:t>
            </a:r>
            <a:r>
              <a:rPr lang="en-US"/>
              <a:t> </a:t>
            </a:r>
            <a:r>
              <a:rPr lang="en-US" err="1"/>
              <a:t>lectus</a:t>
            </a:r>
            <a:r>
              <a:rPr lang="en-US"/>
              <a:t>. </a:t>
            </a:r>
            <a:r>
              <a:rPr lang="en-US" err="1"/>
              <a:t>Fusce</a:t>
            </a:r>
            <a:r>
              <a:rPr lang="en-US"/>
              <a:t> </a:t>
            </a:r>
            <a:r>
              <a:rPr lang="en-US" err="1"/>
              <a:t>fermentum</a:t>
            </a:r>
            <a:r>
              <a:rPr lang="en-US"/>
              <a:t> </a:t>
            </a:r>
            <a:r>
              <a:rPr lang="en-US" err="1"/>
              <a:t>bibendum</a:t>
            </a:r>
            <a:r>
              <a:rPr lang="en-US"/>
              <a:t> </a:t>
            </a:r>
            <a:r>
              <a:rPr lang="en-US" err="1"/>
              <a:t>varius</a:t>
            </a:r>
            <a:r>
              <a:rPr lang="en-US"/>
              <a:t>. </a:t>
            </a: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r>
              <a:rPr lang="en-US"/>
              <a:t> </a:t>
            </a:r>
            <a:br>
              <a:rPr lang="en-US"/>
            </a:br>
            <a:r>
              <a:rPr lang="en-US"/>
              <a:t>fames ac </a:t>
            </a:r>
            <a:r>
              <a:rPr lang="en-US" err="1"/>
              <a:t>turpis</a:t>
            </a:r>
            <a:r>
              <a:rPr lang="en-US"/>
              <a:t> </a:t>
            </a:r>
            <a:r>
              <a:rPr lang="en-US" err="1"/>
              <a:t>egestas</a:t>
            </a:r>
            <a:r>
              <a:rPr lang="en-US"/>
              <a:t>.</a:t>
            </a:r>
          </a:p>
        </p:txBody>
      </p:sp>
      <p:sp>
        <p:nvSpPr>
          <p:cNvPr id="4" name="Content Placeholder 5"/>
          <p:cNvSpPr>
            <a:spLocks noGrp="1"/>
          </p:cNvSpPr>
          <p:nvPr>
            <p:ph sz="quarter" idx="11" hasCustomPrompt="1"/>
          </p:nvPr>
        </p:nvSpPr>
        <p:spPr>
          <a:xfrm>
            <a:off x="4800601" y="1079500"/>
            <a:ext cx="3986213" cy="3397250"/>
          </a:xfrm>
        </p:spPr>
        <p:txBody>
          <a:bodyPr/>
          <a:lstStyle>
            <a:lvl1pPr marL="171446" indent="-171446">
              <a:buFont typeface="Arial" panose="020B0604020202020204" pitchFamily="34" charset="0"/>
              <a:buChar char="•"/>
              <a:defRPr>
                <a:latin typeface="+mj-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a:t>
            </a:r>
          </a:p>
          <a:p>
            <a:pPr lvl="0"/>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r>
              <a:rPr lang="en-US" err="1"/>
              <a:t>Aliquam</a:t>
            </a:r>
            <a:r>
              <a:rPr lang="en-US"/>
              <a:t> sit </a:t>
            </a:r>
            <a:r>
              <a:rPr lang="en-US" err="1"/>
              <a:t>amet</a:t>
            </a:r>
            <a:r>
              <a:rPr lang="en-US"/>
              <a:t> </a:t>
            </a:r>
            <a:r>
              <a:rPr lang="en-US" err="1"/>
              <a:t>leo</a:t>
            </a:r>
            <a:r>
              <a:rPr lang="en-US"/>
              <a:t> semper, </a:t>
            </a:r>
            <a:r>
              <a:rPr lang="en-US" err="1"/>
              <a:t>tincidunt</a:t>
            </a:r>
            <a:r>
              <a:rPr lang="en-US"/>
              <a:t> dolor a, </a:t>
            </a:r>
            <a:r>
              <a:rPr lang="en-US" err="1"/>
              <a:t>lobortis</a:t>
            </a:r>
            <a:r>
              <a:rPr lang="en-US"/>
              <a:t> </a:t>
            </a:r>
            <a:r>
              <a:rPr lang="en-US" err="1"/>
              <a:t>elit</a:t>
            </a:r>
            <a:r>
              <a:rPr lang="en-US"/>
              <a:t>. </a:t>
            </a:r>
            <a:r>
              <a:rPr lang="en-US" err="1"/>
              <a:t>Nulla</a:t>
            </a:r>
            <a:r>
              <a:rPr lang="en-US"/>
              <a:t> ipsum dolor, </a:t>
            </a:r>
            <a:r>
              <a:rPr lang="en-US" err="1"/>
              <a:t>condimentum</a:t>
            </a:r>
            <a:endParaRPr lang="en-US"/>
          </a:p>
          <a:p>
            <a:pPr lvl="0"/>
            <a:r>
              <a:rPr lang="en-US"/>
              <a:t>at nisi et, </a:t>
            </a:r>
            <a:r>
              <a:rPr lang="en-US" err="1"/>
              <a:t>varius</a:t>
            </a:r>
            <a:r>
              <a:rPr lang="en-US"/>
              <a:t> </a:t>
            </a:r>
            <a:r>
              <a:rPr lang="en-US" err="1"/>
              <a:t>lobortis</a:t>
            </a:r>
            <a:r>
              <a:rPr lang="en-US"/>
              <a:t> </a:t>
            </a:r>
            <a:r>
              <a:rPr lang="en-US" err="1"/>
              <a:t>lectus</a:t>
            </a:r>
            <a:r>
              <a:rPr lang="en-US"/>
              <a:t>. </a:t>
            </a:r>
            <a:r>
              <a:rPr lang="en-US" err="1"/>
              <a:t>Fusce</a:t>
            </a:r>
            <a:r>
              <a:rPr lang="en-US"/>
              <a:t> </a:t>
            </a:r>
            <a:r>
              <a:rPr lang="en-US" err="1"/>
              <a:t>fermentum</a:t>
            </a:r>
            <a:r>
              <a:rPr lang="en-US"/>
              <a:t> </a:t>
            </a:r>
            <a:r>
              <a:rPr lang="en-US" err="1"/>
              <a:t>bibendum</a:t>
            </a:r>
            <a:r>
              <a:rPr lang="en-US"/>
              <a:t> </a:t>
            </a:r>
            <a:r>
              <a:rPr lang="en-US" err="1"/>
              <a:t>varius</a:t>
            </a:r>
            <a:r>
              <a:rPr lang="en-US"/>
              <a:t>. </a:t>
            </a: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r>
              <a:rPr lang="en-US"/>
              <a:t> </a:t>
            </a:r>
            <a:br>
              <a:rPr lang="en-US"/>
            </a:br>
            <a:r>
              <a:rPr lang="en-US"/>
              <a:t>fames ac </a:t>
            </a:r>
            <a:r>
              <a:rPr lang="en-US" err="1"/>
              <a:t>turpis</a:t>
            </a:r>
            <a:r>
              <a:rPr lang="en-US"/>
              <a:t> </a:t>
            </a:r>
            <a:r>
              <a:rPr lang="en-US" err="1"/>
              <a:t>egestas</a:t>
            </a:r>
            <a:r>
              <a:rPr lang="en-US"/>
              <a:t>.</a:t>
            </a:r>
          </a:p>
        </p:txBody>
      </p:sp>
      <p:cxnSp>
        <p:nvCxnSpPr>
          <p:cNvPr id="5" name="Straight Connector 4"/>
          <p:cNvCxnSpPr/>
          <p:nvPr userDrawn="1"/>
        </p:nvCxnSpPr>
        <p:spPr>
          <a:xfrm>
            <a:off x="294410" y="716437"/>
            <a:ext cx="8555182"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8" name="Slide Number Placeholder 1"/>
          <p:cNvSpPr>
            <a:spLocks noGrp="1"/>
          </p:cNvSpPr>
          <p:nvPr>
            <p:ph type="sldNum" sz="quarter" idx="4"/>
          </p:nvPr>
        </p:nvSpPr>
        <p:spPr>
          <a:xfrm>
            <a:off x="7413442" y="4826640"/>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pPr defTabSz="685783"/>
            <a:fld id="{3A707DD9-E92B-45E8-BE0A-E6B2EDF345EB}" type="slidenum">
              <a:rPr lang="en-US" smtClean="0"/>
              <a:pPr defTabSz="685783"/>
              <a:t>‹#›</a:t>
            </a:fld>
            <a:endParaRPr lang="en-US"/>
          </a:p>
        </p:txBody>
      </p:sp>
    </p:spTree>
    <p:extLst>
      <p:ext uri="{BB962C8B-B14F-4D97-AF65-F5344CB8AC3E}">
        <p14:creationId xmlns:p14="http://schemas.microsoft.com/office/powerpoint/2010/main" val="48860798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Highligh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Please Add Slide Headline Here</a:t>
            </a:r>
          </a:p>
        </p:txBody>
      </p:sp>
      <p:sp>
        <p:nvSpPr>
          <p:cNvPr id="3" name="Content Placeholder 5"/>
          <p:cNvSpPr>
            <a:spLocks noGrp="1"/>
          </p:cNvSpPr>
          <p:nvPr>
            <p:ph sz="quarter" idx="10" hasCustomPrompt="1"/>
          </p:nvPr>
        </p:nvSpPr>
        <p:spPr>
          <a:xfrm>
            <a:off x="357188" y="1422400"/>
            <a:ext cx="8429625" cy="3054350"/>
          </a:xfrm>
        </p:spPr>
        <p:txBody>
          <a:bodyPr/>
          <a:lstStyle>
            <a:lvl1pPr marL="171446" marR="0" indent="-171446" algn="l" defTabSz="914378" rtl="0" eaLnBrk="1" fontAlgn="auto" latinLnBrk="0" hangingPunct="1">
              <a:lnSpc>
                <a:spcPts val="1600"/>
              </a:lnSpc>
              <a:spcBef>
                <a:spcPts val="264"/>
              </a:spcBef>
              <a:spcAft>
                <a:spcPts val="300"/>
              </a:spcAft>
              <a:buClrTx/>
              <a:buSzTx/>
              <a:buFont typeface="Arial" panose="020B0604020202020204" pitchFamily="34" charset="0"/>
              <a:buChar char="•"/>
              <a:tabLst/>
              <a:defRPr>
                <a:latin typeface="+mj-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 </a:t>
            </a:r>
            <a:br>
              <a:rPr lang="en-US"/>
            </a:br>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r>
              <a:rPr lang="en-US" err="1"/>
              <a:t>Aliquam</a:t>
            </a:r>
            <a:r>
              <a:rPr lang="en-US"/>
              <a:t> sit </a:t>
            </a:r>
            <a:r>
              <a:rPr lang="en-US" err="1"/>
              <a:t>amet</a:t>
            </a:r>
            <a:r>
              <a:rPr lang="en-US"/>
              <a:t> </a:t>
            </a:r>
            <a:r>
              <a:rPr lang="en-US" err="1"/>
              <a:t>leo</a:t>
            </a:r>
            <a:r>
              <a:rPr lang="en-US"/>
              <a:t> semper, </a:t>
            </a:r>
            <a:r>
              <a:rPr lang="en-US" err="1"/>
              <a:t>tincidunt</a:t>
            </a:r>
            <a:r>
              <a:rPr lang="en-US"/>
              <a:t> dolor a, </a:t>
            </a:r>
            <a:r>
              <a:rPr lang="en-US" err="1"/>
              <a:t>lobortis</a:t>
            </a:r>
            <a:r>
              <a:rPr lang="en-US"/>
              <a:t> </a:t>
            </a:r>
            <a:r>
              <a:rPr lang="en-US" err="1"/>
              <a:t>elit</a:t>
            </a:r>
            <a:r>
              <a:rPr lang="en-US"/>
              <a:t>. </a:t>
            </a:r>
            <a:r>
              <a:rPr lang="en-US" err="1"/>
              <a:t>Nulla</a:t>
            </a:r>
            <a:r>
              <a:rPr lang="en-US"/>
              <a:t> ipsum dolor, </a:t>
            </a:r>
            <a:r>
              <a:rPr lang="en-US" err="1"/>
              <a:t>condimentum</a:t>
            </a:r>
            <a:r>
              <a:rPr lang="en-US"/>
              <a:t> </a:t>
            </a:r>
            <a:br>
              <a:rPr lang="en-US"/>
            </a:br>
            <a:r>
              <a:rPr lang="en-US"/>
              <a:t>at nisi et, </a:t>
            </a:r>
            <a:r>
              <a:rPr lang="en-US" err="1"/>
              <a:t>varius</a:t>
            </a:r>
            <a:r>
              <a:rPr lang="en-US"/>
              <a:t> </a:t>
            </a:r>
            <a:r>
              <a:rPr lang="en-US" err="1"/>
              <a:t>lobortis</a:t>
            </a:r>
            <a:r>
              <a:rPr lang="en-US"/>
              <a:t> </a:t>
            </a:r>
            <a:r>
              <a:rPr lang="en-US" err="1"/>
              <a:t>lectus</a:t>
            </a:r>
            <a:r>
              <a:rPr lang="en-US"/>
              <a:t>. </a:t>
            </a:r>
            <a:r>
              <a:rPr lang="en-US" err="1"/>
              <a:t>Fusce</a:t>
            </a:r>
            <a:r>
              <a:rPr lang="en-US"/>
              <a:t> </a:t>
            </a:r>
            <a:r>
              <a:rPr lang="en-US" err="1"/>
              <a:t>fermentum</a:t>
            </a:r>
            <a:r>
              <a:rPr lang="en-US"/>
              <a:t> </a:t>
            </a:r>
            <a:r>
              <a:rPr lang="en-US" err="1"/>
              <a:t>bibendum</a:t>
            </a:r>
            <a:r>
              <a:rPr lang="en-US"/>
              <a:t> </a:t>
            </a:r>
            <a:r>
              <a:rPr lang="en-US" err="1"/>
              <a:t>varius</a:t>
            </a:r>
            <a:r>
              <a:rPr lang="en-US"/>
              <a:t>. </a:t>
            </a: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r>
              <a:rPr lang="en-US"/>
              <a:t> </a:t>
            </a:r>
            <a:br>
              <a:rPr lang="en-US"/>
            </a:br>
            <a:r>
              <a:rPr lang="en-US"/>
              <a:t>fames ac </a:t>
            </a:r>
            <a:r>
              <a:rPr lang="en-US" err="1"/>
              <a:t>turpis</a:t>
            </a:r>
            <a:r>
              <a:rPr lang="en-US"/>
              <a:t> </a:t>
            </a:r>
            <a:r>
              <a:rPr lang="en-US" err="1"/>
              <a:t>egestas</a:t>
            </a:r>
            <a:r>
              <a:rPr lang="en-US"/>
              <a:t>.</a:t>
            </a:r>
          </a:p>
          <a:p>
            <a:pPr marL="171446" marR="0" lvl="0" indent="-171446" algn="l" defTabSz="914378" rtl="0" eaLnBrk="1" fontAlgn="auto" latinLnBrk="0" hangingPunct="1">
              <a:lnSpc>
                <a:spcPts val="1600"/>
              </a:lnSpc>
              <a:spcBef>
                <a:spcPts val="264"/>
              </a:spcBef>
              <a:spcAft>
                <a:spcPts val="300"/>
              </a:spcAft>
              <a:buClrTx/>
              <a:buSzTx/>
              <a:tabLst/>
              <a:defRPr/>
            </a:pPr>
            <a:r>
              <a:rPr lang="en-US" sz="1100">
                <a:latin typeface="+mj-lt"/>
              </a:rPr>
              <a:t>In </a:t>
            </a:r>
            <a:r>
              <a:rPr lang="en-US" sz="1100" err="1">
                <a:latin typeface="+mj-lt"/>
              </a:rPr>
              <a:t>egestas</a:t>
            </a:r>
            <a:r>
              <a:rPr lang="en-US" sz="1100">
                <a:latin typeface="+mj-lt"/>
              </a:rPr>
              <a:t> </a:t>
            </a:r>
            <a:r>
              <a:rPr lang="en-US" sz="1100" err="1">
                <a:latin typeface="+mj-lt"/>
              </a:rPr>
              <a:t>orci</a:t>
            </a:r>
            <a:r>
              <a:rPr lang="en-US" sz="1100">
                <a:latin typeface="+mj-lt"/>
              </a:rPr>
              <a:t> </a:t>
            </a:r>
            <a:r>
              <a:rPr lang="en-US" sz="1100" err="1">
                <a:latin typeface="+mj-lt"/>
              </a:rPr>
              <a:t>eu</a:t>
            </a:r>
            <a:r>
              <a:rPr lang="en-US" sz="1100">
                <a:latin typeface="+mj-lt"/>
              </a:rPr>
              <a:t> </a:t>
            </a:r>
            <a:r>
              <a:rPr lang="en-US" sz="1100" err="1">
                <a:latin typeface="+mj-lt"/>
              </a:rPr>
              <a:t>lacinia</a:t>
            </a:r>
            <a:r>
              <a:rPr lang="en-US" sz="1100">
                <a:latin typeface="+mj-lt"/>
              </a:rPr>
              <a:t> </a:t>
            </a:r>
            <a:r>
              <a:rPr lang="en-US" sz="1100" err="1">
                <a:latin typeface="+mj-lt"/>
              </a:rPr>
              <a:t>consectetur</a:t>
            </a:r>
            <a:r>
              <a:rPr lang="en-US" sz="1100">
                <a:latin typeface="+mj-lt"/>
              </a:rPr>
              <a:t>. In dolor ipsum, gravida et </a:t>
            </a:r>
            <a:r>
              <a:rPr lang="en-US" sz="1100" err="1">
                <a:latin typeface="+mj-lt"/>
              </a:rPr>
              <a:t>sagittis</a:t>
            </a:r>
            <a:r>
              <a:rPr lang="en-US" sz="1100">
                <a:latin typeface="+mj-lt"/>
              </a:rPr>
              <a:t> id, </a:t>
            </a:r>
            <a:r>
              <a:rPr lang="en-US" sz="1100" err="1">
                <a:latin typeface="+mj-lt"/>
              </a:rPr>
              <a:t>sollicitudin</a:t>
            </a:r>
            <a:r>
              <a:rPr lang="en-US" sz="1100">
                <a:latin typeface="+mj-lt"/>
              </a:rPr>
              <a:t> </a:t>
            </a:r>
            <a:r>
              <a:rPr lang="en-US" sz="1100" err="1">
                <a:latin typeface="+mj-lt"/>
              </a:rPr>
              <a:t>ut</a:t>
            </a:r>
            <a:r>
              <a:rPr lang="en-US" sz="1100">
                <a:latin typeface="+mj-lt"/>
              </a:rPr>
              <a:t> </a:t>
            </a:r>
            <a:r>
              <a:rPr lang="en-US" sz="1100" err="1">
                <a:latin typeface="+mj-lt"/>
              </a:rPr>
              <a:t>nisl</a:t>
            </a:r>
            <a:r>
              <a:rPr lang="en-US" sz="1100">
                <a:latin typeface="+mj-lt"/>
              </a:rPr>
              <a:t>. </a:t>
            </a:r>
            <a:r>
              <a:rPr lang="en-US" sz="1100" err="1">
                <a:latin typeface="+mj-lt"/>
              </a:rPr>
              <a:t>Praesent</a:t>
            </a:r>
            <a:r>
              <a:rPr lang="en-US" sz="1100">
                <a:latin typeface="+mj-lt"/>
              </a:rPr>
              <a:t> </a:t>
            </a:r>
            <a:r>
              <a:rPr lang="en-US" sz="1100" err="1">
                <a:latin typeface="+mj-lt"/>
              </a:rPr>
              <a:t>bibendum</a:t>
            </a:r>
            <a:r>
              <a:rPr lang="en-US" sz="1100">
                <a:latin typeface="+mj-lt"/>
              </a:rPr>
              <a:t> tempus </a:t>
            </a:r>
            <a:r>
              <a:rPr lang="en-US" sz="1100" err="1">
                <a:latin typeface="+mj-lt"/>
              </a:rPr>
              <a:t>tellus</a:t>
            </a:r>
            <a:r>
              <a:rPr lang="en-US" sz="1100">
                <a:latin typeface="+mj-lt"/>
              </a:rPr>
              <a:t> </a:t>
            </a:r>
            <a:r>
              <a:rPr lang="en-US" sz="1100" err="1">
                <a:latin typeface="+mj-lt"/>
              </a:rPr>
              <a:t>nec</a:t>
            </a:r>
            <a:r>
              <a:rPr lang="en-US" sz="1100">
                <a:latin typeface="+mj-lt"/>
              </a:rPr>
              <a:t> </a:t>
            </a:r>
            <a:r>
              <a:rPr lang="en-US" sz="1100" err="1">
                <a:latin typeface="+mj-lt"/>
              </a:rPr>
              <a:t>hendrerit</a:t>
            </a:r>
            <a:r>
              <a:rPr lang="en-US" sz="1100">
                <a:latin typeface="+mj-lt"/>
              </a:rPr>
              <a:t>. Nam in </a:t>
            </a:r>
            <a:r>
              <a:rPr lang="en-US" sz="1100" err="1">
                <a:latin typeface="+mj-lt"/>
              </a:rPr>
              <a:t>tempor</a:t>
            </a:r>
            <a:r>
              <a:rPr lang="en-US" sz="1100">
                <a:latin typeface="+mj-lt"/>
              </a:rPr>
              <a:t> </a:t>
            </a:r>
            <a:r>
              <a:rPr lang="en-US" sz="1100" err="1">
                <a:latin typeface="+mj-lt"/>
              </a:rPr>
              <a:t>metus</a:t>
            </a:r>
            <a:r>
              <a:rPr lang="en-US" sz="1100">
                <a:latin typeface="+mj-lt"/>
              </a:rPr>
              <a:t>, ac </a:t>
            </a:r>
            <a:r>
              <a:rPr lang="en-US" sz="1100" err="1">
                <a:latin typeface="+mj-lt"/>
              </a:rPr>
              <a:t>finibus</a:t>
            </a:r>
            <a:r>
              <a:rPr lang="en-US" sz="1100">
                <a:latin typeface="+mj-lt"/>
              </a:rPr>
              <a:t> </a:t>
            </a:r>
            <a:r>
              <a:rPr lang="en-US" sz="1100" err="1">
                <a:latin typeface="+mj-lt"/>
              </a:rPr>
              <a:t>purus</a:t>
            </a:r>
            <a:r>
              <a:rPr lang="en-US" sz="1100">
                <a:latin typeface="+mj-lt"/>
              </a:rPr>
              <a:t>. </a:t>
            </a:r>
            <a:r>
              <a:rPr lang="en-US" sz="1100" err="1">
                <a:latin typeface="+mj-lt"/>
              </a:rPr>
              <a:t>Praesent</a:t>
            </a:r>
            <a:r>
              <a:rPr lang="en-US" sz="1100">
                <a:latin typeface="+mj-lt"/>
              </a:rPr>
              <a:t> </a:t>
            </a:r>
            <a:r>
              <a:rPr lang="en-US" sz="1100" err="1">
                <a:latin typeface="+mj-lt"/>
              </a:rPr>
              <a:t>consequat</a:t>
            </a:r>
            <a:r>
              <a:rPr lang="en-US" sz="1100">
                <a:latin typeface="+mj-lt"/>
              </a:rPr>
              <a:t> </a:t>
            </a:r>
            <a:r>
              <a:rPr lang="en-US" sz="1100" err="1">
                <a:latin typeface="+mj-lt"/>
              </a:rPr>
              <a:t>lectus</a:t>
            </a:r>
            <a:r>
              <a:rPr lang="en-US" sz="1100">
                <a:latin typeface="+mj-lt"/>
              </a:rPr>
              <a:t> sit </a:t>
            </a:r>
            <a:r>
              <a:rPr lang="en-US" sz="1100" err="1">
                <a:latin typeface="+mj-lt"/>
              </a:rPr>
              <a:t>amet</a:t>
            </a:r>
            <a:r>
              <a:rPr lang="en-US" sz="1100">
                <a:latin typeface="+mj-lt"/>
              </a:rPr>
              <a:t> </a:t>
            </a:r>
            <a:r>
              <a:rPr lang="en-US" sz="1100" err="1">
                <a:latin typeface="+mj-lt"/>
              </a:rPr>
              <a:t>tortor</a:t>
            </a:r>
            <a:r>
              <a:rPr lang="en-US" sz="1100">
                <a:latin typeface="+mj-lt"/>
              </a:rPr>
              <a:t> pharetra, </a:t>
            </a:r>
            <a:r>
              <a:rPr lang="en-US" sz="1100" err="1">
                <a:latin typeface="+mj-lt"/>
              </a:rPr>
              <a:t>sed</a:t>
            </a:r>
            <a:r>
              <a:rPr lang="en-US" sz="1100">
                <a:latin typeface="+mj-lt"/>
              </a:rPr>
              <a:t> </a:t>
            </a:r>
            <a:r>
              <a:rPr lang="en-US" sz="1100" err="1">
                <a:latin typeface="+mj-lt"/>
              </a:rPr>
              <a:t>venenatis</a:t>
            </a:r>
            <a:r>
              <a:rPr lang="en-US" sz="1100">
                <a:latin typeface="+mj-lt"/>
              </a:rPr>
              <a:t> </a:t>
            </a:r>
            <a:r>
              <a:rPr lang="en-US" sz="1100" err="1">
                <a:latin typeface="+mj-lt"/>
              </a:rPr>
              <a:t>eros</a:t>
            </a:r>
            <a:r>
              <a:rPr lang="en-US" sz="1100">
                <a:latin typeface="+mj-lt"/>
              </a:rPr>
              <a:t> </a:t>
            </a:r>
            <a:r>
              <a:rPr lang="en-US" sz="1100" err="1">
                <a:latin typeface="+mj-lt"/>
              </a:rPr>
              <a:t>lacinia</a:t>
            </a:r>
            <a:r>
              <a:rPr lang="en-US" sz="1100">
                <a:latin typeface="+mj-lt"/>
              </a:rPr>
              <a:t>. In </a:t>
            </a:r>
            <a:r>
              <a:rPr lang="en-US" sz="1100" err="1">
                <a:latin typeface="+mj-lt"/>
              </a:rPr>
              <a:t>sed</a:t>
            </a:r>
            <a:r>
              <a:rPr lang="en-US" sz="1100">
                <a:latin typeface="+mj-lt"/>
              </a:rPr>
              <a:t> </a:t>
            </a:r>
            <a:r>
              <a:rPr lang="en-US" sz="1100" err="1">
                <a:latin typeface="+mj-lt"/>
              </a:rPr>
              <a:t>erat</a:t>
            </a:r>
            <a:r>
              <a:rPr lang="en-US" sz="1100">
                <a:latin typeface="+mj-lt"/>
              </a:rPr>
              <a:t> libero. </a:t>
            </a:r>
            <a:r>
              <a:rPr lang="en-US" sz="1100" err="1">
                <a:latin typeface="+mj-lt"/>
              </a:rPr>
              <a:t>Sed</a:t>
            </a:r>
            <a:r>
              <a:rPr lang="en-US" sz="1100">
                <a:latin typeface="+mj-lt"/>
              </a:rPr>
              <a:t> lorem </a:t>
            </a:r>
            <a:r>
              <a:rPr lang="en-US" sz="1100" err="1">
                <a:latin typeface="+mj-lt"/>
              </a:rPr>
              <a:t>neque</a:t>
            </a:r>
            <a:r>
              <a:rPr lang="en-US" sz="1100">
                <a:latin typeface="+mj-lt"/>
              </a:rPr>
              <a:t>, </a:t>
            </a:r>
            <a:r>
              <a:rPr lang="en-US" sz="1100" err="1">
                <a:latin typeface="+mj-lt"/>
              </a:rPr>
              <a:t>commodo</a:t>
            </a:r>
            <a:r>
              <a:rPr lang="en-US" sz="1100">
                <a:latin typeface="+mj-lt"/>
              </a:rPr>
              <a:t> vitae ex at, pharetra convallis </a:t>
            </a:r>
            <a:r>
              <a:rPr lang="en-US" sz="1100" err="1">
                <a:latin typeface="+mj-lt"/>
              </a:rPr>
              <a:t>nunc</a:t>
            </a:r>
            <a:r>
              <a:rPr lang="en-US" sz="1100">
                <a:latin typeface="+mj-lt"/>
              </a:rPr>
              <a:t>. In </a:t>
            </a:r>
            <a:r>
              <a:rPr lang="en-US" sz="1100" err="1">
                <a:latin typeface="+mj-lt"/>
              </a:rPr>
              <a:t>vehicula</a:t>
            </a:r>
            <a:r>
              <a:rPr lang="en-US" sz="1100">
                <a:latin typeface="+mj-lt"/>
              </a:rPr>
              <a:t> </a:t>
            </a:r>
            <a:r>
              <a:rPr lang="en-US" sz="1100" err="1">
                <a:latin typeface="+mj-lt"/>
              </a:rPr>
              <a:t>mauris</a:t>
            </a:r>
            <a:r>
              <a:rPr lang="en-US" sz="1100">
                <a:latin typeface="+mj-lt"/>
              </a:rPr>
              <a:t> ligula. </a:t>
            </a:r>
            <a:r>
              <a:rPr lang="en-US" sz="1100" err="1">
                <a:latin typeface="+mj-lt"/>
              </a:rPr>
              <a:t>Suspendisse</a:t>
            </a:r>
            <a:r>
              <a:rPr lang="en-US" sz="1100">
                <a:latin typeface="+mj-lt"/>
              </a:rPr>
              <a:t> in </a:t>
            </a:r>
            <a:r>
              <a:rPr lang="en-US" sz="1100" err="1">
                <a:latin typeface="+mj-lt"/>
              </a:rPr>
              <a:t>tellus</a:t>
            </a:r>
            <a:r>
              <a:rPr lang="en-US" sz="1100">
                <a:latin typeface="+mj-lt"/>
              </a:rPr>
              <a:t> </a:t>
            </a:r>
            <a:r>
              <a:rPr lang="en-US" sz="1100" err="1">
                <a:latin typeface="+mj-lt"/>
              </a:rPr>
              <a:t>congue</a:t>
            </a:r>
            <a:r>
              <a:rPr lang="en-US" sz="1100">
                <a:latin typeface="+mj-lt"/>
              </a:rPr>
              <a:t> </a:t>
            </a:r>
            <a:r>
              <a:rPr lang="en-US" sz="1100" err="1">
                <a:latin typeface="+mj-lt"/>
              </a:rPr>
              <a:t>odio</a:t>
            </a:r>
            <a:r>
              <a:rPr lang="en-US" sz="1100">
                <a:latin typeface="+mj-lt"/>
              </a:rPr>
              <a:t> pharetra </a:t>
            </a:r>
            <a:r>
              <a:rPr lang="en-US" sz="1100" err="1">
                <a:latin typeface="+mj-lt"/>
              </a:rPr>
              <a:t>finibus</a:t>
            </a:r>
            <a:r>
              <a:rPr lang="en-US" sz="1100">
                <a:latin typeface="+mj-lt"/>
              </a:rPr>
              <a:t>. Nam </a:t>
            </a:r>
            <a:r>
              <a:rPr lang="en-US" sz="1100" err="1">
                <a:latin typeface="+mj-lt"/>
              </a:rPr>
              <a:t>vel</a:t>
            </a:r>
            <a:r>
              <a:rPr lang="en-US" sz="1100">
                <a:latin typeface="+mj-lt"/>
              </a:rPr>
              <a:t> </a:t>
            </a:r>
            <a:r>
              <a:rPr lang="en-US" sz="1100" err="1">
                <a:latin typeface="+mj-lt"/>
              </a:rPr>
              <a:t>auctor</a:t>
            </a:r>
            <a:r>
              <a:rPr lang="en-US" sz="1100">
                <a:latin typeface="+mj-lt"/>
              </a:rPr>
              <a:t> </a:t>
            </a:r>
            <a:r>
              <a:rPr lang="en-US" sz="1100" err="1">
                <a:latin typeface="+mj-lt"/>
              </a:rPr>
              <a:t>justo</a:t>
            </a:r>
            <a:r>
              <a:rPr lang="en-US" sz="1100">
                <a:latin typeface="+mj-lt"/>
              </a:rPr>
              <a:t>, vitae </a:t>
            </a:r>
            <a:r>
              <a:rPr lang="en-US" sz="1100" err="1">
                <a:latin typeface="+mj-lt"/>
              </a:rPr>
              <a:t>hendrerit</a:t>
            </a:r>
            <a:r>
              <a:rPr lang="en-US" sz="1100">
                <a:latin typeface="+mj-lt"/>
              </a:rPr>
              <a:t> </a:t>
            </a:r>
            <a:r>
              <a:rPr lang="en-US" sz="1100" err="1">
                <a:latin typeface="+mj-lt"/>
              </a:rPr>
              <a:t>orci</a:t>
            </a:r>
            <a:r>
              <a:rPr lang="en-US" sz="1100">
                <a:latin typeface="+mj-lt"/>
              </a:rPr>
              <a:t>. </a:t>
            </a:r>
            <a:r>
              <a:rPr lang="en-US" sz="1100" err="1">
                <a:latin typeface="+mj-lt"/>
              </a:rPr>
              <a:t>Duis</a:t>
            </a:r>
            <a:r>
              <a:rPr lang="en-US" sz="1100">
                <a:latin typeface="+mj-lt"/>
              </a:rPr>
              <a:t> </a:t>
            </a:r>
            <a:r>
              <a:rPr lang="en-US" sz="1100" err="1">
                <a:latin typeface="+mj-lt"/>
              </a:rPr>
              <a:t>nec</a:t>
            </a:r>
            <a:r>
              <a:rPr lang="en-US" sz="1100">
                <a:latin typeface="+mj-lt"/>
              </a:rPr>
              <a:t> </a:t>
            </a:r>
            <a:r>
              <a:rPr lang="en-US" sz="1100" err="1">
                <a:latin typeface="+mj-lt"/>
              </a:rPr>
              <a:t>sapien</a:t>
            </a:r>
            <a:r>
              <a:rPr lang="en-US" sz="1100">
                <a:latin typeface="+mj-lt"/>
              </a:rPr>
              <a:t> </a:t>
            </a:r>
            <a:r>
              <a:rPr lang="en-US" sz="1100" err="1">
                <a:latin typeface="+mj-lt"/>
              </a:rPr>
              <a:t>viverra</a:t>
            </a:r>
            <a:r>
              <a:rPr lang="en-US" sz="1100">
                <a:latin typeface="+mj-lt"/>
              </a:rPr>
              <a:t>, </a:t>
            </a:r>
            <a:r>
              <a:rPr lang="en-US" sz="1100" err="1">
                <a:latin typeface="+mj-lt"/>
              </a:rPr>
              <a:t>bibendum</a:t>
            </a:r>
            <a:r>
              <a:rPr lang="en-US" sz="1100">
                <a:latin typeface="+mj-lt"/>
              </a:rPr>
              <a:t> </a:t>
            </a:r>
            <a:r>
              <a:rPr lang="en-US" sz="1100" err="1">
                <a:latin typeface="+mj-lt"/>
              </a:rPr>
              <a:t>tellus</a:t>
            </a:r>
            <a:r>
              <a:rPr lang="en-US" sz="1100">
                <a:latin typeface="+mj-lt"/>
              </a:rPr>
              <a:t> </a:t>
            </a:r>
            <a:r>
              <a:rPr lang="en-US" sz="1100" err="1">
                <a:latin typeface="+mj-lt"/>
              </a:rPr>
              <a:t>eget</a:t>
            </a:r>
            <a:r>
              <a:rPr lang="en-US" sz="1100">
                <a:latin typeface="+mj-lt"/>
              </a:rPr>
              <a:t>, </a:t>
            </a:r>
            <a:r>
              <a:rPr lang="en-US" sz="1100" err="1">
                <a:latin typeface="+mj-lt"/>
              </a:rPr>
              <a:t>pellentesque</a:t>
            </a:r>
            <a:r>
              <a:rPr lang="en-US" sz="1100">
                <a:latin typeface="+mj-lt"/>
              </a:rPr>
              <a:t> </a:t>
            </a:r>
            <a:r>
              <a:rPr lang="en-US" sz="1100" err="1">
                <a:latin typeface="+mj-lt"/>
              </a:rPr>
              <a:t>massa</a:t>
            </a:r>
            <a:r>
              <a:rPr lang="en-US" sz="1100">
                <a:latin typeface="+mj-lt"/>
              </a:rPr>
              <a:t>. </a:t>
            </a:r>
            <a:r>
              <a:rPr lang="en-US" sz="1100" err="1">
                <a:latin typeface="+mj-lt"/>
              </a:rPr>
              <a:t>Nulla</a:t>
            </a:r>
            <a:r>
              <a:rPr lang="en-US" sz="1100">
                <a:latin typeface="+mj-lt"/>
              </a:rPr>
              <a:t> </a:t>
            </a:r>
            <a:r>
              <a:rPr lang="en-US" sz="1100" err="1">
                <a:latin typeface="+mj-lt"/>
              </a:rPr>
              <a:t>feugiat</a:t>
            </a:r>
            <a:r>
              <a:rPr lang="en-US" sz="1100">
                <a:latin typeface="+mj-lt"/>
              </a:rPr>
              <a:t>, </a:t>
            </a:r>
            <a:r>
              <a:rPr lang="en-US" sz="1100" err="1">
                <a:latin typeface="+mj-lt"/>
              </a:rPr>
              <a:t>turpis</a:t>
            </a:r>
            <a:r>
              <a:rPr lang="en-US" sz="1100">
                <a:latin typeface="+mj-lt"/>
              </a:rPr>
              <a:t> et </a:t>
            </a:r>
            <a:r>
              <a:rPr lang="en-US" sz="1100" err="1">
                <a:latin typeface="+mj-lt"/>
              </a:rPr>
              <a:t>posuere</a:t>
            </a:r>
            <a:r>
              <a:rPr lang="en-US" sz="1100">
                <a:latin typeface="+mj-lt"/>
              </a:rPr>
              <a:t> </a:t>
            </a:r>
            <a:r>
              <a:rPr lang="en-US" sz="1100" err="1">
                <a:latin typeface="+mj-lt"/>
              </a:rPr>
              <a:t>viverra</a:t>
            </a:r>
            <a:r>
              <a:rPr lang="en-US" sz="1100">
                <a:latin typeface="+mj-lt"/>
              </a:rPr>
              <a:t>, ipsum </a:t>
            </a:r>
            <a:r>
              <a:rPr lang="en-US" sz="1100" err="1">
                <a:latin typeface="+mj-lt"/>
              </a:rPr>
              <a:t>sem</a:t>
            </a:r>
            <a:r>
              <a:rPr lang="en-US" sz="1100">
                <a:latin typeface="+mj-lt"/>
              </a:rPr>
              <a:t> </a:t>
            </a:r>
            <a:r>
              <a:rPr lang="en-US" sz="1100" err="1">
                <a:latin typeface="+mj-lt"/>
              </a:rPr>
              <a:t>tincidunt</a:t>
            </a:r>
            <a:r>
              <a:rPr lang="en-US" sz="1100">
                <a:latin typeface="+mj-lt"/>
              </a:rPr>
              <a:t> </a:t>
            </a:r>
            <a:r>
              <a:rPr lang="en-US" sz="1100" err="1">
                <a:latin typeface="+mj-lt"/>
              </a:rPr>
              <a:t>est</a:t>
            </a:r>
            <a:r>
              <a:rPr lang="en-US" sz="1100">
                <a:latin typeface="+mj-lt"/>
              </a:rPr>
              <a:t>, </a:t>
            </a:r>
            <a:r>
              <a:rPr lang="en-US" sz="1100" err="1">
                <a:latin typeface="+mj-lt"/>
              </a:rPr>
              <a:t>finibus</a:t>
            </a:r>
            <a:r>
              <a:rPr lang="en-US" sz="1100">
                <a:latin typeface="+mj-lt"/>
              </a:rPr>
              <a:t> </a:t>
            </a:r>
            <a:r>
              <a:rPr lang="en-US" sz="1100" err="1">
                <a:latin typeface="+mj-lt"/>
              </a:rPr>
              <a:t>tempor</a:t>
            </a:r>
            <a:r>
              <a:rPr lang="en-US" sz="1100">
                <a:latin typeface="+mj-lt"/>
              </a:rPr>
              <a:t> </a:t>
            </a:r>
            <a:r>
              <a:rPr lang="en-US" sz="1100" err="1">
                <a:latin typeface="+mj-lt"/>
              </a:rPr>
              <a:t>nibh</a:t>
            </a:r>
            <a:r>
              <a:rPr lang="en-US" sz="1100">
                <a:latin typeface="+mj-lt"/>
              </a:rPr>
              <a:t> ante semper diam. </a:t>
            </a:r>
            <a:r>
              <a:rPr lang="en-US" sz="1100" err="1">
                <a:latin typeface="+mj-lt"/>
              </a:rPr>
              <a:t>Nullam</a:t>
            </a:r>
            <a:r>
              <a:rPr lang="en-US" sz="1100">
                <a:latin typeface="+mj-lt"/>
              </a:rPr>
              <a:t> </a:t>
            </a:r>
            <a:r>
              <a:rPr lang="en-US" sz="1100" err="1">
                <a:latin typeface="+mj-lt"/>
              </a:rPr>
              <a:t>quis</a:t>
            </a:r>
            <a:r>
              <a:rPr lang="en-US" sz="1100">
                <a:latin typeface="+mj-lt"/>
              </a:rPr>
              <a:t> </a:t>
            </a:r>
            <a:r>
              <a:rPr lang="en-US" sz="1100" err="1">
                <a:latin typeface="+mj-lt"/>
              </a:rPr>
              <a:t>euismod</a:t>
            </a:r>
            <a:r>
              <a:rPr lang="en-US" sz="1100">
                <a:latin typeface="+mj-lt"/>
              </a:rPr>
              <a:t> </a:t>
            </a:r>
            <a:r>
              <a:rPr lang="en-US" sz="1100" err="1">
                <a:latin typeface="+mj-lt"/>
              </a:rPr>
              <a:t>neque</a:t>
            </a:r>
            <a:r>
              <a:rPr lang="en-US" sz="1100">
                <a:latin typeface="+mj-lt"/>
              </a:rPr>
              <a:t>, </a:t>
            </a:r>
            <a:r>
              <a:rPr lang="en-US" sz="1100" err="1">
                <a:latin typeface="+mj-lt"/>
              </a:rPr>
              <a:t>nec</a:t>
            </a:r>
            <a:r>
              <a:rPr lang="en-US" sz="1100">
                <a:latin typeface="+mj-lt"/>
              </a:rPr>
              <a:t> </a:t>
            </a:r>
            <a:r>
              <a:rPr lang="en-US" sz="1100" err="1">
                <a:latin typeface="+mj-lt"/>
              </a:rPr>
              <a:t>facilisis</a:t>
            </a:r>
            <a:r>
              <a:rPr lang="en-US" sz="1100">
                <a:latin typeface="+mj-lt"/>
              </a:rPr>
              <a:t> sem. </a:t>
            </a:r>
            <a:r>
              <a:rPr lang="en-US" sz="1100" err="1">
                <a:latin typeface="+mj-lt"/>
              </a:rPr>
              <a:t>Morbi</a:t>
            </a:r>
            <a:r>
              <a:rPr lang="en-US" sz="1100">
                <a:latin typeface="+mj-lt"/>
              </a:rPr>
              <a:t> </a:t>
            </a:r>
            <a:r>
              <a:rPr lang="en-US" sz="1100" err="1">
                <a:latin typeface="+mj-lt"/>
              </a:rPr>
              <a:t>egestas</a:t>
            </a:r>
            <a:r>
              <a:rPr lang="en-US" sz="1100">
                <a:latin typeface="+mj-lt"/>
              </a:rPr>
              <a:t> </a:t>
            </a:r>
            <a:r>
              <a:rPr lang="en-US" sz="1100" err="1">
                <a:latin typeface="+mj-lt"/>
              </a:rPr>
              <a:t>iaculis</a:t>
            </a:r>
            <a:r>
              <a:rPr lang="en-US" sz="1100">
                <a:latin typeface="+mj-lt"/>
              </a:rPr>
              <a:t> </a:t>
            </a:r>
            <a:r>
              <a:rPr lang="en-US" sz="1100" err="1">
                <a:latin typeface="+mj-lt"/>
              </a:rPr>
              <a:t>dignissim</a:t>
            </a:r>
            <a:r>
              <a:rPr lang="en-US" sz="1100">
                <a:latin typeface="+mj-lt"/>
              </a:rPr>
              <a:t>. In </a:t>
            </a:r>
            <a:r>
              <a:rPr lang="en-US" sz="1100" err="1">
                <a:latin typeface="+mj-lt"/>
              </a:rPr>
              <a:t>accumsan</a:t>
            </a:r>
            <a:r>
              <a:rPr lang="en-US" sz="1100">
                <a:latin typeface="+mj-lt"/>
              </a:rPr>
              <a:t> </a:t>
            </a:r>
            <a:r>
              <a:rPr lang="en-US" sz="1100" err="1">
                <a:latin typeface="+mj-lt"/>
              </a:rPr>
              <a:t>tortor</a:t>
            </a:r>
            <a:r>
              <a:rPr lang="en-US" sz="1100">
                <a:latin typeface="+mj-lt"/>
              </a:rPr>
              <a:t> </a:t>
            </a:r>
            <a:r>
              <a:rPr lang="en-US" sz="1100" err="1">
                <a:latin typeface="+mj-lt"/>
              </a:rPr>
              <a:t>elit</a:t>
            </a:r>
            <a:r>
              <a:rPr lang="en-US" sz="1100">
                <a:latin typeface="+mj-lt"/>
              </a:rPr>
              <a:t>, non </a:t>
            </a:r>
            <a:r>
              <a:rPr lang="en-US" sz="1100" err="1">
                <a:latin typeface="+mj-lt"/>
              </a:rPr>
              <a:t>euismod</a:t>
            </a:r>
            <a:r>
              <a:rPr lang="en-US" sz="1100">
                <a:latin typeface="+mj-lt"/>
              </a:rPr>
              <a:t> </a:t>
            </a:r>
            <a:r>
              <a:rPr lang="en-US" sz="1100" err="1">
                <a:latin typeface="+mj-lt"/>
              </a:rPr>
              <a:t>eros</a:t>
            </a:r>
            <a:r>
              <a:rPr lang="en-US" sz="1100">
                <a:latin typeface="+mj-lt"/>
              </a:rPr>
              <a:t> </a:t>
            </a:r>
            <a:r>
              <a:rPr lang="en-US" sz="1100" err="1">
                <a:latin typeface="+mj-lt"/>
              </a:rPr>
              <a:t>accumsan</a:t>
            </a:r>
            <a:r>
              <a:rPr lang="en-US" sz="1100">
                <a:latin typeface="+mj-lt"/>
              </a:rPr>
              <a:t> ac. </a:t>
            </a:r>
            <a:r>
              <a:rPr lang="en-US" sz="1100" err="1">
                <a:latin typeface="+mj-lt"/>
              </a:rPr>
              <a:t>Sed</a:t>
            </a:r>
            <a:r>
              <a:rPr lang="en-US" sz="1100">
                <a:latin typeface="+mj-lt"/>
              </a:rPr>
              <a:t> </a:t>
            </a:r>
            <a:r>
              <a:rPr lang="en-US" sz="1100" err="1">
                <a:latin typeface="+mj-lt"/>
              </a:rPr>
              <a:t>ultrices</a:t>
            </a:r>
            <a:r>
              <a:rPr lang="en-US" sz="1100">
                <a:latin typeface="+mj-lt"/>
              </a:rPr>
              <a:t> mi lorem, </a:t>
            </a:r>
            <a:r>
              <a:rPr lang="en-US" sz="1100" err="1">
                <a:latin typeface="+mj-lt"/>
              </a:rPr>
              <a:t>ut</a:t>
            </a:r>
            <a:r>
              <a:rPr lang="en-US" sz="1100">
                <a:latin typeface="+mj-lt"/>
              </a:rPr>
              <a:t> </a:t>
            </a:r>
            <a:r>
              <a:rPr lang="en-US" sz="1100" err="1">
                <a:latin typeface="+mj-lt"/>
              </a:rPr>
              <a:t>dignissim</a:t>
            </a:r>
            <a:r>
              <a:rPr lang="en-US" sz="1100">
                <a:latin typeface="+mj-lt"/>
              </a:rPr>
              <a:t> </a:t>
            </a:r>
            <a:r>
              <a:rPr lang="en-US" sz="1100" err="1">
                <a:latin typeface="+mj-lt"/>
              </a:rPr>
              <a:t>nibh</a:t>
            </a:r>
            <a:r>
              <a:rPr lang="en-US" sz="1100">
                <a:latin typeface="+mj-lt"/>
              </a:rPr>
              <a:t> </a:t>
            </a:r>
            <a:r>
              <a:rPr lang="en-US" sz="1100" err="1">
                <a:latin typeface="+mj-lt"/>
              </a:rPr>
              <a:t>facilisis</a:t>
            </a:r>
            <a:r>
              <a:rPr lang="en-US" sz="1100">
                <a:latin typeface="+mj-lt"/>
              </a:rPr>
              <a:t> vel.</a:t>
            </a:r>
          </a:p>
        </p:txBody>
      </p:sp>
      <p:sp>
        <p:nvSpPr>
          <p:cNvPr id="5" name="Text Placeholder 4"/>
          <p:cNvSpPr>
            <a:spLocks noGrp="1"/>
          </p:cNvSpPr>
          <p:nvPr>
            <p:ph type="body" sz="quarter" idx="11" hasCustomPrompt="1"/>
          </p:nvPr>
        </p:nvSpPr>
        <p:spPr>
          <a:xfrm>
            <a:off x="357188" y="1079500"/>
            <a:ext cx="8429625" cy="342900"/>
          </a:xfrm>
        </p:spPr>
        <p:txBody>
          <a:bodyPr wrap="none" bIns="0">
            <a:noAutofit/>
          </a:bodyPr>
          <a:lstStyle>
            <a:lvl1pPr marL="0" indent="0">
              <a:spcBef>
                <a:spcPts val="288"/>
              </a:spcBef>
              <a:buNone/>
              <a:defRPr sz="1200" b="1" i="0" cap="all" spc="200" baseline="0">
                <a:solidFill>
                  <a:schemeClr val="accent2"/>
                </a:solidFill>
              </a:defRPr>
            </a:lvl1pPr>
          </a:lstStyle>
          <a:p>
            <a:pPr lvl="0"/>
            <a:r>
              <a:rPr lang="en-US"/>
              <a:t>Highlight goes here</a:t>
            </a:r>
          </a:p>
        </p:txBody>
      </p:sp>
      <p:cxnSp>
        <p:nvCxnSpPr>
          <p:cNvPr id="6" name="Straight Connector 5"/>
          <p:cNvCxnSpPr/>
          <p:nvPr userDrawn="1"/>
        </p:nvCxnSpPr>
        <p:spPr>
          <a:xfrm>
            <a:off x="294410" y="716437"/>
            <a:ext cx="8555182"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8" name="Slide Number Placeholder 1"/>
          <p:cNvSpPr>
            <a:spLocks noGrp="1"/>
          </p:cNvSpPr>
          <p:nvPr>
            <p:ph type="sldNum" sz="quarter" idx="4"/>
          </p:nvPr>
        </p:nvSpPr>
        <p:spPr>
          <a:xfrm>
            <a:off x="7413442" y="4826640"/>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pPr defTabSz="685783"/>
            <a:fld id="{3A707DD9-E92B-45E8-BE0A-E6B2EDF345EB}" type="slidenum">
              <a:rPr lang="en-US" smtClean="0"/>
              <a:pPr defTabSz="685783"/>
              <a:t>‹#›</a:t>
            </a:fld>
            <a:endParaRPr lang="en-US"/>
          </a:p>
        </p:txBody>
      </p:sp>
    </p:spTree>
    <p:extLst>
      <p:ext uri="{BB962C8B-B14F-4D97-AF65-F5344CB8AC3E}">
        <p14:creationId xmlns:p14="http://schemas.microsoft.com/office/powerpoint/2010/main" val="344343907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Please Add Slide Headline Here</a:t>
            </a:r>
          </a:p>
        </p:txBody>
      </p:sp>
      <p:sp>
        <p:nvSpPr>
          <p:cNvPr id="3" name="Content Placeholder 5"/>
          <p:cNvSpPr>
            <a:spLocks noGrp="1"/>
          </p:cNvSpPr>
          <p:nvPr>
            <p:ph sz="quarter" idx="10" hasCustomPrompt="1"/>
          </p:nvPr>
        </p:nvSpPr>
        <p:spPr>
          <a:xfrm>
            <a:off x="357190" y="1422400"/>
            <a:ext cx="3986211" cy="3054350"/>
          </a:xfrm>
        </p:spPr>
        <p:txBody>
          <a:bodyPr/>
          <a:lstStyle>
            <a:lvl1pPr marL="171446" indent="-171446">
              <a:buFont typeface="Arial" panose="020B0604020202020204" pitchFamily="34" charset="0"/>
              <a:buChar char="•"/>
              <a:defRPr>
                <a:latin typeface="+mj-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a:t>
            </a:r>
          </a:p>
          <a:p>
            <a:pPr lvl="0"/>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r>
              <a:rPr lang="en-US" err="1"/>
              <a:t>Aliquam</a:t>
            </a:r>
            <a:r>
              <a:rPr lang="en-US"/>
              <a:t> sit </a:t>
            </a:r>
            <a:r>
              <a:rPr lang="en-US" err="1"/>
              <a:t>amet</a:t>
            </a:r>
            <a:r>
              <a:rPr lang="en-US"/>
              <a:t> </a:t>
            </a:r>
            <a:r>
              <a:rPr lang="en-US" err="1"/>
              <a:t>leo</a:t>
            </a:r>
            <a:r>
              <a:rPr lang="en-US"/>
              <a:t> semper, </a:t>
            </a:r>
            <a:r>
              <a:rPr lang="en-US" err="1"/>
              <a:t>tincidunt</a:t>
            </a:r>
            <a:r>
              <a:rPr lang="en-US"/>
              <a:t> dolor a, </a:t>
            </a:r>
            <a:r>
              <a:rPr lang="en-US" err="1"/>
              <a:t>lobortis</a:t>
            </a:r>
            <a:r>
              <a:rPr lang="en-US"/>
              <a:t> </a:t>
            </a:r>
            <a:r>
              <a:rPr lang="en-US" err="1"/>
              <a:t>elit</a:t>
            </a:r>
            <a:r>
              <a:rPr lang="en-US"/>
              <a:t>. </a:t>
            </a:r>
            <a:r>
              <a:rPr lang="en-US" err="1"/>
              <a:t>Nulla</a:t>
            </a:r>
            <a:r>
              <a:rPr lang="en-US"/>
              <a:t> ipsum dolor, </a:t>
            </a:r>
            <a:r>
              <a:rPr lang="en-US" err="1"/>
              <a:t>condimentum</a:t>
            </a:r>
            <a:r>
              <a:rPr lang="en-US"/>
              <a:t> </a:t>
            </a:r>
          </a:p>
          <a:p>
            <a:pPr lvl="0"/>
            <a:r>
              <a:rPr lang="en-US"/>
              <a:t>at nisi et, </a:t>
            </a:r>
            <a:r>
              <a:rPr lang="en-US" err="1"/>
              <a:t>varius</a:t>
            </a:r>
            <a:r>
              <a:rPr lang="en-US"/>
              <a:t> </a:t>
            </a:r>
            <a:r>
              <a:rPr lang="en-US" err="1"/>
              <a:t>lobortis</a:t>
            </a:r>
            <a:r>
              <a:rPr lang="en-US"/>
              <a:t> </a:t>
            </a:r>
            <a:r>
              <a:rPr lang="en-US" err="1"/>
              <a:t>lectus</a:t>
            </a:r>
            <a:r>
              <a:rPr lang="en-US"/>
              <a:t>. </a:t>
            </a:r>
            <a:r>
              <a:rPr lang="en-US" err="1"/>
              <a:t>Fusce</a:t>
            </a:r>
            <a:r>
              <a:rPr lang="en-US"/>
              <a:t> </a:t>
            </a:r>
            <a:r>
              <a:rPr lang="en-US" err="1"/>
              <a:t>fermentum</a:t>
            </a:r>
            <a:r>
              <a:rPr lang="en-US"/>
              <a:t> </a:t>
            </a:r>
            <a:r>
              <a:rPr lang="en-US" err="1"/>
              <a:t>bibendum</a:t>
            </a:r>
            <a:r>
              <a:rPr lang="en-US"/>
              <a:t> </a:t>
            </a:r>
            <a:r>
              <a:rPr lang="en-US" err="1"/>
              <a:t>varius</a:t>
            </a:r>
            <a:r>
              <a:rPr lang="en-US"/>
              <a:t>. </a:t>
            </a: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endParaRPr lang="en-US"/>
          </a:p>
        </p:txBody>
      </p:sp>
      <p:sp>
        <p:nvSpPr>
          <p:cNvPr id="5" name="Text Placeholder 4"/>
          <p:cNvSpPr>
            <a:spLocks noGrp="1"/>
          </p:cNvSpPr>
          <p:nvPr>
            <p:ph type="body" sz="quarter" idx="11" hasCustomPrompt="1"/>
          </p:nvPr>
        </p:nvSpPr>
        <p:spPr>
          <a:xfrm>
            <a:off x="357189" y="1079500"/>
            <a:ext cx="3986212" cy="342900"/>
          </a:xfrm>
        </p:spPr>
        <p:txBody>
          <a:bodyPr wrap="none" bIns="0">
            <a:noAutofit/>
          </a:bodyPr>
          <a:lstStyle>
            <a:lvl1pPr marL="0" indent="0">
              <a:spcBef>
                <a:spcPts val="288"/>
              </a:spcBef>
              <a:buNone/>
              <a:defRPr sz="1200" b="1" i="0" cap="all" spc="200" baseline="0">
                <a:solidFill>
                  <a:schemeClr val="accent2"/>
                </a:solidFill>
              </a:defRPr>
            </a:lvl1pPr>
          </a:lstStyle>
          <a:p>
            <a:pPr lvl="0"/>
            <a:r>
              <a:rPr lang="en-US"/>
              <a:t>Highlight goes here</a:t>
            </a:r>
          </a:p>
        </p:txBody>
      </p:sp>
      <p:sp>
        <p:nvSpPr>
          <p:cNvPr id="6" name="Content Placeholder 5"/>
          <p:cNvSpPr>
            <a:spLocks noGrp="1"/>
          </p:cNvSpPr>
          <p:nvPr>
            <p:ph sz="quarter" idx="12" hasCustomPrompt="1"/>
          </p:nvPr>
        </p:nvSpPr>
        <p:spPr>
          <a:xfrm>
            <a:off x="4800599" y="1422400"/>
            <a:ext cx="3993357" cy="3054350"/>
          </a:xfrm>
        </p:spPr>
        <p:txBody>
          <a:bodyPr/>
          <a:lstStyle>
            <a:lvl1pPr marL="171446" indent="-171446">
              <a:buFont typeface="Arial" panose="020B0604020202020204" pitchFamily="34" charset="0"/>
              <a:buChar char="•"/>
              <a:defRPr>
                <a:latin typeface="+mj-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a:t>
            </a:r>
          </a:p>
          <a:p>
            <a:pPr lvl="0"/>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r>
              <a:rPr lang="en-US" err="1"/>
              <a:t>Aliquam</a:t>
            </a:r>
            <a:r>
              <a:rPr lang="en-US"/>
              <a:t> sit </a:t>
            </a:r>
            <a:r>
              <a:rPr lang="en-US" err="1"/>
              <a:t>amet</a:t>
            </a:r>
            <a:r>
              <a:rPr lang="en-US"/>
              <a:t> </a:t>
            </a:r>
            <a:r>
              <a:rPr lang="en-US" err="1"/>
              <a:t>leo</a:t>
            </a:r>
            <a:r>
              <a:rPr lang="en-US"/>
              <a:t> semper, </a:t>
            </a:r>
            <a:r>
              <a:rPr lang="en-US" err="1"/>
              <a:t>tincidunt</a:t>
            </a:r>
            <a:r>
              <a:rPr lang="en-US"/>
              <a:t> dolor a, </a:t>
            </a:r>
            <a:r>
              <a:rPr lang="en-US" err="1"/>
              <a:t>lobortis</a:t>
            </a:r>
            <a:r>
              <a:rPr lang="en-US"/>
              <a:t> </a:t>
            </a:r>
            <a:r>
              <a:rPr lang="en-US" err="1"/>
              <a:t>elit</a:t>
            </a:r>
            <a:r>
              <a:rPr lang="en-US"/>
              <a:t>. </a:t>
            </a:r>
            <a:r>
              <a:rPr lang="en-US" err="1"/>
              <a:t>Nulla</a:t>
            </a:r>
            <a:r>
              <a:rPr lang="en-US"/>
              <a:t> ipsum dolor, </a:t>
            </a:r>
            <a:r>
              <a:rPr lang="en-US" err="1"/>
              <a:t>condimentum</a:t>
            </a:r>
            <a:r>
              <a:rPr lang="en-US"/>
              <a:t> </a:t>
            </a:r>
          </a:p>
          <a:p>
            <a:pPr lvl="0"/>
            <a:r>
              <a:rPr lang="en-US"/>
              <a:t>at nisi et, </a:t>
            </a:r>
            <a:r>
              <a:rPr lang="en-US" err="1"/>
              <a:t>varius</a:t>
            </a:r>
            <a:r>
              <a:rPr lang="en-US"/>
              <a:t> </a:t>
            </a:r>
            <a:r>
              <a:rPr lang="en-US" err="1"/>
              <a:t>lobortis</a:t>
            </a:r>
            <a:r>
              <a:rPr lang="en-US"/>
              <a:t> </a:t>
            </a:r>
            <a:r>
              <a:rPr lang="en-US" err="1"/>
              <a:t>lectus</a:t>
            </a:r>
            <a:r>
              <a:rPr lang="en-US"/>
              <a:t>. </a:t>
            </a:r>
            <a:r>
              <a:rPr lang="en-US" err="1"/>
              <a:t>Fusce</a:t>
            </a:r>
            <a:r>
              <a:rPr lang="en-US"/>
              <a:t> </a:t>
            </a:r>
            <a:r>
              <a:rPr lang="en-US" err="1"/>
              <a:t>fermentum</a:t>
            </a:r>
            <a:r>
              <a:rPr lang="en-US"/>
              <a:t> </a:t>
            </a:r>
            <a:r>
              <a:rPr lang="en-US" err="1"/>
              <a:t>bibendum</a:t>
            </a:r>
            <a:r>
              <a:rPr lang="en-US"/>
              <a:t> </a:t>
            </a:r>
            <a:r>
              <a:rPr lang="en-US" err="1"/>
              <a:t>varius</a:t>
            </a:r>
            <a:r>
              <a:rPr lang="en-US"/>
              <a:t>. </a:t>
            </a: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endParaRPr lang="en-US"/>
          </a:p>
        </p:txBody>
      </p:sp>
      <p:sp>
        <p:nvSpPr>
          <p:cNvPr id="7" name="Text Placeholder 4"/>
          <p:cNvSpPr>
            <a:spLocks noGrp="1"/>
          </p:cNvSpPr>
          <p:nvPr>
            <p:ph type="body" sz="quarter" idx="13" hasCustomPrompt="1"/>
          </p:nvPr>
        </p:nvSpPr>
        <p:spPr>
          <a:xfrm>
            <a:off x="4800598" y="1079500"/>
            <a:ext cx="3993359" cy="342900"/>
          </a:xfrm>
        </p:spPr>
        <p:txBody>
          <a:bodyPr wrap="none" bIns="0">
            <a:noAutofit/>
          </a:bodyPr>
          <a:lstStyle>
            <a:lvl1pPr marL="0" indent="0">
              <a:spcBef>
                <a:spcPts val="288"/>
              </a:spcBef>
              <a:buNone/>
              <a:defRPr sz="1200" b="1" i="0" cap="all" spc="200" baseline="0">
                <a:solidFill>
                  <a:schemeClr val="accent2"/>
                </a:solidFill>
              </a:defRPr>
            </a:lvl1pPr>
          </a:lstStyle>
          <a:p>
            <a:pPr lvl="0"/>
            <a:r>
              <a:rPr lang="en-US"/>
              <a:t>OTHER Highlight goes here</a:t>
            </a:r>
          </a:p>
        </p:txBody>
      </p:sp>
      <p:cxnSp>
        <p:nvCxnSpPr>
          <p:cNvPr id="8" name="Straight Connector 7"/>
          <p:cNvCxnSpPr/>
          <p:nvPr userDrawn="1"/>
        </p:nvCxnSpPr>
        <p:spPr>
          <a:xfrm>
            <a:off x="294410" y="716437"/>
            <a:ext cx="8555182"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10" name="Slide Number Placeholder 1"/>
          <p:cNvSpPr>
            <a:spLocks noGrp="1"/>
          </p:cNvSpPr>
          <p:nvPr>
            <p:ph type="sldNum" sz="quarter" idx="4"/>
          </p:nvPr>
        </p:nvSpPr>
        <p:spPr>
          <a:xfrm>
            <a:off x="7413442" y="4826640"/>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pPr defTabSz="685783"/>
            <a:fld id="{3A707DD9-E92B-45E8-BE0A-E6B2EDF345EB}" type="slidenum">
              <a:rPr lang="en-US" smtClean="0"/>
              <a:pPr defTabSz="685783"/>
              <a:t>‹#›</a:t>
            </a:fld>
            <a:endParaRPr lang="en-US"/>
          </a:p>
        </p:txBody>
      </p:sp>
    </p:spTree>
    <p:extLst>
      <p:ext uri="{BB962C8B-B14F-4D97-AF65-F5344CB8AC3E}">
        <p14:creationId xmlns:p14="http://schemas.microsoft.com/office/powerpoint/2010/main" val="222833873"/>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and Pictur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Please Add Slide Headline Here</a:t>
            </a:r>
          </a:p>
        </p:txBody>
      </p:sp>
      <p:sp>
        <p:nvSpPr>
          <p:cNvPr id="6" name="Content Placeholder 5"/>
          <p:cNvSpPr>
            <a:spLocks noGrp="1"/>
          </p:cNvSpPr>
          <p:nvPr>
            <p:ph sz="quarter" idx="10" hasCustomPrompt="1"/>
          </p:nvPr>
        </p:nvSpPr>
        <p:spPr>
          <a:xfrm>
            <a:off x="357190" y="1079500"/>
            <a:ext cx="3986211" cy="3397250"/>
          </a:xfrm>
        </p:spPr>
        <p:txBody>
          <a:bodyPr/>
          <a:lstStyle>
            <a:lvl1pPr marL="171446" marR="0" indent="-171446" algn="l" defTabSz="914378" rtl="0" eaLnBrk="1" fontAlgn="auto" latinLnBrk="0" hangingPunct="1">
              <a:lnSpc>
                <a:spcPts val="1600"/>
              </a:lnSpc>
              <a:spcBef>
                <a:spcPts val="264"/>
              </a:spcBef>
              <a:spcAft>
                <a:spcPts val="300"/>
              </a:spcAft>
              <a:buClrTx/>
              <a:buSzTx/>
              <a:buFont typeface="Arial" panose="020B0604020202020204" pitchFamily="34" charset="0"/>
              <a:buChar char="•"/>
              <a:tabLst/>
              <a:defRPr>
                <a:latin typeface="+mj-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a:t>
            </a:r>
          </a:p>
          <a:p>
            <a:pPr lvl="0"/>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r>
              <a:rPr lang="en-US" err="1"/>
              <a:t>Aliquam</a:t>
            </a:r>
            <a:r>
              <a:rPr lang="en-US"/>
              <a:t> sit </a:t>
            </a:r>
            <a:r>
              <a:rPr lang="en-US" err="1"/>
              <a:t>amet</a:t>
            </a:r>
            <a:r>
              <a:rPr lang="en-US"/>
              <a:t> </a:t>
            </a:r>
            <a:r>
              <a:rPr lang="en-US" err="1"/>
              <a:t>leo</a:t>
            </a:r>
            <a:r>
              <a:rPr lang="en-US"/>
              <a:t> semper, </a:t>
            </a:r>
            <a:r>
              <a:rPr lang="en-US" err="1"/>
              <a:t>tincidunt</a:t>
            </a:r>
            <a:r>
              <a:rPr lang="en-US"/>
              <a:t> dolor a, </a:t>
            </a:r>
            <a:r>
              <a:rPr lang="en-US" err="1"/>
              <a:t>lobortis</a:t>
            </a:r>
            <a:r>
              <a:rPr lang="en-US"/>
              <a:t> </a:t>
            </a:r>
            <a:r>
              <a:rPr lang="en-US" err="1"/>
              <a:t>elit</a:t>
            </a:r>
            <a:r>
              <a:rPr lang="en-US"/>
              <a:t>. </a:t>
            </a:r>
            <a:r>
              <a:rPr lang="en-US" err="1"/>
              <a:t>Nulla</a:t>
            </a:r>
            <a:r>
              <a:rPr lang="en-US"/>
              <a:t> ipsum dolor, </a:t>
            </a:r>
            <a:r>
              <a:rPr lang="en-US" err="1"/>
              <a:t>condimentum</a:t>
            </a:r>
            <a:endParaRPr lang="en-US"/>
          </a:p>
          <a:p>
            <a:pPr lvl="0"/>
            <a:r>
              <a:rPr lang="en-US"/>
              <a:t>at nisi et, </a:t>
            </a:r>
            <a:r>
              <a:rPr lang="en-US" err="1"/>
              <a:t>varius</a:t>
            </a:r>
            <a:r>
              <a:rPr lang="en-US"/>
              <a:t> </a:t>
            </a:r>
            <a:r>
              <a:rPr lang="en-US" err="1"/>
              <a:t>lobortis</a:t>
            </a:r>
            <a:r>
              <a:rPr lang="en-US"/>
              <a:t> </a:t>
            </a:r>
            <a:r>
              <a:rPr lang="en-US" err="1"/>
              <a:t>lectus</a:t>
            </a:r>
            <a:r>
              <a:rPr lang="en-US"/>
              <a:t>. </a:t>
            </a:r>
            <a:r>
              <a:rPr lang="en-US" err="1"/>
              <a:t>Fusce</a:t>
            </a:r>
            <a:r>
              <a:rPr lang="en-US"/>
              <a:t> </a:t>
            </a:r>
            <a:r>
              <a:rPr lang="en-US" err="1"/>
              <a:t>fermentum</a:t>
            </a:r>
            <a:r>
              <a:rPr lang="en-US"/>
              <a:t> </a:t>
            </a:r>
            <a:r>
              <a:rPr lang="en-US" err="1"/>
              <a:t>bibendum</a:t>
            </a:r>
            <a:r>
              <a:rPr lang="en-US"/>
              <a:t> </a:t>
            </a:r>
            <a:r>
              <a:rPr lang="en-US" err="1"/>
              <a:t>varius</a:t>
            </a:r>
            <a:r>
              <a:rPr lang="en-US"/>
              <a:t>. </a:t>
            </a: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r>
              <a:rPr lang="en-US"/>
              <a:t> </a:t>
            </a:r>
            <a:br>
              <a:rPr lang="en-US"/>
            </a:br>
            <a:r>
              <a:rPr lang="en-US"/>
              <a:t>fames ac </a:t>
            </a:r>
            <a:r>
              <a:rPr lang="en-US" err="1"/>
              <a:t>turpis</a:t>
            </a:r>
            <a:r>
              <a:rPr lang="en-US"/>
              <a:t> </a:t>
            </a:r>
            <a:r>
              <a:rPr lang="en-US" err="1"/>
              <a:t>egestas</a:t>
            </a:r>
            <a:r>
              <a:rPr lang="en-US"/>
              <a:t>.</a:t>
            </a:r>
          </a:p>
        </p:txBody>
      </p:sp>
      <p:sp>
        <p:nvSpPr>
          <p:cNvPr id="9" name="Picture Placeholder 8"/>
          <p:cNvSpPr>
            <a:spLocks noGrp="1"/>
          </p:cNvSpPr>
          <p:nvPr>
            <p:ph type="pic" sz="quarter" idx="11" hasCustomPrompt="1"/>
          </p:nvPr>
        </p:nvSpPr>
        <p:spPr>
          <a:xfrm>
            <a:off x="5334000" y="0"/>
            <a:ext cx="3810000" cy="4819650"/>
          </a:xfrm>
        </p:spPr>
        <p:txBody>
          <a:bodyPr anchor="ctr">
            <a:normAutofit/>
          </a:bodyPr>
          <a:lstStyle>
            <a:lvl1pPr marL="0" indent="0" algn="ctr">
              <a:buNone/>
              <a:defRPr sz="1600"/>
            </a:lvl1pPr>
          </a:lstStyle>
          <a:p>
            <a:r>
              <a:rPr lang="en-US"/>
              <a:t>Please add picture here</a:t>
            </a:r>
          </a:p>
          <a:p>
            <a:endParaRPr lang="en-US"/>
          </a:p>
          <a:p>
            <a:endParaRPr lang="en-US"/>
          </a:p>
        </p:txBody>
      </p:sp>
      <p:cxnSp>
        <p:nvCxnSpPr>
          <p:cNvPr id="5" name="Straight Connector 4"/>
          <p:cNvCxnSpPr/>
          <p:nvPr userDrawn="1"/>
        </p:nvCxnSpPr>
        <p:spPr>
          <a:xfrm>
            <a:off x="294410" y="716437"/>
            <a:ext cx="4222029"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8" name="Slide Number Placeholder 1"/>
          <p:cNvSpPr>
            <a:spLocks noGrp="1"/>
          </p:cNvSpPr>
          <p:nvPr>
            <p:ph type="sldNum" sz="quarter" idx="4"/>
          </p:nvPr>
        </p:nvSpPr>
        <p:spPr>
          <a:xfrm>
            <a:off x="7413442" y="4826640"/>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pPr defTabSz="685783"/>
            <a:fld id="{3A707DD9-E92B-45E8-BE0A-E6B2EDF345EB}" type="slidenum">
              <a:rPr lang="en-US" smtClean="0"/>
              <a:pPr defTabSz="685783"/>
              <a:t>‹#›</a:t>
            </a:fld>
            <a:endParaRPr lang="en-US"/>
          </a:p>
        </p:txBody>
      </p:sp>
    </p:spTree>
    <p:extLst>
      <p:ext uri="{BB962C8B-B14F-4D97-AF65-F5344CB8AC3E}">
        <p14:creationId xmlns:p14="http://schemas.microsoft.com/office/powerpoint/2010/main" val="2391332020"/>
      </p:ext>
    </p:extLst>
  </p:cSld>
  <p:clrMapOvr>
    <a:masterClrMapping/>
  </p:clrMapOvr>
  <p:extLst>
    <p:ext uri="{DCECCB84-F9BA-43D5-87BE-67443E8EF086}">
      <p15:sldGuideLst xmlns:p15="http://schemas.microsoft.com/office/powerpoint/2012/main">
        <p15:guide id="1" pos="336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with Highlight and Pictur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Please Add Slide Headline Here</a:t>
            </a:r>
          </a:p>
        </p:txBody>
      </p:sp>
      <p:sp>
        <p:nvSpPr>
          <p:cNvPr id="6" name="Content Placeholder 5"/>
          <p:cNvSpPr>
            <a:spLocks noGrp="1"/>
          </p:cNvSpPr>
          <p:nvPr>
            <p:ph sz="quarter" idx="10" hasCustomPrompt="1"/>
          </p:nvPr>
        </p:nvSpPr>
        <p:spPr>
          <a:xfrm>
            <a:off x="357189" y="1422400"/>
            <a:ext cx="3986212" cy="3054350"/>
          </a:xfrm>
        </p:spPr>
        <p:txBody>
          <a:bodyPr/>
          <a:lstStyle>
            <a:lvl1pPr marL="171446" marR="0" indent="-171446" algn="l" defTabSz="914378" rtl="0" eaLnBrk="1" fontAlgn="auto" latinLnBrk="0" hangingPunct="1">
              <a:lnSpc>
                <a:spcPts val="1600"/>
              </a:lnSpc>
              <a:spcBef>
                <a:spcPts val="264"/>
              </a:spcBef>
              <a:spcAft>
                <a:spcPts val="300"/>
              </a:spcAft>
              <a:buClrTx/>
              <a:buSzTx/>
              <a:buFont typeface="Arial" panose="020B0604020202020204" pitchFamily="34" charset="0"/>
              <a:buChar char="•"/>
              <a:tabLst/>
              <a:defRPr>
                <a:latin typeface="+mj-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 </a:t>
            </a:r>
          </a:p>
          <a:p>
            <a:pPr lvl="0"/>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r>
              <a:rPr lang="en-US" err="1"/>
              <a:t>Aliquam</a:t>
            </a:r>
            <a:r>
              <a:rPr lang="en-US"/>
              <a:t> sit </a:t>
            </a:r>
            <a:r>
              <a:rPr lang="en-US" err="1"/>
              <a:t>amet</a:t>
            </a:r>
            <a:r>
              <a:rPr lang="en-US"/>
              <a:t> </a:t>
            </a:r>
            <a:r>
              <a:rPr lang="en-US" err="1"/>
              <a:t>leo</a:t>
            </a:r>
            <a:r>
              <a:rPr lang="en-US"/>
              <a:t> semper, </a:t>
            </a:r>
            <a:r>
              <a:rPr lang="en-US" err="1"/>
              <a:t>tincidunt</a:t>
            </a:r>
            <a:r>
              <a:rPr lang="en-US"/>
              <a:t> dolor a, </a:t>
            </a:r>
            <a:r>
              <a:rPr lang="en-US" err="1"/>
              <a:t>lobortis</a:t>
            </a:r>
            <a:r>
              <a:rPr lang="en-US"/>
              <a:t> </a:t>
            </a:r>
            <a:r>
              <a:rPr lang="en-US" err="1"/>
              <a:t>elit</a:t>
            </a:r>
            <a:r>
              <a:rPr lang="en-US"/>
              <a:t>. </a:t>
            </a:r>
            <a:r>
              <a:rPr lang="en-US" err="1"/>
              <a:t>Nulla</a:t>
            </a:r>
            <a:r>
              <a:rPr lang="en-US"/>
              <a:t> ipsum dolor, </a:t>
            </a:r>
            <a:r>
              <a:rPr lang="en-US" err="1"/>
              <a:t>condimentum</a:t>
            </a:r>
            <a:r>
              <a:rPr lang="en-US"/>
              <a:t> </a:t>
            </a:r>
          </a:p>
          <a:p>
            <a:pPr lvl="0"/>
            <a:r>
              <a:rPr lang="en-US"/>
              <a:t>at nisi et, </a:t>
            </a:r>
            <a:r>
              <a:rPr lang="en-US" err="1"/>
              <a:t>varius</a:t>
            </a:r>
            <a:r>
              <a:rPr lang="en-US"/>
              <a:t> </a:t>
            </a:r>
            <a:r>
              <a:rPr lang="en-US" err="1"/>
              <a:t>lobortis</a:t>
            </a:r>
            <a:r>
              <a:rPr lang="en-US"/>
              <a:t> </a:t>
            </a:r>
            <a:r>
              <a:rPr lang="en-US" err="1"/>
              <a:t>lectus</a:t>
            </a:r>
            <a:r>
              <a:rPr lang="en-US"/>
              <a:t>. </a:t>
            </a:r>
            <a:r>
              <a:rPr lang="en-US" err="1"/>
              <a:t>Fusce</a:t>
            </a:r>
            <a:r>
              <a:rPr lang="en-US"/>
              <a:t> </a:t>
            </a:r>
            <a:r>
              <a:rPr lang="en-US" err="1"/>
              <a:t>fermentum</a:t>
            </a:r>
            <a:r>
              <a:rPr lang="en-US"/>
              <a:t> </a:t>
            </a:r>
            <a:r>
              <a:rPr lang="en-US" err="1"/>
              <a:t>bibendum</a:t>
            </a:r>
            <a:r>
              <a:rPr lang="en-US"/>
              <a:t> </a:t>
            </a:r>
            <a:r>
              <a:rPr lang="en-US" err="1"/>
              <a:t>varius</a:t>
            </a:r>
            <a:r>
              <a:rPr lang="en-US"/>
              <a:t>. </a:t>
            </a: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endParaRPr lang="en-US"/>
          </a:p>
        </p:txBody>
      </p:sp>
      <p:sp>
        <p:nvSpPr>
          <p:cNvPr id="9" name="Picture Placeholder 8"/>
          <p:cNvSpPr>
            <a:spLocks noGrp="1"/>
          </p:cNvSpPr>
          <p:nvPr>
            <p:ph type="pic" sz="quarter" idx="11" hasCustomPrompt="1"/>
          </p:nvPr>
        </p:nvSpPr>
        <p:spPr>
          <a:xfrm>
            <a:off x="5334000" y="0"/>
            <a:ext cx="3810000" cy="4819650"/>
          </a:xfrm>
        </p:spPr>
        <p:txBody>
          <a:bodyPr anchor="ctr">
            <a:normAutofit/>
          </a:bodyPr>
          <a:lstStyle>
            <a:lvl1pPr marL="0" indent="0" algn="ctr">
              <a:buNone/>
              <a:defRPr sz="1600"/>
            </a:lvl1pPr>
          </a:lstStyle>
          <a:p>
            <a:r>
              <a:rPr lang="en-US"/>
              <a:t>Please add picture here</a:t>
            </a:r>
          </a:p>
          <a:p>
            <a:endParaRPr lang="en-US"/>
          </a:p>
          <a:p>
            <a:endParaRPr lang="en-US"/>
          </a:p>
        </p:txBody>
      </p:sp>
      <p:sp>
        <p:nvSpPr>
          <p:cNvPr id="5" name="Text Placeholder 4"/>
          <p:cNvSpPr>
            <a:spLocks noGrp="1"/>
          </p:cNvSpPr>
          <p:nvPr>
            <p:ph type="body" sz="quarter" idx="12" hasCustomPrompt="1"/>
          </p:nvPr>
        </p:nvSpPr>
        <p:spPr>
          <a:xfrm>
            <a:off x="357189" y="1079500"/>
            <a:ext cx="3986212" cy="342900"/>
          </a:xfrm>
        </p:spPr>
        <p:txBody>
          <a:bodyPr wrap="none" bIns="0">
            <a:noAutofit/>
          </a:bodyPr>
          <a:lstStyle>
            <a:lvl1pPr marL="0" indent="0">
              <a:spcBef>
                <a:spcPts val="288"/>
              </a:spcBef>
              <a:buNone/>
              <a:defRPr sz="1200" b="1" i="0" cap="all" spc="200" baseline="0">
                <a:solidFill>
                  <a:schemeClr val="accent2"/>
                </a:solidFill>
              </a:defRPr>
            </a:lvl1pPr>
          </a:lstStyle>
          <a:p>
            <a:pPr lvl="0"/>
            <a:r>
              <a:rPr lang="en-US"/>
              <a:t>Highlight goes here</a:t>
            </a:r>
          </a:p>
        </p:txBody>
      </p:sp>
      <p:cxnSp>
        <p:nvCxnSpPr>
          <p:cNvPr id="7" name="Straight Connector 6"/>
          <p:cNvCxnSpPr/>
          <p:nvPr userDrawn="1"/>
        </p:nvCxnSpPr>
        <p:spPr>
          <a:xfrm>
            <a:off x="294410" y="716437"/>
            <a:ext cx="4222029"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10" name="Slide Number Placeholder 1"/>
          <p:cNvSpPr>
            <a:spLocks noGrp="1"/>
          </p:cNvSpPr>
          <p:nvPr>
            <p:ph type="sldNum" sz="quarter" idx="4"/>
          </p:nvPr>
        </p:nvSpPr>
        <p:spPr>
          <a:xfrm>
            <a:off x="7413442" y="4826640"/>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pPr defTabSz="685783"/>
            <a:fld id="{3A707DD9-E92B-45E8-BE0A-E6B2EDF345EB}" type="slidenum">
              <a:rPr lang="en-US" smtClean="0"/>
              <a:pPr defTabSz="685783"/>
              <a:t>‹#›</a:t>
            </a:fld>
            <a:endParaRPr lang="en-US"/>
          </a:p>
        </p:txBody>
      </p:sp>
    </p:spTree>
    <p:extLst>
      <p:ext uri="{BB962C8B-B14F-4D97-AF65-F5344CB8AC3E}">
        <p14:creationId xmlns:p14="http://schemas.microsoft.com/office/powerpoint/2010/main" val="2450212743"/>
      </p:ext>
    </p:extLst>
  </p:cSld>
  <p:clrMapOvr>
    <a:masterClrMapping/>
  </p:clrMapOvr>
  <p:extLst>
    <p:ext uri="{DCECCB84-F9BA-43D5-87BE-67443E8EF086}">
      <p15:sldGuideLst xmlns:p15="http://schemas.microsoft.com/office/powerpoint/2012/main">
        <p15:guide id="1" pos="336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List and Pictur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Please Add Slide Headline Here</a:t>
            </a:r>
          </a:p>
        </p:txBody>
      </p:sp>
      <p:sp>
        <p:nvSpPr>
          <p:cNvPr id="9" name="Picture Placeholder 8"/>
          <p:cNvSpPr>
            <a:spLocks noGrp="1"/>
          </p:cNvSpPr>
          <p:nvPr>
            <p:ph type="pic" sz="quarter" idx="11" hasCustomPrompt="1"/>
          </p:nvPr>
        </p:nvSpPr>
        <p:spPr>
          <a:xfrm>
            <a:off x="5334000" y="0"/>
            <a:ext cx="3810000" cy="4819650"/>
          </a:xfrm>
        </p:spPr>
        <p:txBody>
          <a:bodyPr anchor="ctr">
            <a:normAutofit/>
          </a:bodyPr>
          <a:lstStyle>
            <a:lvl1pPr marL="0" indent="0" algn="ctr">
              <a:buNone/>
              <a:defRPr sz="1600"/>
            </a:lvl1pPr>
          </a:lstStyle>
          <a:p>
            <a:r>
              <a:rPr lang="en-US"/>
              <a:t>Please add picture here</a:t>
            </a:r>
          </a:p>
          <a:p>
            <a:endParaRPr lang="en-US"/>
          </a:p>
          <a:p>
            <a:endParaRPr lang="en-US"/>
          </a:p>
        </p:txBody>
      </p:sp>
      <p:cxnSp>
        <p:nvCxnSpPr>
          <p:cNvPr id="7" name="Straight Connector 6"/>
          <p:cNvCxnSpPr/>
          <p:nvPr userDrawn="1"/>
        </p:nvCxnSpPr>
        <p:spPr>
          <a:xfrm>
            <a:off x="294410" y="716437"/>
            <a:ext cx="4222029"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14" name="Text Placeholder 13"/>
          <p:cNvSpPr>
            <a:spLocks noGrp="1"/>
          </p:cNvSpPr>
          <p:nvPr>
            <p:ph type="body" sz="quarter" idx="12" hasCustomPrompt="1"/>
          </p:nvPr>
        </p:nvSpPr>
        <p:spPr>
          <a:xfrm>
            <a:off x="357188" y="1092491"/>
            <a:ext cx="356616" cy="356616"/>
          </a:xfr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txBody>
          <a:bodyPr anchor="ctr">
            <a:normAutofit/>
          </a:bodyPr>
          <a:lstStyle>
            <a:lvl1pPr marL="0" indent="0" algn="ctr">
              <a:buNone/>
              <a:defRPr sz="1400" b="1">
                <a:solidFill>
                  <a:schemeClr val="accent2"/>
                </a:solidFill>
                <a:latin typeface="+mj-lt"/>
              </a:defRPr>
            </a:lvl1pPr>
            <a:lvl2pPr marL="457189" indent="0">
              <a:buNone/>
              <a:defRPr>
                <a:latin typeface="+mj-lt"/>
              </a:defRPr>
            </a:lvl2pPr>
            <a:lvl3pPr marL="914378" indent="0">
              <a:buNone/>
              <a:defRPr>
                <a:latin typeface="+mj-lt"/>
              </a:defRPr>
            </a:lvl3pPr>
            <a:lvl4pPr marL="1371566" indent="0">
              <a:buNone/>
              <a:defRPr>
                <a:latin typeface="+mj-lt"/>
              </a:defRPr>
            </a:lvl4pPr>
            <a:lvl5pPr marL="1828754" indent="0">
              <a:buFont typeface="Arial" panose="020B0604020202020204" pitchFamily="34" charset="0"/>
              <a:buNone/>
              <a:defRPr>
                <a:latin typeface="+mj-lt"/>
              </a:defRPr>
            </a:lvl5pPr>
          </a:lstStyle>
          <a:p>
            <a:pPr lvl="0"/>
            <a:r>
              <a:rPr lang="en-US"/>
              <a:t>#</a:t>
            </a:r>
          </a:p>
        </p:txBody>
      </p:sp>
      <p:sp>
        <p:nvSpPr>
          <p:cNvPr id="20" name="Text Placeholder 19"/>
          <p:cNvSpPr>
            <a:spLocks noGrp="1"/>
          </p:cNvSpPr>
          <p:nvPr>
            <p:ph type="body" sz="quarter" idx="13" hasCustomPrompt="1"/>
          </p:nvPr>
        </p:nvSpPr>
        <p:spPr>
          <a:xfrm>
            <a:off x="710973" y="1092491"/>
            <a:ext cx="3632428" cy="356616"/>
          </a:xfrm>
          <a:ln w="19050">
            <a:solidFill>
              <a:srgbClr val="F5F5F5"/>
            </a:solidFill>
          </a:ln>
        </p:spPr>
        <p:txBody>
          <a:bodyPr lIns="108000" anchor="ctr"/>
          <a:lstStyle>
            <a:lvl1pPr marL="0" indent="0">
              <a:buNone/>
              <a:defRPr b="1" i="0" cap="all" spc="200" baseline="0">
                <a:latin typeface="+mn-lt"/>
              </a:defRPr>
            </a:lvl1pPr>
            <a:lvl5pPr marL="2114498" indent="-285743">
              <a:buFont typeface="Arial" panose="020B0604020202020204" pitchFamily="34" charset="0"/>
              <a:buChar char="•"/>
              <a:defRPr/>
            </a:lvl5pPr>
          </a:lstStyle>
          <a:p>
            <a:pPr lvl="0"/>
            <a:r>
              <a:rPr lang="en-US"/>
              <a:t>Please put section one title here</a:t>
            </a:r>
          </a:p>
        </p:txBody>
      </p:sp>
      <p:sp>
        <p:nvSpPr>
          <p:cNvPr id="21" name="Text Placeholder 13"/>
          <p:cNvSpPr>
            <a:spLocks noGrp="1"/>
          </p:cNvSpPr>
          <p:nvPr>
            <p:ph type="body" sz="quarter" idx="14" hasCustomPrompt="1"/>
          </p:nvPr>
        </p:nvSpPr>
        <p:spPr>
          <a:xfrm>
            <a:off x="357188" y="4120134"/>
            <a:ext cx="356616" cy="356616"/>
          </a:xfr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txBody>
          <a:bodyPr anchor="ctr">
            <a:normAutofit/>
          </a:bodyPr>
          <a:lstStyle>
            <a:lvl1pPr marL="0" indent="0" algn="ctr">
              <a:buNone/>
              <a:defRPr sz="1400" b="1">
                <a:solidFill>
                  <a:schemeClr val="accent2"/>
                </a:solidFill>
                <a:latin typeface="+mj-lt"/>
              </a:defRPr>
            </a:lvl1pPr>
            <a:lvl2pPr marL="457189" indent="0">
              <a:buNone/>
              <a:defRPr>
                <a:latin typeface="+mj-lt"/>
              </a:defRPr>
            </a:lvl2pPr>
            <a:lvl3pPr marL="914378" indent="0">
              <a:buNone/>
              <a:defRPr>
                <a:latin typeface="+mj-lt"/>
              </a:defRPr>
            </a:lvl3pPr>
            <a:lvl4pPr marL="1371566" indent="0">
              <a:buNone/>
              <a:defRPr>
                <a:latin typeface="+mj-lt"/>
              </a:defRPr>
            </a:lvl4pPr>
            <a:lvl5pPr marL="1828754" indent="0">
              <a:buFont typeface="Arial" panose="020B0604020202020204" pitchFamily="34" charset="0"/>
              <a:buNone/>
              <a:defRPr>
                <a:latin typeface="+mj-lt"/>
              </a:defRPr>
            </a:lvl5pPr>
          </a:lstStyle>
          <a:p>
            <a:pPr lvl="0"/>
            <a:r>
              <a:rPr lang="en-US"/>
              <a:t>#</a:t>
            </a:r>
          </a:p>
        </p:txBody>
      </p:sp>
      <p:sp>
        <p:nvSpPr>
          <p:cNvPr id="22" name="Text Placeholder 13"/>
          <p:cNvSpPr>
            <a:spLocks noGrp="1"/>
          </p:cNvSpPr>
          <p:nvPr>
            <p:ph type="body" sz="quarter" idx="15" hasCustomPrompt="1"/>
          </p:nvPr>
        </p:nvSpPr>
        <p:spPr>
          <a:xfrm>
            <a:off x="357188" y="1698020"/>
            <a:ext cx="356616" cy="356616"/>
          </a:xfr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txBody>
          <a:bodyPr anchor="ctr">
            <a:normAutofit/>
          </a:bodyPr>
          <a:lstStyle>
            <a:lvl1pPr marL="0" indent="0" algn="ctr">
              <a:buNone/>
              <a:defRPr sz="1400" b="1">
                <a:solidFill>
                  <a:schemeClr val="accent2"/>
                </a:solidFill>
                <a:latin typeface="+mj-lt"/>
              </a:defRPr>
            </a:lvl1pPr>
            <a:lvl2pPr marL="457189" indent="0">
              <a:buNone/>
              <a:defRPr>
                <a:latin typeface="+mj-lt"/>
              </a:defRPr>
            </a:lvl2pPr>
            <a:lvl3pPr marL="914378" indent="0">
              <a:buNone/>
              <a:defRPr>
                <a:latin typeface="+mj-lt"/>
              </a:defRPr>
            </a:lvl3pPr>
            <a:lvl4pPr marL="1371566" indent="0">
              <a:buNone/>
              <a:defRPr>
                <a:latin typeface="+mj-lt"/>
              </a:defRPr>
            </a:lvl4pPr>
            <a:lvl5pPr marL="1828754" indent="0">
              <a:buFont typeface="Arial" panose="020B0604020202020204" pitchFamily="34" charset="0"/>
              <a:buNone/>
              <a:defRPr>
                <a:latin typeface="+mj-lt"/>
              </a:defRPr>
            </a:lvl5pPr>
          </a:lstStyle>
          <a:p>
            <a:pPr lvl="0"/>
            <a:r>
              <a:rPr lang="en-US"/>
              <a:t>#</a:t>
            </a:r>
          </a:p>
        </p:txBody>
      </p:sp>
      <p:sp>
        <p:nvSpPr>
          <p:cNvPr id="23" name="Text Placeholder 13"/>
          <p:cNvSpPr>
            <a:spLocks noGrp="1"/>
          </p:cNvSpPr>
          <p:nvPr>
            <p:ph type="body" sz="quarter" idx="16" hasCustomPrompt="1"/>
          </p:nvPr>
        </p:nvSpPr>
        <p:spPr>
          <a:xfrm>
            <a:off x="357188" y="2303549"/>
            <a:ext cx="356616" cy="356616"/>
          </a:xfr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txBody>
          <a:bodyPr anchor="ctr">
            <a:normAutofit/>
          </a:bodyPr>
          <a:lstStyle>
            <a:lvl1pPr marL="0" indent="0" algn="ctr">
              <a:buNone/>
              <a:defRPr sz="1400" b="1">
                <a:solidFill>
                  <a:schemeClr val="accent2"/>
                </a:solidFill>
                <a:latin typeface="+mj-lt"/>
              </a:defRPr>
            </a:lvl1pPr>
            <a:lvl2pPr marL="457189" indent="0">
              <a:buNone/>
              <a:defRPr>
                <a:latin typeface="+mj-lt"/>
              </a:defRPr>
            </a:lvl2pPr>
            <a:lvl3pPr marL="914378" indent="0">
              <a:buNone/>
              <a:defRPr>
                <a:latin typeface="+mj-lt"/>
              </a:defRPr>
            </a:lvl3pPr>
            <a:lvl4pPr marL="1371566" indent="0">
              <a:buNone/>
              <a:defRPr>
                <a:latin typeface="+mj-lt"/>
              </a:defRPr>
            </a:lvl4pPr>
            <a:lvl5pPr marL="1828754" indent="0">
              <a:buFont typeface="Arial" panose="020B0604020202020204" pitchFamily="34" charset="0"/>
              <a:buNone/>
              <a:defRPr>
                <a:latin typeface="+mj-lt"/>
              </a:defRPr>
            </a:lvl5pPr>
          </a:lstStyle>
          <a:p>
            <a:pPr lvl="0"/>
            <a:r>
              <a:rPr lang="en-US"/>
              <a:t>#</a:t>
            </a:r>
          </a:p>
        </p:txBody>
      </p:sp>
      <p:sp>
        <p:nvSpPr>
          <p:cNvPr id="24" name="Text Placeholder 13"/>
          <p:cNvSpPr>
            <a:spLocks noGrp="1"/>
          </p:cNvSpPr>
          <p:nvPr>
            <p:ph type="body" sz="quarter" idx="17" hasCustomPrompt="1"/>
          </p:nvPr>
        </p:nvSpPr>
        <p:spPr>
          <a:xfrm>
            <a:off x="357188" y="2909078"/>
            <a:ext cx="356616" cy="356616"/>
          </a:xfr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txBody>
          <a:bodyPr anchor="ctr">
            <a:normAutofit/>
          </a:bodyPr>
          <a:lstStyle>
            <a:lvl1pPr marL="0" indent="0" algn="ctr">
              <a:buNone/>
              <a:defRPr sz="1400" b="1">
                <a:solidFill>
                  <a:schemeClr val="accent2"/>
                </a:solidFill>
                <a:latin typeface="+mj-lt"/>
              </a:defRPr>
            </a:lvl1pPr>
            <a:lvl2pPr marL="457189" indent="0">
              <a:buNone/>
              <a:defRPr>
                <a:latin typeface="+mj-lt"/>
              </a:defRPr>
            </a:lvl2pPr>
            <a:lvl3pPr marL="914378" indent="0">
              <a:buNone/>
              <a:defRPr>
                <a:latin typeface="+mj-lt"/>
              </a:defRPr>
            </a:lvl3pPr>
            <a:lvl4pPr marL="1371566" indent="0">
              <a:buNone/>
              <a:defRPr>
                <a:latin typeface="+mj-lt"/>
              </a:defRPr>
            </a:lvl4pPr>
            <a:lvl5pPr marL="1828754" indent="0">
              <a:buFont typeface="Arial" panose="020B0604020202020204" pitchFamily="34" charset="0"/>
              <a:buNone/>
              <a:defRPr>
                <a:latin typeface="+mj-lt"/>
              </a:defRPr>
            </a:lvl5pPr>
          </a:lstStyle>
          <a:p>
            <a:pPr lvl="0"/>
            <a:r>
              <a:rPr lang="en-US"/>
              <a:t>#</a:t>
            </a:r>
          </a:p>
        </p:txBody>
      </p:sp>
      <p:sp>
        <p:nvSpPr>
          <p:cNvPr id="25" name="Text Placeholder 13"/>
          <p:cNvSpPr>
            <a:spLocks noGrp="1"/>
          </p:cNvSpPr>
          <p:nvPr>
            <p:ph type="body" sz="quarter" idx="18" hasCustomPrompt="1"/>
          </p:nvPr>
        </p:nvSpPr>
        <p:spPr>
          <a:xfrm>
            <a:off x="357188" y="3514607"/>
            <a:ext cx="356616" cy="356616"/>
          </a:xfr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txBody>
          <a:bodyPr anchor="ctr">
            <a:normAutofit/>
          </a:bodyPr>
          <a:lstStyle>
            <a:lvl1pPr marL="0" indent="0" algn="ctr">
              <a:buNone/>
              <a:defRPr sz="1400" b="1">
                <a:solidFill>
                  <a:schemeClr val="accent2"/>
                </a:solidFill>
                <a:latin typeface="+mj-lt"/>
              </a:defRPr>
            </a:lvl1pPr>
            <a:lvl2pPr marL="457189" indent="0">
              <a:buNone/>
              <a:defRPr>
                <a:latin typeface="+mj-lt"/>
              </a:defRPr>
            </a:lvl2pPr>
            <a:lvl3pPr marL="914378" indent="0">
              <a:buNone/>
              <a:defRPr>
                <a:latin typeface="+mj-lt"/>
              </a:defRPr>
            </a:lvl3pPr>
            <a:lvl4pPr marL="1371566" indent="0">
              <a:buNone/>
              <a:defRPr>
                <a:latin typeface="+mj-lt"/>
              </a:defRPr>
            </a:lvl4pPr>
            <a:lvl5pPr marL="1828754" indent="0">
              <a:buFont typeface="Arial" panose="020B0604020202020204" pitchFamily="34" charset="0"/>
              <a:buNone/>
              <a:defRPr>
                <a:latin typeface="+mj-lt"/>
              </a:defRPr>
            </a:lvl5pPr>
          </a:lstStyle>
          <a:p>
            <a:pPr lvl="0"/>
            <a:r>
              <a:rPr lang="en-US"/>
              <a:t>#</a:t>
            </a:r>
          </a:p>
        </p:txBody>
      </p:sp>
      <p:sp>
        <p:nvSpPr>
          <p:cNvPr id="26" name="Text Placeholder 19"/>
          <p:cNvSpPr>
            <a:spLocks noGrp="1"/>
          </p:cNvSpPr>
          <p:nvPr>
            <p:ph type="body" sz="quarter" idx="19" hasCustomPrompt="1"/>
          </p:nvPr>
        </p:nvSpPr>
        <p:spPr>
          <a:xfrm>
            <a:off x="710973" y="1697608"/>
            <a:ext cx="3632428" cy="356616"/>
          </a:xfrm>
          <a:ln w="19050">
            <a:solidFill>
              <a:srgbClr val="F5F5F5"/>
            </a:solidFill>
          </a:ln>
        </p:spPr>
        <p:txBody>
          <a:bodyPr lIns="108000" anchor="ctr"/>
          <a:lstStyle>
            <a:lvl1pPr marL="0" indent="0">
              <a:buNone/>
              <a:defRPr b="1" i="0" cap="all" spc="200" baseline="0">
                <a:latin typeface="+mn-lt"/>
              </a:defRPr>
            </a:lvl1pPr>
            <a:lvl5pPr marL="2114498" indent="-285743">
              <a:buFont typeface="Arial" panose="020B0604020202020204" pitchFamily="34" charset="0"/>
              <a:buChar char="•"/>
              <a:defRPr/>
            </a:lvl5pPr>
          </a:lstStyle>
          <a:p>
            <a:pPr lvl="0"/>
            <a:r>
              <a:rPr lang="en-US"/>
              <a:t>Please put section TWO title here</a:t>
            </a:r>
          </a:p>
        </p:txBody>
      </p:sp>
      <p:sp>
        <p:nvSpPr>
          <p:cNvPr id="27" name="Text Placeholder 19"/>
          <p:cNvSpPr>
            <a:spLocks noGrp="1"/>
          </p:cNvSpPr>
          <p:nvPr>
            <p:ph type="body" sz="quarter" idx="20" hasCustomPrompt="1"/>
          </p:nvPr>
        </p:nvSpPr>
        <p:spPr>
          <a:xfrm>
            <a:off x="710973" y="2302725"/>
            <a:ext cx="3632428" cy="356616"/>
          </a:xfrm>
          <a:ln w="19050">
            <a:solidFill>
              <a:srgbClr val="F5F5F5"/>
            </a:solidFill>
          </a:ln>
        </p:spPr>
        <p:txBody>
          <a:bodyPr lIns="108000" anchor="ctr"/>
          <a:lstStyle>
            <a:lvl1pPr marL="0" indent="0">
              <a:buNone/>
              <a:defRPr b="1" i="0" cap="all" spc="200" baseline="0">
                <a:latin typeface="+mn-lt"/>
              </a:defRPr>
            </a:lvl1pPr>
            <a:lvl5pPr marL="2114498" indent="-285743">
              <a:buFont typeface="Arial" panose="020B0604020202020204" pitchFamily="34" charset="0"/>
              <a:buChar char="•"/>
              <a:defRPr/>
            </a:lvl5pPr>
          </a:lstStyle>
          <a:p>
            <a:pPr lvl="0"/>
            <a:r>
              <a:rPr lang="en-US"/>
              <a:t>Please put section THREE title here</a:t>
            </a:r>
          </a:p>
        </p:txBody>
      </p:sp>
      <p:sp>
        <p:nvSpPr>
          <p:cNvPr id="28" name="Text Placeholder 19"/>
          <p:cNvSpPr>
            <a:spLocks noGrp="1"/>
          </p:cNvSpPr>
          <p:nvPr>
            <p:ph type="body" sz="quarter" idx="21" hasCustomPrompt="1"/>
          </p:nvPr>
        </p:nvSpPr>
        <p:spPr>
          <a:xfrm>
            <a:off x="710973" y="2907842"/>
            <a:ext cx="3632428" cy="356616"/>
          </a:xfrm>
          <a:ln w="19050">
            <a:solidFill>
              <a:srgbClr val="F5F5F5"/>
            </a:solidFill>
          </a:ln>
        </p:spPr>
        <p:txBody>
          <a:bodyPr lIns="108000" anchor="ctr"/>
          <a:lstStyle>
            <a:lvl1pPr marL="0" indent="0">
              <a:buNone/>
              <a:defRPr b="1" i="0" cap="all" spc="200" baseline="0">
                <a:latin typeface="+mn-lt"/>
              </a:defRPr>
            </a:lvl1pPr>
            <a:lvl5pPr marL="2114498" indent="-285743">
              <a:buFont typeface="Arial" panose="020B0604020202020204" pitchFamily="34" charset="0"/>
              <a:buChar char="•"/>
              <a:defRPr/>
            </a:lvl5pPr>
          </a:lstStyle>
          <a:p>
            <a:pPr lvl="0"/>
            <a:r>
              <a:rPr lang="en-US"/>
              <a:t>…</a:t>
            </a:r>
          </a:p>
        </p:txBody>
      </p:sp>
      <p:sp>
        <p:nvSpPr>
          <p:cNvPr id="29" name="Text Placeholder 19"/>
          <p:cNvSpPr>
            <a:spLocks noGrp="1"/>
          </p:cNvSpPr>
          <p:nvPr>
            <p:ph type="body" sz="quarter" idx="22" hasCustomPrompt="1"/>
          </p:nvPr>
        </p:nvSpPr>
        <p:spPr>
          <a:xfrm>
            <a:off x="710973" y="3512959"/>
            <a:ext cx="3632428" cy="356616"/>
          </a:xfrm>
          <a:ln w="19050">
            <a:solidFill>
              <a:srgbClr val="F5F5F5"/>
            </a:solidFill>
          </a:ln>
        </p:spPr>
        <p:txBody>
          <a:bodyPr lIns="108000" anchor="ctr"/>
          <a:lstStyle>
            <a:lvl1pPr marL="0" indent="0">
              <a:buNone/>
              <a:defRPr b="1" i="0" cap="all" spc="200" baseline="0">
                <a:latin typeface="+mn-lt"/>
              </a:defRPr>
            </a:lvl1pPr>
            <a:lvl5pPr marL="2114498" indent="-285743">
              <a:buFont typeface="Arial" panose="020B0604020202020204" pitchFamily="34" charset="0"/>
              <a:buChar char="•"/>
              <a:defRPr/>
            </a:lvl5pPr>
          </a:lstStyle>
          <a:p>
            <a:pPr lvl="0"/>
            <a:r>
              <a:rPr lang="en-US"/>
              <a:t>And delete</a:t>
            </a:r>
          </a:p>
        </p:txBody>
      </p:sp>
      <p:sp>
        <p:nvSpPr>
          <p:cNvPr id="30" name="Text Placeholder 19"/>
          <p:cNvSpPr>
            <a:spLocks noGrp="1"/>
          </p:cNvSpPr>
          <p:nvPr>
            <p:ph type="body" sz="quarter" idx="23" hasCustomPrompt="1"/>
          </p:nvPr>
        </p:nvSpPr>
        <p:spPr>
          <a:xfrm>
            <a:off x="710973" y="4118077"/>
            <a:ext cx="3632428" cy="356616"/>
          </a:xfrm>
          <a:ln w="19050">
            <a:solidFill>
              <a:srgbClr val="F5F5F5"/>
            </a:solidFill>
          </a:ln>
        </p:spPr>
        <p:txBody>
          <a:bodyPr lIns="108000" anchor="ctr"/>
          <a:lstStyle>
            <a:lvl1pPr marL="0" indent="0">
              <a:buNone/>
              <a:defRPr b="1" i="0" cap="all" spc="200" baseline="0">
                <a:latin typeface="+mn-lt"/>
              </a:defRPr>
            </a:lvl1pPr>
            <a:lvl5pPr marL="2114498" indent="-285743">
              <a:buFont typeface="Arial" panose="020B0604020202020204" pitchFamily="34" charset="0"/>
              <a:buChar char="•"/>
              <a:defRPr/>
            </a:lvl5pPr>
          </a:lstStyle>
          <a:p>
            <a:pPr lvl="0"/>
            <a:r>
              <a:rPr lang="en-US"/>
              <a:t>The extras</a:t>
            </a:r>
          </a:p>
        </p:txBody>
      </p:sp>
      <p:sp>
        <p:nvSpPr>
          <p:cNvPr id="33" name="Slide Number Placeholder 1"/>
          <p:cNvSpPr>
            <a:spLocks noGrp="1"/>
          </p:cNvSpPr>
          <p:nvPr>
            <p:ph type="sldNum" sz="quarter" idx="4"/>
          </p:nvPr>
        </p:nvSpPr>
        <p:spPr>
          <a:xfrm>
            <a:off x="7413442" y="4826640"/>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pPr defTabSz="685783"/>
            <a:fld id="{3A707DD9-E92B-45E8-BE0A-E6B2EDF345EB}" type="slidenum">
              <a:rPr lang="en-US" smtClean="0"/>
              <a:pPr defTabSz="685783"/>
              <a:t>‹#›</a:t>
            </a:fld>
            <a:endParaRPr lang="en-US"/>
          </a:p>
        </p:txBody>
      </p:sp>
    </p:spTree>
    <p:extLst>
      <p:ext uri="{BB962C8B-B14F-4D97-AF65-F5344CB8AC3E}">
        <p14:creationId xmlns:p14="http://schemas.microsoft.com/office/powerpoint/2010/main" val="2729639914"/>
      </p:ext>
    </p:extLst>
  </p:cSld>
  <p:clrMapOvr>
    <a:masterClrMapping/>
  </p:clrMapOvr>
  <p:extLst>
    <p:ext uri="{DCECCB84-F9BA-43D5-87BE-67443E8EF086}">
      <p15:sldGuideLst xmlns:p15="http://schemas.microsoft.com/office/powerpoint/2012/main">
        <p15:guide id="1" pos="336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Personal Profile - Right">
    <p:spTree>
      <p:nvGrpSpPr>
        <p:cNvPr id="1" name=""/>
        <p:cNvGrpSpPr/>
        <p:nvPr/>
      </p:nvGrpSpPr>
      <p:grpSpPr>
        <a:xfrm>
          <a:off x="0" y="0"/>
          <a:ext cx="0" cy="0"/>
          <a:chOff x="0" y="0"/>
          <a:chExt cx="0" cy="0"/>
        </a:xfrm>
      </p:grpSpPr>
      <p:sp>
        <p:nvSpPr>
          <p:cNvPr id="6" name="Content Placeholder 5"/>
          <p:cNvSpPr>
            <a:spLocks noGrp="1"/>
          </p:cNvSpPr>
          <p:nvPr>
            <p:ph sz="quarter" idx="10" hasCustomPrompt="1"/>
          </p:nvPr>
        </p:nvSpPr>
        <p:spPr>
          <a:xfrm>
            <a:off x="673895" y="1780394"/>
            <a:ext cx="3986211" cy="2696355"/>
          </a:xfrm>
        </p:spPr>
        <p:txBody>
          <a:bodyPr/>
          <a:lstStyle>
            <a:lvl1pPr marL="171446" marR="0" indent="-171446" algn="l" defTabSz="914378" rtl="0" eaLnBrk="1" fontAlgn="auto" latinLnBrk="0" hangingPunct="1">
              <a:lnSpc>
                <a:spcPts val="1600"/>
              </a:lnSpc>
              <a:spcBef>
                <a:spcPts val="264"/>
              </a:spcBef>
              <a:spcAft>
                <a:spcPts val="300"/>
              </a:spcAft>
              <a:buClrTx/>
              <a:buSzTx/>
              <a:buFont typeface="Arial" panose="020B0604020202020204" pitchFamily="34" charset="0"/>
              <a:buChar char="•"/>
              <a:tabLst/>
              <a:defRPr>
                <a:latin typeface="+mj-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 </a:t>
            </a:r>
          </a:p>
          <a:p>
            <a:pPr lvl="0"/>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r>
              <a:rPr lang="en-US" err="1"/>
              <a:t>Aliquam</a:t>
            </a:r>
            <a:r>
              <a:rPr lang="en-US"/>
              <a:t> sit </a:t>
            </a:r>
            <a:r>
              <a:rPr lang="en-US" err="1"/>
              <a:t>amet</a:t>
            </a:r>
            <a:r>
              <a:rPr lang="en-US"/>
              <a:t> </a:t>
            </a:r>
            <a:r>
              <a:rPr lang="en-US" err="1"/>
              <a:t>leo</a:t>
            </a:r>
            <a:r>
              <a:rPr lang="en-US"/>
              <a:t> semper, </a:t>
            </a:r>
            <a:r>
              <a:rPr lang="en-US" err="1"/>
              <a:t>tincidunt</a:t>
            </a:r>
            <a:r>
              <a:rPr lang="en-US"/>
              <a:t> dolor a, </a:t>
            </a:r>
            <a:r>
              <a:rPr lang="en-US" err="1"/>
              <a:t>lobortis</a:t>
            </a:r>
            <a:r>
              <a:rPr lang="en-US"/>
              <a:t> </a:t>
            </a:r>
            <a:r>
              <a:rPr lang="en-US" err="1"/>
              <a:t>elit</a:t>
            </a:r>
            <a:r>
              <a:rPr lang="en-US"/>
              <a:t>. </a:t>
            </a:r>
            <a:r>
              <a:rPr lang="en-US" err="1"/>
              <a:t>Nulla</a:t>
            </a:r>
            <a:r>
              <a:rPr lang="en-US"/>
              <a:t> ipsum dolor, </a:t>
            </a:r>
            <a:r>
              <a:rPr lang="en-US" err="1"/>
              <a:t>condimentum</a:t>
            </a:r>
            <a:endParaRPr lang="en-US"/>
          </a:p>
        </p:txBody>
      </p:sp>
      <p:sp>
        <p:nvSpPr>
          <p:cNvPr id="5" name="Text Placeholder 4"/>
          <p:cNvSpPr>
            <a:spLocks noGrp="1"/>
          </p:cNvSpPr>
          <p:nvPr>
            <p:ph type="body" sz="quarter" idx="12" hasCustomPrompt="1"/>
          </p:nvPr>
        </p:nvSpPr>
        <p:spPr>
          <a:xfrm>
            <a:off x="673893" y="1079500"/>
            <a:ext cx="3986212" cy="342900"/>
          </a:xfrm>
        </p:spPr>
        <p:txBody>
          <a:bodyPr wrap="none" bIns="0">
            <a:noAutofit/>
          </a:bodyPr>
          <a:lstStyle>
            <a:lvl1pPr marL="0" indent="0">
              <a:spcBef>
                <a:spcPts val="288"/>
              </a:spcBef>
              <a:buNone/>
              <a:defRPr sz="1200" b="1" i="0" cap="all" spc="200" baseline="0">
                <a:solidFill>
                  <a:schemeClr val="accent2"/>
                </a:solidFill>
              </a:defRPr>
            </a:lvl1pPr>
          </a:lstStyle>
          <a:p>
            <a:pPr lvl="0"/>
            <a:r>
              <a:rPr lang="en-US"/>
              <a:t>Highlight goes here</a:t>
            </a:r>
          </a:p>
        </p:txBody>
      </p:sp>
      <p:sp>
        <p:nvSpPr>
          <p:cNvPr id="11" name="Slide Number Placeholder 1"/>
          <p:cNvSpPr>
            <a:spLocks noGrp="1"/>
          </p:cNvSpPr>
          <p:nvPr>
            <p:ph type="sldNum" sz="quarter" idx="4"/>
          </p:nvPr>
        </p:nvSpPr>
        <p:spPr>
          <a:xfrm>
            <a:off x="7413442" y="4826640"/>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pPr defTabSz="685783"/>
            <a:fld id="{3A707DD9-E92B-45E8-BE0A-E6B2EDF345EB}" type="slidenum">
              <a:rPr lang="en-US" smtClean="0"/>
              <a:pPr defTabSz="685783"/>
              <a:t>‹#›</a:t>
            </a:fld>
            <a:endParaRPr lang="en-US"/>
          </a:p>
        </p:txBody>
      </p:sp>
      <p:sp>
        <p:nvSpPr>
          <p:cNvPr id="12" name="Text Placeholder 4"/>
          <p:cNvSpPr>
            <a:spLocks noGrp="1"/>
          </p:cNvSpPr>
          <p:nvPr>
            <p:ph type="body" sz="quarter" idx="15" hasCustomPrompt="1"/>
          </p:nvPr>
        </p:nvSpPr>
        <p:spPr>
          <a:xfrm>
            <a:off x="673893" y="1437495"/>
            <a:ext cx="3986212" cy="342900"/>
          </a:xfrm>
        </p:spPr>
        <p:txBody>
          <a:bodyPr wrap="none" bIns="0">
            <a:noAutofit/>
          </a:bodyPr>
          <a:lstStyle>
            <a:lvl1pPr marL="0" indent="0">
              <a:spcBef>
                <a:spcPts val="288"/>
              </a:spcBef>
              <a:buNone/>
              <a:defRPr sz="900" b="1" i="1" cap="none" spc="100" baseline="0">
                <a:solidFill>
                  <a:schemeClr val="tx1"/>
                </a:solidFill>
              </a:defRPr>
            </a:lvl1pPr>
          </a:lstStyle>
          <a:p>
            <a:pPr lvl="0"/>
            <a:r>
              <a:rPr lang="en-US"/>
              <a:t>Please put title here</a:t>
            </a:r>
          </a:p>
        </p:txBody>
      </p:sp>
      <p:sp>
        <p:nvSpPr>
          <p:cNvPr id="13" name="Rectangle 12"/>
          <p:cNvSpPr/>
          <p:nvPr userDrawn="1"/>
        </p:nvSpPr>
        <p:spPr>
          <a:xfrm>
            <a:off x="5334000" y="1"/>
            <a:ext cx="3810001" cy="482663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8578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FFFFFF"/>
              </a:solidFill>
              <a:effectLst/>
              <a:uLnTx/>
              <a:uFillTx/>
              <a:latin typeface="Calibri"/>
              <a:ea typeface="+mn-ea"/>
              <a:cs typeface="+mn-cs"/>
            </a:endParaRPr>
          </a:p>
        </p:txBody>
      </p:sp>
      <p:sp>
        <p:nvSpPr>
          <p:cNvPr id="14" name="Oval 13"/>
          <p:cNvSpPr/>
          <p:nvPr userDrawn="1"/>
        </p:nvSpPr>
        <p:spPr>
          <a:xfrm>
            <a:off x="6228906" y="1403226"/>
            <a:ext cx="2020186" cy="2020186"/>
          </a:xfrm>
          <a:prstGeom prst="ellipse">
            <a:avLst/>
          </a:prstGeom>
          <a:noFill/>
          <a:ln w="1905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8578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FFFFFF"/>
              </a:solidFill>
              <a:effectLst/>
              <a:uLnTx/>
              <a:uFillTx/>
              <a:latin typeface="Calibri"/>
              <a:ea typeface="+mn-ea"/>
              <a:cs typeface="+mn-cs"/>
            </a:endParaRPr>
          </a:p>
        </p:txBody>
      </p:sp>
      <p:sp>
        <p:nvSpPr>
          <p:cNvPr id="15" name="Picture Placeholder 11"/>
          <p:cNvSpPr>
            <a:spLocks noGrp="1"/>
          </p:cNvSpPr>
          <p:nvPr>
            <p:ph type="pic" sz="quarter" idx="14" hasCustomPrompt="1"/>
          </p:nvPr>
        </p:nvSpPr>
        <p:spPr>
          <a:xfrm>
            <a:off x="6406895" y="1581215"/>
            <a:ext cx="1664208" cy="1664208"/>
          </a:xfrm>
          <a:prstGeom prst="ellipse">
            <a:avLst/>
          </a:prstGeom>
        </p:spPr>
        <p:txBody>
          <a:bodyPr anchor="ctr"/>
          <a:lstStyle>
            <a:lvl1pPr marL="0" indent="0" algn="ctr">
              <a:buNone/>
              <a:defRPr b="1">
                <a:solidFill>
                  <a:schemeClr val="bg1"/>
                </a:solidFill>
              </a:defRPr>
            </a:lvl1pPr>
          </a:lstStyle>
          <a:p>
            <a:r>
              <a:rPr lang="en-US"/>
              <a:t>PLEASE INSERT PHOTO HERE</a:t>
            </a:r>
          </a:p>
        </p:txBody>
      </p:sp>
    </p:spTree>
    <p:extLst>
      <p:ext uri="{BB962C8B-B14F-4D97-AF65-F5344CB8AC3E}">
        <p14:creationId xmlns:p14="http://schemas.microsoft.com/office/powerpoint/2010/main" val="3992710350"/>
      </p:ext>
    </p:extLst>
  </p:cSld>
  <p:clrMapOvr>
    <a:masterClrMapping/>
  </p:clrMapOvr>
  <p:extLst>
    <p:ext uri="{DCECCB84-F9BA-43D5-87BE-67443E8EF086}">
      <p15:sldGuideLst xmlns:p15="http://schemas.microsoft.com/office/powerpoint/2012/main">
        <p15:guide id="1" pos="336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Personal Profile">
    <p:spTree>
      <p:nvGrpSpPr>
        <p:cNvPr id="1" name=""/>
        <p:cNvGrpSpPr/>
        <p:nvPr/>
      </p:nvGrpSpPr>
      <p:grpSpPr>
        <a:xfrm>
          <a:off x="0" y="0"/>
          <a:ext cx="0" cy="0"/>
          <a:chOff x="0" y="0"/>
          <a:chExt cx="0" cy="0"/>
        </a:xfrm>
      </p:grpSpPr>
      <p:sp>
        <p:nvSpPr>
          <p:cNvPr id="6" name="Content Placeholder 5"/>
          <p:cNvSpPr>
            <a:spLocks noGrp="1"/>
          </p:cNvSpPr>
          <p:nvPr>
            <p:ph sz="quarter" idx="12" hasCustomPrompt="1"/>
          </p:nvPr>
        </p:nvSpPr>
        <p:spPr>
          <a:xfrm>
            <a:off x="4480322" y="1780394"/>
            <a:ext cx="3993357" cy="2696355"/>
          </a:xfrm>
        </p:spPr>
        <p:txBody>
          <a:bodyPr/>
          <a:lstStyle>
            <a:lvl1pPr marL="171446" indent="-171446">
              <a:buFont typeface="Arial" panose="020B0604020202020204" pitchFamily="34" charset="0"/>
              <a:buChar char="•"/>
              <a:defRPr>
                <a:latin typeface="+mj-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a:t>
            </a:r>
          </a:p>
          <a:p>
            <a:pPr lvl="0"/>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r>
              <a:rPr lang="en-US" err="1"/>
              <a:t>Aliquam</a:t>
            </a:r>
            <a:r>
              <a:rPr lang="en-US"/>
              <a:t> sit </a:t>
            </a:r>
            <a:r>
              <a:rPr lang="en-US" err="1"/>
              <a:t>amet</a:t>
            </a:r>
            <a:r>
              <a:rPr lang="en-US"/>
              <a:t> </a:t>
            </a:r>
            <a:r>
              <a:rPr lang="en-US" err="1"/>
              <a:t>leo</a:t>
            </a:r>
            <a:r>
              <a:rPr lang="en-US"/>
              <a:t> semper, </a:t>
            </a:r>
            <a:r>
              <a:rPr lang="en-US" err="1"/>
              <a:t>tincidunt</a:t>
            </a:r>
            <a:r>
              <a:rPr lang="en-US"/>
              <a:t> dolor a, </a:t>
            </a:r>
            <a:r>
              <a:rPr lang="en-US" err="1"/>
              <a:t>lobortis</a:t>
            </a:r>
            <a:r>
              <a:rPr lang="en-US"/>
              <a:t> </a:t>
            </a:r>
            <a:r>
              <a:rPr lang="en-US" err="1"/>
              <a:t>elit</a:t>
            </a:r>
            <a:r>
              <a:rPr lang="en-US"/>
              <a:t>. </a:t>
            </a:r>
            <a:r>
              <a:rPr lang="en-US" err="1"/>
              <a:t>Nulla</a:t>
            </a:r>
            <a:r>
              <a:rPr lang="en-US"/>
              <a:t> ipsum dolor, </a:t>
            </a:r>
            <a:r>
              <a:rPr lang="en-US" err="1"/>
              <a:t>condimentum</a:t>
            </a:r>
            <a:endParaRPr lang="en-US"/>
          </a:p>
        </p:txBody>
      </p:sp>
      <p:sp>
        <p:nvSpPr>
          <p:cNvPr id="7" name="Text Placeholder 4"/>
          <p:cNvSpPr>
            <a:spLocks noGrp="1"/>
          </p:cNvSpPr>
          <p:nvPr>
            <p:ph type="body" sz="quarter" idx="13" hasCustomPrompt="1"/>
          </p:nvPr>
        </p:nvSpPr>
        <p:spPr>
          <a:xfrm>
            <a:off x="4480322" y="1079500"/>
            <a:ext cx="3986213" cy="342900"/>
          </a:xfrm>
        </p:spPr>
        <p:txBody>
          <a:bodyPr wrap="none" bIns="0">
            <a:noAutofit/>
          </a:bodyPr>
          <a:lstStyle>
            <a:lvl1pPr marL="0" indent="0">
              <a:spcBef>
                <a:spcPts val="288"/>
              </a:spcBef>
              <a:buNone/>
              <a:defRPr sz="1200" b="1" i="0" cap="all" spc="200" baseline="0">
                <a:solidFill>
                  <a:schemeClr val="accent2"/>
                </a:solidFill>
              </a:defRPr>
            </a:lvl1pPr>
          </a:lstStyle>
          <a:p>
            <a:pPr lvl="0"/>
            <a:r>
              <a:rPr lang="en-US"/>
              <a:t>Please put name here</a:t>
            </a:r>
          </a:p>
        </p:txBody>
      </p:sp>
      <p:sp>
        <p:nvSpPr>
          <p:cNvPr id="9" name="Rectangle 8"/>
          <p:cNvSpPr/>
          <p:nvPr userDrawn="1"/>
        </p:nvSpPr>
        <p:spPr>
          <a:xfrm>
            <a:off x="-1" y="1"/>
            <a:ext cx="3810001" cy="482663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8578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FFFFFF"/>
              </a:solidFill>
              <a:effectLst/>
              <a:uLnTx/>
              <a:uFillTx/>
              <a:latin typeface="Calibri"/>
              <a:ea typeface="+mn-ea"/>
              <a:cs typeface="+mn-cs"/>
            </a:endParaRPr>
          </a:p>
        </p:txBody>
      </p:sp>
      <p:sp>
        <p:nvSpPr>
          <p:cNvPr id="10" name="Oval 9"/>
          <p:cNvSpPr/>
          <p:nvPr userDrawn="1"/>
        </p:nvSpPr>
        <p:spPr>
          <a:xfrm>
            <a:off x="894906" y="1403226"/>
            <a:ext cx="2020186" cy="2020186"/>
          </a:xfrm>
          <a:prstGeom prst="ellipse">
            <a:avLst/>
          </a:prstGeom>
          <a:noFill/>
          <a:ln w="1905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8578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FFFFFF"/>
              </a:solidFill>
              <a:effectLst/>
              <a:uLnTx/>
              <a:uFillTx/>
              <a:latin typeface="Calibri"/>
              <a:ea typeface="+mn-ea"/>
              <a:cs typeface="+mn-cs"/>
            </a:endParaRPr>
          </a:p>
        </p:txBody>
      </p:sp>
      <p:sp>
        <p:nvSpPr>
          <p:cNvPr id="12" name="Picture Placeholder 11"/>
          <p:cNvSpPr>
            <a:spLocks noGrp="1"/>
          </p:cNvSpPr>
          <p:nvPr>
            <p:ph type="pic" sz="quarter" idx="14" hasCustomPrompt="1"/>
          </p:nvPr>
        </p:nvSpPr>
        <p:spPr>
          <a:xfrm>
            <a:off x="1072895" y="1581215"/>
            <a:ext cx="1664208" cy="1664208"/>
          </a:xfrm>
          <a:prstGeom prst="ellipse">
            <a:avLst/>
          </a:prstGeom>
        </p:spPr>
        <p:txBody>
          <a:bodyPr anchor="ctr"/>
          <a:lstStyle>
            <a:lvl1pPr marL="0" indent="0" algn="ctr">
              <a:buNone/>
              <a:defRPr b="1">
                <a:solidFill>
                  <a:schemeClr val="bg1"/>
                </a:solidFill>
              </a:defRPr>
            </a:lvl1pPr>
          </a:lstStyle>
          <a:p>
            <a:r>
              <a:rPr lang="en-US"/>
              <a:t>PLEASE INSERT PHOTO HERE</a:t>
            </a:r>
          </a:p>
        </p:txBody>
      </p:sp>
      <p:sp>
        <p:nvSpPr>
          <p:cNvPr id="13" name="Text Placeholder 4"/>
          <p:cNvSpPr>
            <a:spLocks noGrp="1"/>
          </p:cNvSpPr>
          <p:nvPr>
            <p:ph type="body" sz="quarter" idx="15" hasCustomPrompt="1"/>
          </p:nvPr>
        </p:nvSpPr>
        <p:spPr>
          <a:xfrm>
            <a:off x="4480321" y="1437495"/>
            <a:ext cx="3993542" cy="342900"/>
          </a:xfrm>
        </p:spPr>
        <p:txBody>
          <a:bodyPr wrap="none" bIns="0">
            <a:noAutofit/>
          </a:bodyPr>
          <a:lstStyle>
            <a:lvl1pPr marL="0" indent="0">
              <a:spcBef>
                <a:spcPts val="288"/>
              </a:spcBef>
              <a:buNone/>
              <a:defRPr sz="900" b="1" i="1" cap="none" spc="100" baseline="0">
                <a:solidFill>
                  <a:schemeClr val="tx1"/>
                </a:solidFill>
              </a:defRPr>
            </a:lvl1pPr>
          </a:lstStyle>
          <a:p>
            <a:pPr lvl="0"/>
            <a:r>
              <a:rPr lang="en-US"/>
              <a:t>Please put title here</a:t>
            </a:r>
          </a:p>
        </p:txBody>
      </p:sp>
      <p:sp>
        <p:nvSpPr>
          <p:cNvPr id="15" name="Slide Number Placeholder 1"/>
          <p:cNvSpPr>
            <a:spLocks noGrp="1"/>
          </p:cNvSpPr>
          <p:nvPr>
            <p:ph type="sldNum" sz="quarter" idx="4"/>
          </p:nvPr>
        </p:nvSpPr>
        <p:spPr>
          <a:xfrm>
            <a:off x="7413442" y="4826640"/>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pPr defTabSz="685783"/>
            <a:fld id="{3A707DD9-E92B-45E8-BE0A-E6B2EDF345EB}" type="slidenum">
              <a:rPr lang="en-US" smtClean="0"/>
              <a:pPr defTabSz="685783"/>
              <a:t>‹#›</a:t>
            </a:fld>
            <a:endParaRPr lang="en-US"/>
          </a:p>
        </p:txBody>
      </p:sp>
    </p:spTree>
    <p:extLst>
      <p:ext uri="{BB962C8B-B14F-4D97-AF65-F5344CB8AC3E}">
        <p14:creationId xmlns:p14="http://schemas.microsoft.com/office/powerpoint/2010/main" val="2275538877"/>
      </p:ext>
    </p:extLst>
  </p:cSld>
  <p:clrMapOvr>
    <a:masterClrMapping/>
  </p:clrMapOvr>
  <p:extLst>
    <p:ext uri="{DCECCB84-F9BA-43D5-87BE-67443E8EF086}">
      <p15:sldGuideLst xmlns:p15="http://schemas.microsoft.com/office/powerpoint/2012/main">
        <p15:guide id="1" pos="2400">
          <p15:clr>
            <a:srgbClr val="FBAE40"/>
          </p15:clr>
        </p15:guide>
        <p15:guide id="2" orient="horz" pos="1524">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 on Color Canvas">
    <p:bg>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bg1"/>
                </a:solidFill>
              </a:defRPr>
            </a:lvl1pPr>
          </a:lstStyle>
          <a:p>
            <a:r>
              <a:rPr lang="en-US"/>
              <a:t>Please Add Slide Headline Here</a:t>
            </a:r>
          </a:p>
        </p:txBody>
      </p:sp>
      <p:sp>
        <p:nvSpPr>
          <p:cNvPr id="6" name="Content Placeholder 5"/>
          <p:cNvSpPr>
            <a:spLocks noGrp="1"/>
          </p:cNvSpPr>
          <p:nvPr>
            <p:ph sz="quarter" idx="10" hasCustomPrompt="1"/>
          </p:nvPr>
        </p:nvSpPr>
        <p:spPr>
          <a:xfrm>
            <a:off x="357188" y="1079500"/>
            <a:ext cx="8429625" cy="3397250"/>
          </a:xfrm>
        </p:spPr>
        <p:txBody>
          <a:bodyPr/>
          <a:lstStyle>
            <a:lvl1pPr marL="171446" marR="0" indent="-171446" algn="l" defTabSz="914378" rtl="0" eaLnBrk="1" fontAlgn="auto" latinLnBrk="0" hangingPunct="1">
              <a:lnSpc>
                <a:spcPts val="1600"/>
              </a:lnSpc>
              <a:spcBef>
                <a:spcPts val="264"/>
              </a:spcBef>
              <a:spcAft>
                <a:spcPts val="300"/>
              </a:spcAft>
              <a:buClrTx/>
              <a:buSzTx/>
              <a:buFont typeface="Arial" panose="020B0604020202020204" pitchFamily="34" charset="0"/>
              <a:buChar char="•"/>
              <a:tabLst/>
              <a:defRPr>
                <a:solidFill>
                  <a:schemeClr val="bg1"/>
                </a:solidFill>
                <a:latin typeface="+mj-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 </a:t>
            </a:r>
            <a:br>
              <a:rPr lang="en-US"/>
            </a:br>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r>
              <a:rPr lang="en-US" err="1"/>
              <a:t>Aliquam</a:t>
            </a:r>
            <a:r>
              <a:rPr lang="en-US"/>
              <a:t> sit </a:t>
            </a:r>
            <a:r>
              <a:rPr lang="en-US" err="1"/>
              <a:t>amet</a:t>
            </a:r>
            <a:r>
              <a:rPr lang="en-US"/>
              <a:t> </a:t>
            </a:r>
            <a:r>
              <a:rPr lang="en-US" err="1"/>
              <a:t>leo</a:t>
            </a:r>
            <a:r>
              <a:rPr lang="en-US"/>
              <a:t> semper, </a:t>
            </a:r>
            <a:r>
              <a:rPr lang="en-US" err="1"/>
              <a:t>tincidunt</a:t>
            </a:r>
            <a:r>
              <a:rPr lang="en-US"/>
              <a:t> dolor a, </a:t>
            </a:r>
            <a:r>
              <a:rPr lang="en-US" err="1"/>
              <a:t>lobortis</a:t>
            </a:r>
            <a:r>
              <a:rPr lang="en-US"/>
              <a:t> </a:t>
            </a:r>
            <a:r>
              <a:rPr lang="en-US" err="1"/>
              <a:t>elit</a:t>
            </a:r>
            <a:r>
              <a:rPr lang="en-US"/>
              <a:t>. </a:t>
            </a:r>
            <a:r>
              <a:rPr lang="en-US" err="1"/>
              <a:t>Nulla</a:t>
            </a:r>
            <a:r>
              <a:rPr lang="en-US"/>
              <a:t> ipsum dolor, </a:t>
            </a:r>
            <a:r>
              <a:rPr lang="en-US" err="1"/>
              <a:t>condimentum</a:t>
            </a:r>
            <a:r>
              <a:rPr lang="en-US"/>
              <a:t> </a:t>
            </a:r>
            <a:br>
              <a:rPr lang="en-US"/>
            </a:br>
            <a:r>
              <a:rPr lang="en-US"/>
              <a:t>at nisi et, </a:t>
            </a:r>
            <a:r>
              <a:rPr lang="en-US" err="1"/>
              <a:t>varius</a:t>
            </a:r>
            <a:r>
              <a:rPr lang="en-US"/>
              <a:t> </a:t>
            </a:r>
            <a:r>
              <a:rPr lang="en-US" err="1"/>
              <a:t>lobortis</a:t>
            </a:r>
            <a:r>
              <a:rPr lang="en-US"/>
              <a:t> </a:t>
            </a:r>
            <a:r>
              <a:rPr lang="en-US" err="1"/>
              <a:t>lectus</a:t>
            </a:r>
            <a:r>
              <a:rPr lang="en-US"/>
              <a:t>. </a:t>
            </a:r>
            <a:r>
              <a:rPr lang="en-US" err="1"/>
              <a:t>Fusce</a:t>
            </a:r>
            <a:r>
              <a:rPr lang="en-US"/>
              <a:t> </a:t>
            </a:r>
            <a:r>
              <a:rPr lang="en-US" err="1"/>
              <a:t>fermentum</a:t>
            </a:r>
            <a:r>
              <a:rPr lang="en-US"/>
              <a:t> </a:t>
            </a:r>
            <a:r>
              <a:rPr lang="en-US" err="1"/>
              <a:t>bibendum</a:t>
            </a:r>
            <a:r>
              <a:rPr lang="en-US"/>
              <a:t> </a:t>
            </a:r>
            <a:r>
              <a:rPr lang="en-US" err="1"/>
              <a:t>varius</a:t>
            </a:r>
            <a:r>
              <a:rPr lang="en-US"/>
              <a:t>. </a:t>
            </a: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r>
              <a:rPr lang="en-US"/>
              <a:t> </a:t>
            </a:r>
            <a:br>
              <a:rPr lang="en-US"/>
            </a:br>
            <a:r>
              <a:rPr lang="en-US"/>
              <a:t>fames ac </a:t>
            </a:r>
            <a:r>
              <a:rPr lang="en-US" err="1"/>
              <a:t>turpis</a:t>
            </a:r>
            <a:r>
              <a:rPr lang="en-US"/>
              <a:t> </a:t>
            </a:r>
            <a:r>
              <a:rPr lang="en-US" err="1"/>
              <a:t>egestas</a:t>
            </a:r>
            <a:r>
              <a:rPr lang="en-US"/>
              <a:t>.</a:t>
            </a:r>
          </a:p>
          <a:p>
            <a:pPr marL="171446" marR="0" lvl="0" indent="-171446" algn="l" defTabSz="914378" rtl="0" eaLnBrk="1" fontAlgn="auto" latinLnBrk="0" hangingPunct="1">
              <a:lnSpc>
                <a:spcPts val="1600"/>
              </a:lnSpc>
              <a:spcBef>
                <a:spcPts val="264"/>
              </a:spcBef>
              <a:spcAft>
                <a:spcPts val="300"/>
              </a:spcAft>
              <a:buClrTx/>
              <a:buSzTx/>
              <a:tabLst/>
              <a:defRPr/>
            </a:pPr>
            <a:r>
              <a:rPr lang="en-US" sz="1100">
                <a:latin typeface="+mj-lt"/>
              </a:rPr>
              <a:t>In </a:t>
            </a:r>
            <a:r>
              <a:rPr lang="en-US" sz="1100" err="1">
                <a:latin typeface="+mj-lt"/>
              </a:rPr>
              <a:t>egestas</a:t>
            </a:r>
            <a:r>
              <a:rPr lang="en-US" sz="1100">
                <a:latin typeface="+mj-lt"/>
              </a:rPr>
              <a:t> </a:t>
            </a:r>
            <a:r>
              <a:rPr lang="en-US" sz="1100" err="1">
                <a:latin typeface="+mj-lt"/>
              </a:rPr>
              <a:t>orci</a:t>
            </a:r>
            <a:r>
              <a:rPr lang="en-US" sz="1100">
                <a:latin typeface="+mj-lt"/>
              </a:rPr>
              <a:t> </a:t>
            </a:r>
            <a:r>
              <a:rPr lang="en-US" sz="1100" err="1">
                <a:latin typeface="+mj-lt"/>
              </a:rPr>
              <a:t>eu</a:t>
            </a:r>
            <a:r>
              <a:rPr lang="en-US" sz="1100">
                <a:latin typeface="+mj-lt"/>
              </a:rPr>
              <a:t> </a:t>
            </a:r>
            <a:r>
              <a:rPr lang="en-US" sz="1100" err="1">
                <a:latin typeface="+mj-lt"/>
              </a:rPr>
              <a:t>lacinia</a:t>
            </a:r>
            <a:r>
              <a:rPr lang="en-US" sz="1100">
                <a:latin typeface="+mj-lt"/>
              </a:rPr>
              <a:t> </a:t>
            </a:r>
            <a:r>
              <a:rPr lang="en-US" sz="1100" err="1">
                <a:latin typeface="+mj-lt"/>
              </a:rPr>
              <a:t>consectetur</a:t>
            </a:r>
            <a:r>
              <a:rPr lang="en-US" sz="1100">
                <a:latin typeface="+mj-lt"/>
              </a:rPr>
              <a:t>. In dolor ipsum, gravida et </a:t>
            </a:r>
            <a:r>
              <a:rPr lang="en-US" sz="1100" err="1">
                <a:latin typeface="+mj-lt"/>
              </a:rPr>
              <a:t>sagittis</a:t>
            </a:r>
            <a:r>
              <a:rPr lang="en-US" sz="1100">
                <a:latin typeface="+mj-lt"/>
              </a:rPr>
              <a:t> id, </a:t>
            </a:r>
            <a:r>
              <a:rPr lang="en-US" sz="1100" err="1">
                <a:latin typeface="+mj-lt"/>
              </a:rPr>
              <a:t>sollicitudin</a:t>
            </a:r>
            <a:r>
              <a:rPr lang="en-US" sz="1100">
                <a:latin typeface="+mj-lt"/>
              </a:rPr>
              <a:t> </a:t>
            </a:r>
            <a:r>
              <a:rPr lang="en-US" sz="1100" err="1">
                <a:latin typeface="+mj-lt"/>
              </a:rPr>
              <a:t>ut</a:t>
            </a:r>
            <a:r>
              <a:rPr lang="en-US" sz="1100">
                <a:latin typeface="+mj-lt"/>
              </a:rPr>
              <a:t> </a:t>
            </a:r>
            <a:r>
              <a:rPr lang="en-US" sz="1100" err="1">
                <a:latin typeface="+mj-lt"/>
              </a:rPr>
              <a:t>nisl</a:t>
            </a:r>
            <a:r>
              <a:rPr lang="en-US" sz="1100">
                <a:latin typeface="+mj-lt"/>
              </a:rPr>
              <a:t>. </a:t>
            </a:r>
            <a:r>
              <a:rPr lang="en-US" sz="1100" err="1">
                <a:latin typeface="+mj-lt"/>
              </a:rPr>
              <a:t>Praesent</a:t>
            </a:r>
            <a:r>
              <a:rPr lang="en-US" sz="1100">
                <a:latin typeface="+mj-lt"/>
              </a:rPr>
              <a:t> </a:t>
            </a:r>
            <a:r>
              <a:rPr lang="en-US" sz="1100" err="1">
                <a:latin typeface="+mj-lt"/>
              </a:rPr>
              <a:t>bibendum</a:t>
            </a:r>
            <a:r>
              <a:rPr lang="en-US" sz="1100">
                <a:latin typeface="+mj-lt"/>
              </a:rPr>
              <a:t> tempus </a:t>
            </a:r>
            <a:r>
              <a:rPr lang="en-US" sz="1100" err="1">
                <a:latin typeface="+mj-lt"/>
              </a:rPr>
              <a:t>tellus</a:t>
            </a:r>
            <a:r>
              <a:rPr lang="en-US" sz="1100">
                <a:latin typeface="+mj-lt"/>
              </a:rPr>
              <a:t> </a:t>
            </a:r>
            <a:r>
              <a:rPr lang="en-US" sz="1100" err="1">
                <a:latin typeface="+mj-lt"/>
              </a:rPr>
              <a:t>nec</a:t>
            </a:r>
            <a:r>
              <a:rPr lang="en-US" sz="1100">
                <a:latin typeface="+mj-lt"/>
              </a:rPr>
              <a:t> </a:t>
            </a:r>
            <a:r>
              <a:rPr lang="en-US" sz="1100" err="1">
                <a:latin typeface="+mj-lt"/>
              </a:rPr>
              <a:t>hendrerit</a:t>
            </a:r>
            <a:r>
              <a:rPr lang="en-US" sz="1100">
                <a:latin typeface="+mj-lt"/>
              </a:rPr>
              <a:t>. Nam in </a:t>
            </a:r>
            <a:r>
              <a:rPr lang="en-US" sz="1100" err="1">
                <a:latin typeface="+mj-lt"/>
              </a:rPr>
              <a:t>tempor</a:t>
            </a:r>
            <a:r>
              <a:rPr lang="en-US" sz="1100">
                <a:latin typeface="+mj-lt"/>
              </a:rPr>
              <a:t> </a:t>
            </a:r>
            <a:r>
              <a:rPr lang="en-US" sz="1100" err="1">
                <a:latin typeface="+mj-lt"/>
              </a:rPr>
              <a:t>metus</a:t>
            </a:r>
            <a:r>
              <a:rPr lang="en-US" sz="1100">
                <a:latin typeface="+mj-lt"/>
              </a:rPr>
              <a:t>, ac </a:t>
            </a:r>
            <a:r>
              <a:rPr lang="en-US" sz="1100" err="1">
                <a:latin typeface="+mj-lt"/>
              </a:rPr>
              <a:t>finibus</a:t>
            </a:r>
            <a:r>
              <a:rPr lang="en-US" sz="1100">
                <a:latin typeface="+mj-lt"/>
              </a:rPr>
              <a:t> </a:t>
            </a:r>
            <a:r>
              <a:rPr lang="en-US" sz="1100" err="1">
                <a:latin typeface="+mj-lt"/>
              </a:rPr>
              <a:t>purus</a:t>
            </a:r>
            <a:r>
              <a:rPr lang="en-US" sz="1100">
                <a:latin typeface="+mj-lt"/>
              </a:rPr>
              <a:t>. </a:t>
            </a:r>
            <a:r>
              <a:rPr lang="en-US" sz="1100" err="1">
                <a:latin typeface="+mj-lt"/>
              </a:rPr>
              <a:t>Praesent</a:t>
            </a:r>
            <a:r>
              <a:rPr lang="en-US" sz="1100">
                <a:latin typeface="+mj-lt"/>
              </a:rPr>
              <a:t> </a:t>
            </a:r>
            <a:r>
              <a:rPr lang="en-US" sz="1100" err="1">
                <a:latin typeface="+mj-lt"/>
              </a:rPr>
              <a:t>consequat</a:t>
            </a:r>
            <a:r>
              <a:rPr lang="en-US" sz="1100">
                <a:latin typeface="+mj-lt"/>
              </a:rPr>
              <a:t> </a:t>
            </a:r>
            <a:r>
              <a:rPr lang="en-US" sz="1100" err="1">
                <a:latin typeface="+mj-lt"/>
              </a:rPr>
              <a:t>lectus</a:t>
            </a:r>
            <a:r>
              <a:rPr lang="en-US" sz="1100">
                <a:latin typeface="+mj-lt"/>
              </a:rPr>
              <a:t> sit </a:t>
            </a:r>
            <a:r>
              <a:rPr lang="en-US" sz="1100" err="1">
                <a:latin typeface="+mj-lt"/>
              </a:rPr>
              <a:t>amet</a:t>
            </a:r>
            <a:r>
              <a:rPr lang="en-US" sz="1100">
                <a:latin typeface="+mj-lt"/>
              </a:rPr>
              <a:t> </a:t>
            </a:r>
            <a:r>
              <a:rPr lang="en-US" sz="1100" err="1">
                <a:latin typeface="+mj-lt"/>
              </a:rPr>
              <a:t>tortor</a:t>
            </a:r>
            <a:r>
              <a:rPr lang="en-US" sz="1100">
                <a:latin typeface="+mj-lt"/>
              </a:rPr>
              <a:t> pharetra, </a:t>
            </a:r>
            <a:r>
              <a:rPr lang="en-US" sz="1100" err="1">
                <a:latin typeface="+mj-lt"/>
              </a:rPr>
              <a:t>sed</a:t>
            </a:r>
            <a:r>
              <a:rPr lang="en-US" sz="1100">
                <a:latin typeface="+mj-lt"/>
              </a:rPr>
              <a:t> </a:t>
            </a:r>
            <a:r>
              <a:rPr lang="en-US" sz="1100" err="1">
                <a:latin typeface="+mj-lt"/>
              </a:rPr>
              <a:t>venenatis</a:t>
            </a:r>
            <a:r>
              <a:rPr lang="en-US" sz="1100">
                <a:latin typeface="+mj-lt"/>
              </a:rPr>
              <a:t> </a:t>
            </a:r>
            <a:r>
              <a:rPr lang="en-US" sz="1100" err="1">
                <a:latin typeface="+mj-lt"/>
              </a:rPr>
              <a:t>eros</a:t>
            </a:r>
            <a:r>
              <a:rPr lang="en-US" sz="1100">
                <a:latin typeface="+mj-lt"/>
              </a:rPr>
              <a:t> </a:t>
            </a:r>
            <a:r>
              <a:rPr lang="en-US" sz="1100" err="1">
                <a:latin typeface="+mj-lt"/>
              </a:rPr>
              <a:t>lacinia</a:t>
            </a:r>
            <a:r>
              <a:rPr lang="en-US" sz="1100">
                <a:latin typeface="+mj-lt"/>
              </a:rPr>
              <a:t>. In </a:t>
            </a:r>
            <a:r>
              <a:rPr lang="en-US" sz="1100" err="1">
                <a:latin typeface="+mj-lt"/>
              </a:rPr>
              <a:t>sed</a:t>
            </a:r>
            <a:r>
              <a:rPr lang="en-US" sz="1100">
                <a:latin typeface="+mj-lt"/>
              </a:rPr>
              <a:t> </a:t>
            </a:r>
            <a:r>
              <a:rPr lang="en-US" sz="1100" err="1">
                <a:latin typeface="+mj-lt"/>
              </a:rPr>
              <a:t>erat</a:t>
            </a:r>
            <a:r>
              <a:rPr lang="en-US" sz="1100">
                <a:latin typeface="+mj-lt"/>
              </a:rPr>
              <a:t> libero. </a:t>
            </a:r>
            <a:r>
              <a:rPr lang="en-US" sz="1100" err="1">
                <a:latin typeface="+mj-lt"/>
              </a:rPr>
              <a:t>Sed</a:t>
            </a:r>
            <a:r>
              <a:rPr lang="en-US" sz="1100">
                <a:latin typeface="+mj-lt"/>
              </a:rPr>
              <a:t> lorem </a:t>
            </a:r>
            <a:r>
              <a:rPr lang="en-US" sz="1100" err="1">
                <a:latin typeface="+mj-lt"/>
              </a:rPr>
              <a:t>neque</a:t>
            </a:r>
            <a:r>
              <a:rPr lang="en-US" sz="1100">
                <a:latin typeface="+mj-lt"/>
              </a:rPr>
              <a:t>, </a:t>
            </a:r>
            <a:r>
              <a:rPr lang="en-US" sz="1100" err="1">
                <a:latin typeface="+mj-lt"/>
              </a:rPr>
              <a:t>commodo</a:t>
            </a:r>
            <a:r>
              <a:rPr lang="en-US" sz="1100">
                <a:latin typeface="+mj-lt"/>
              </a:rPr>
              <a:t> vitae ex at, pharetra convallis </a:t>
            </a:r>
            <a:r>
              <a:rPr lang="en-US" sz="1100" err="1">
                <a:latin typeface="+mj-lt"/>
              </a:rPr>
              <a:t>nunc</a:t>
            </a:r>
            <a:r>
              <a:rPr lang="en-US" sz="1100">
                <a:latin typeface="+mj-lt"/>
              </a:rPr>
              <a:t>. In </a:t>
            </a:r>
            <a:r>
              <a:rPr lang="en-US" sz="1100" err="1">
                <a:latin typeface="+mj-lt"/>
              </a:rPr>
              <a:t>vehicula</a:t>
            </a:r>
            <a:r>
              <a:rPr lang="en-US" sz="1100">
                <a:latin typeface="+mj-lt"/>
              </a:rPr>
              <a:t> </a:t>
            </a:r>
            <a:r>
              <a:rPr lang="en-US" sz="1100" err="1">
                <a:latin typeface="+mj-lt"/>
              </a:rPr>
              <a:t>mauris</a:t>
            </a:r>
            <a:r>
              <a:rPr lang="en-US" sz="1100">
                <a:latin typeface="+mj-lt"/>
              </a:rPr>
              <a:t> ligula. </a:t>
            </a:r>
            <a:r>
              <a:rPr lang="en-US" sz="1100" err="1">
                <a:latin typeface="+mj-lt"/>
              </a:rPr>
              <a:t>Suspendisse</a:t>
            </a:r>
            <a:r>
              <a:rPr lang="en-US" sz="1100">
                <a:latin typeface="+mj-lt"/>
              </a:rPr>
              <a:t> in </a:t>
            </a:r>
            <a:r>
              <a:rPr lang="en-US" sz="1100" err="1">
                <a:latin typeface="+mj-lt"/>
              </a:rPr>
              <a:t>tellus</a:t>
            </a:r>
            <a:r>
              <a:rPr lang="en-US" sz="1100">
                <a:latin typeface="+mj-lt"/>
              </a:rPr>
              <a:t> </a:t>
            </a:r>
            <a:r>
              <a:rPr lang="en-US" sz="1100" err="1">
                <a:latin typeface="+mj-lt"/>
              </a:rPr>
              <a:t>congue</a:t>
            </a:r>
            <a:r>
              <a:rPr lang="en-US" sz="1100">
                <a:latin typeface="+mj-lt"/>
              </a:rPr>
              <a:t> </a:t>
            </a:r>
            <a:r>
              <a:rPr lang="en-US" sz="1100" err="1">
                <a:latin typeface="+mj-lt"/>
              </a:rPr>
              <a:t>odio</a:t>
            </a:r>
            <a:r>
              <a:rPr lang="en-US" sz="1100">
                <a:latin typeface="+mj-lt"/>
              </a:rPr>
              <a:t> pharetra </a:t>
            </a:r>
            <a:r>
              <a:rPr lang="en-US" sz="1100" err="1">
                <a:latin typeface="+mj-lt"/>
              </a:rPr>
              <a:t>finibus</a:t>
            </a:r>
            <a:r>
              <a:rPr lang="en-US" sz="1100">
                <a:latin typeface="+mj-lt"/>
              </a:rPr>
              <a:t>. Nam </a:t>
            </a:r>
            <a:r>
              <a:rPr lang="en-US" sz="1100" err="1">
                <a:latin typeface="+mj-lt"/>
              </a:rPr>
              <a:t>vel</a:t>
            </a:r>
            <a:r>
              <a:rPr lang="en-US" sz="1100">
                <a:latin typeface="+mj-lt"/>
              </a:rPr>
              <a:t> </a:t>
            </a:r>
            <a:r>
              <a:rPr lang="en-US" sz="1100" err="1">
                <a:latin typeface="+mj-lt"/>
              </a:rPr>
              <a:t>auctor</a:t>
            </a:r>
            <a:r>
              <a:rPr lang="en-US" sz="1100">
                <a:latin typeface="+mj-lt"/>
              </a:rPr>
              <a:t> </a:t>
            </a:r>
            <a:r>
              <a:rPr lang="en-US" sz="1100" err="1">
                <a:latin typeface="+mj-lt"/>
              </a:rPr>
              <a:t>justo</a:t>
            </a:r>
            <a:r>
              <a:rPr lang="en-US" sz="1100">
                <a:latin typeface="+mj-lt"/>
              </a:rPr>
              <a:t>, vitae </a:t>
            </a:r>
            <a:r>
              <a:rPr lang="en-US" sz="1100" err="1">
                <a:latin typeface="+mj-lt"/>
              </a:rPr>
              <a:t>hendrerit</a:t>
            </a:r>
            <a:r>
              <a:rPr lang="en-US" sz="1100">
                <a:latin typeface="+mj-lt"/>
              </a:rPr>
              <a:t> </a:t>
            </a:r>
            <a:r>
              <a:rPr lang="en-US" sz="1100" err="1">
                <a:latin typeface="+mj-lt"/>
              </a:rPr>
              <a:t>orci</a:t>
            </a:r>
            <a:r>
              <a:rPr lang="en-US" sz="1100">
                <a:latin typeface="+mj-lt"/>
              </a:rPr>
              <a:t>. </a:t>
            </a:r>
            <a:r>
              <a:rPr lang="en-US" sz="1100" err="1">
                <a:latin typeface="+mj-lt"/>
              </a:rPr>
              <a:t>Duis</a:t>
            </a:r>
            <a:r>
              <a:rPr lang="en-US" sz="1100">
                <a:latin typeface="+mj-lt"/>
              </a:rPr>
              <a:t> </a:t>
            </a:r>
            <a:r>
              <a:rPr lang="en-US" sz="1100" err="1">
                <a:latin typeface="+mj-lt"/>
              </a:rPr>
              <a:t>nec</a:t>
            </a:r>
            <a:r>
              <a:rPr lang="en-US" sz="1100">
                <a:latin typeface="+mj-lt"/>
              </a:rPr>
              <a:t> </a:t>
            </a:r>
            <a:r>
              <a:rPr lang="en-US" sz="1100" err="1">
                <a:latin typeface="+mj-lt"/>
              </a:rPr>
              <a:t>sapien</a:t>
            </a:r>
            <a:r>
              <a:rPr lang="en-US" sz="1100">
                <a:latin typeface="+mj-lt"/>
              </a:rPr>
              <a:t> </a:t>
            </a:r>
            <a:r>
              <a:rPr lang="en-US" sz="1100" err="1">
                <a:latin typeface="+mj-lt"/>
              </a:rPr>
              <a:t>viverra</a:t>
            </a:r>
            <a:r>
              <a:rPr lang="en-US" sz="1100">
                <a:latin typeface="+mj-lt"/>
              </a:rPr>
              <a:t>, </a:t>
            </a:r>
            <a:r>
              <a:rPr lang="en-US" sz="1100" err="1">
                <a:latin typeface="+mj-lt"/>
              </a:rPr>
              <a:t>bibendum</a:t>
            </a:r>
            <a:r>
              <a:rPr lang="en-US" sz="1100">
                <a:latin typeface="+mj-lt"/>
              </a:rPr>
              <a:t> </a:t>
            </a:r>
            <a:r>
              <a:rPr lang="en-US" sz="1100" err="1">
                <a:latin typeface="+mj-lt"/>
              </a:rPr>
              <a:t>tellus</a:t>
            </a:r>
            <a:r>
              <a:rPr lang="en-US" sz="1100">
                <a:latin typeface="+mj-lt"/>
              </a:rPr>
              <a:t> </a:t>
            </a:r>
            <a:r>
              <a:rPr lang="en-US" sz="1100" err="1">
                <a:latin typeface="+mj-lt"/>
              </a:rPr>
              <a:t>eget</a:t>
            </a:r>
            <a:r>
              <a:rPr lang="en-US" sz="1100">
                <a:latin typeface="+mj-lt"/>
              </a:rPr>
              <a:t>, </a:t>
            </a:r>
            <a:r>
              <a:rPr lang="en-US" sz="1100" err="1">
                <a:latin typeface="+mj-lt"/>
              </a:rPr>
              <a:t>pellentesque</a:t>
            </a:r>
            <a:r>
              <a:rPr lang="en-US" sz="1100">
                <a:latin typeface="+mj-lt"/>
              </a:rPr>
              <a:t> </a:t>
            </a:r>
            <a:r>
              <a:rPr lang="en-US" sz="1100" err="1">
                <a:latin typeface="+mj-lt"/>
              </a:rPr>
              <a:t>massa</a:t>
            </a:r>
            <a:r>
              <a:rPr lang="en-US" sz="1100">
                <a:latin typeface="+mj-lt"/>
              </a:rPr>
              <a:t>. </a:t>
            </a:r>
            <a:r>
              <a:rPr lang="en-US" sz="1100" err="1">
                <a:latin typeface="+mj-lt"/>
              </a:rPr>
              <a:t>Nulla</a:t>
            </a:r>
            <a:r>
              <a:rPr lang="en-US" sz="1100">
                <a:latin typeface="+mj-lt"/>
              </a:rPr>
              <a:t> </a:t>
            </a:r>
            <a:r>
              <a:rPr lang="en-US" sz="1100" err="1">
                <a:latin typeface="+mj-lt"/>
              </a:rPr>
              <a:t>feugiat</a:t>
            </a:r>
            <a:r>
              <a:rPr lang="en-US" sz="1100">
                <a:latin typeface="+mj-lt"/>
              </a:rPr>
              <a:t>, </a:t>
            </a:r>
            <a:r>
              <a:rPr lang="en-US" sz="1100" err="1">
                <a:latin typeface="+mj-lt"/>
              </a:rPr>
              <a:t>turpis</a:t>
            </a:r>
            <a:r>
              <a:rPr lang="en-US" sz="1100">
                <a:latin typeface="+mj-lt"/>
              </a:rPr>
              <a:t> et </a:t>
            </a:r>
            <a:r>
              <a:rPr lang="en-US" sz="1100" err="1">
                <a:latin typeface="+mj-lt"/>
              </a:rPr>
              <a:t>posuere</a:t>
            </a:r>
            <a:r>
              <a:rPr lang="en-US" sz="1100">
                <a:latin typeface="+mj-lt"/>
              </a:rPr>
              <a:t> </a:t>
            </a:r>
            <a:r>
              <a:rPr lang="en-US" sz="1100" err="1">
                <a:latin typeface="+mj-lt"/>
              </a:rPr>
              <a:t>viverra</a:t>
            </a:r>
            <a:r>
              <a:rPr lang="en-US" sz="1100">
                <a:latin typeface="+mj-lt"/>
              </a:rPr>
              <a:t>, ipsum </a:t>
            </a:r>
            <a:r>
              <a:rPr lang="en-US" sz="1100" err="1">
                <a:latin typeface="+mj-lt"/>
              </a:rPr>
              <a:t>sem</a:t>
            </a:r>
            <a:r>
              <a:rPr lang="en-US" sz="1100">
                <a:latin typeface="+mj-lt"/>
              </a:rPr>
              <a:t> </a:t>
            </a:r>
            <a:r>
              <a:rPr lang="en-US" sz="1100" err="1">
                <a:latin typeface="+mj-lt"/>
              </a:rPr>
              <a:t>tincidunt</a:t>
            </a:r>
            <a:r>
              <a:rPr lang="en-US" sz="1100">
                <a:latin typeface="+mj-lt"/>
              </a:rPr>
              <a:t> </a:t>
            </a:r>
            <a:r>
              <a:rPr lang="en-US" sz="1100" err="1">
                <a:latin typeface="+mj-lt"/>
              </a:rPr>
              <a:t>est</a:t>
            </a:r>
            <a:r>
              <a:rPr lang="en-US" sz="1100">
                <a:latin typeface="+mj-lt"/>
              </a:rPr>
              <a:t>, </a:t>
            </a:r>
            <a:r>
              <a:rPr lang="en-US" sz="1100" err="1">
                <a:latin typeface="+mj-lt"/>
              </a:rPr>
              <a:t>finibus</a:t>
            </a:r>
            <a:r>
              <a:rPr lang="en-US" sz="1100">
                <a:latin typeface="+mj-lt"/>
              </a:rPr>
              <a:t> </a:t>
            </a:r>
            <a:r>
              <a:rPr lang="en-US" sz="1100" err="1">
                <a:latin typeface="+mj-lt"/>
              </a:rPr>
              <a:t>tempor</a:t>
            </a:r>
            <a:r>
              <a:rPr lang="en-US" sz="1100">
                <a:latin typeface="+mj-lt"/>
              </a:rPr>
              <a:t> </a:t>
            </a:r>
            <a:r>
              <a:rPr lang="en-US" sz="1100" err="1">
                <a:latin typeface="+mj-lt"/>
              </a:rPr>
              <a:t>nibh</a:t>
            </a:r>
            <a:r>
              <a:rPr lang="en-US" sz="1100">
                <a:latin typeface="+mj-lt"/>
              </a:rPr>
              <a:t> ante semper diam. </a:t>
            </a:r>
            <a:r>
              <a:rPr lang="en-US" sz="1100" err="1">
                <a:latin typeface="+mj-lt"/>
              </a:rPr>
              <a:t>Nullam</a:t>
            </a:r>
            <a:r>
              <a:rPr lang="en-US" sz="1100">
                <a:latin typeface="+mj-lt"/>
              </a:rPr>
              <a:t> </a:t>
            </a:r>
            <a:r>
              <a:rPr lang="en-US" sz="1100" err="1">
                <a:latin typeface="+mj-lt"/>
              </a:rPr>
              <a:t>quis</a:t>
            </a:r>
            <a:r>
              <a:rPr lang="en-US" sz="1100">
                <a:latin typeface="+mj-lt"/>
              </a:rPr>
              <a:t> </a:t>
            </a:r>
            <a:r>
              <a:rPr lang="en-US" sz="1100" err="1">
                <a:latin typeface="+mj-lt"/>
              </a:rPr>
              <a:t>euismod</a:t>
            </a:r>
            <a:r>
              <a:rPr lang="en-US" sz="1100">
                <a:latin typeface="+mj-lt"/>
              </a:rPr>
              <a:t> </a:t>
            </a:r>
            <a:r>
              <a:rPr lang="en-US" sz="1100" err="1">
                <a:latin typeface="+mj-lt"/>
              </a:rPr>
              <a:t>neque</a:t>
            </a:r>
            <a:r>
              <a:rPr lang="en-US" sz="1100">
                <a:latin typeface="+mj-lt"/>
              </a:rPr>
              <a:t>, </a:t>
            </a:r>
            <a:r>
              <a:rPr lang="en-US" sz="1100" err="1">
                <a:latin typeface="+mj-lt"/>
              </a:rPr>
              <a:t>nec</a:t>
            </a:r>
            <a:r>
              <a:rPr lang="en-US" sz="1100">
                <a:latin typeface="+mj-lt"/>
              </a:rPr>
              <a:t> </a:t>
            </a:r>
            <a:r>
              <a:rPr lang="en-US" sz="1100" err="1">
                <a:latin typeface="+mj-lt"/>
              </a:rPr>
              <a:t>facilisis</a:t>
            </a:r>
            <a:r>
              <a:rPr lang="en-US" sz="1100">
                <a:latin typeface="+mj-lt"/>
              </a:rPr>
              <a:t> sem. </a:t>
            </a:r>
            <a:r>
              <a:rPr lang="en-US" sz="1100" err="1">
                <a:latin typeface="+mj-lt"/>
              </a:rPr>
              <a:t>Morbi</a:t>
            </a:r>
            <a:r>
              <a:rPr lang="en-US" sz="1100">
                <a:latin typeface="+mj-lt"/>
              </a:rPr>
              <a:t> </a:t>
            </a:r>
            <a:r>
              <a:rPr lang="en-US" sz="1100" err="1">
                <a:latin typeface="+mj-lt"/>
              </a:rPr>
              <a:t>egestas</a:t>
            </a:r>
            <a:r>
              <a:rPr lang="en-US" sz="1100">
                <a:latin typeface="+mj-lt"/>
              </a:rPr>
              <a:t> </a:t>
            </a:r>
            <a:r>
              <a:rPr lang="en-US" sz="1100" err="1">
                <a:latin typeface="+mj-lt"/>
              </a:rPr>
              <a:t>iaculis</a:t>
            </a:r>
            <a:r>
              <a:rPr lang="en-US" sz="1100">
                <a:latin typeface="+mj-lt"/>
              </a:rPr>
              <a:t> </a:t>
            </a:r>
            <a:r>
              <a:rPr lang="en-US" sz="1100" err="1">
                <a:latin typeface="+mj-lt"/>
              </a:rPr>
              <a:t>dignissim</a:t>
            </a:r>
            <a:r>
              <a:rPr lang="en-US" sz="1100">
                <a:latin typeface="+mj-lt"/>
              </a:rPr>
              <a:t>. In </a:t>
            </a:r>
            <a:r>
              <a:rPr lang="en-US" sz="1100" err="1">
                <a:latin typeface="+mj-lt"/>
              </a:rPr>
              <a:t>accumsan</a:t>
            </a:r>
            <a:r>
              <a:rPr lang="en-US" sz="1100">
                <a:latin typeface="+mj-lt"/>
              </a:rPr>
              <a:t> </a:t>
            </a:r>
            <a:r>
              <a:rPr lang="en-US" sz="1100" err="1">
                <a:latin typeface="+mj-lt"/>
              </a:rPr>
              <a:t>tortor</a:t>
            </a:r>
            <a:r>
              <a:rPr lang="en-US" sz="1100">
                <a:latin typeface="+mj-lt"/>
              </a:rPr>
              <a:t> </a:t>
            </a:r>
            <a:r>
              <a:rPr lang="en-US" sz="1100" err="1">
                <a:latin typeface="+mj-lt"/>
              </a:rPr>
              <a:t>elit</a:t>
            </a:r>
            <a:r>
              <a:rPr lang="en-US" sz="1100">
                <a:latin typeface="+mj-lt"/>
              </a:rPr>
              <a:t>, non </a:t>
            </a:r>
            <a:r>
              <a:rPr lang="en-US" sz="1100" err="1">
                <a:latin typeface="+mj-lt"/>
              </a:rPr>
              <a:t>euismod</a:t>
            </a:r>
            <a:r>
              <a:rPr lang="en-US" sz="1100">
                <a:latin typeface="+mj-lt"/>
              </a:rPr>
              <a:t> </a:t>
            </a:r>
            <a:r>
              <a:rPr lang="en-US" sz="1100" err="1">
                <a:latin typeface="+mj-lt"/>
              </a:rPr>
              <a:t>eros</a:t>
            </a:r>
            <a:r>
              <a:rPr lang="en-US" sz="1100">
                <a:latin typeface="+mj-lt"/>
              </a:rPr>
              <a:t> </a:t>
            </a:r>
            <a:r>
              <a:rPr lang="en-US" sz="1100" err="1">
                <a:latin typeface="+mj-lt"/>
              </a:rPr>
              <a:t>accumsan</a:t>
            </a:r>
            <a:r>
              <a:rPr lang="en-US" sz="1100">
                <a:latin typeface="+mj-lt"/>
              </a:rPr>
              <a:t> ac. </a:t>
            </a:r>
            <a:r>
              <a:rPr lang="en-US" sz="1100" err="1">
                <a:latin typeface="+mj-lt"/>
              </a:rPr>
              <a:t>Sed</a:t>
            </a:r>
            <a:r>
              <a:rPr lang="en-US" sz="1100">
                <a:latin typeface="+mj-lt"/>
              </a:rPr>
              <a:t> </a:t>
            </a:r>
            <a:r>
              <a:rPr lang="en-US" sz="1100" err="1">
                <a:latin typeface="+mj-lt"/>
              </a:rPr>
              <a:t>ultrices</a:t>
            </a:r>
            <a:r>
              <a:rPr lang="en-US" sz="1100">
                <a:latin typeface="+mj-lt"/>
              </a:rPr>
              <a:t> mi lorem, </a:t>
            </a:r>
            <a:r>
              <a:rPr lang="en-US" sz="1100" err="1">
                <a:latin typeface="+mj-lt"/>
              </a:rPr>
              <a:t>ut</a:t>
            </a:r>
            <a:r>
              <a:rPr lang="en-US" sz="1100">
                <a:latin typeface="+mj-lt"/>
              </a:rPr>
              <a:t> </a:t>
            </a:r>
            <a:r>
              <a:rPr lang="en-US" sz="1100" err="1">
                <a:latin typeface="+mj-lt"/>
              </a:rPr>
              <a:t>dignissim</a:t>
            </a:r>
            <a:r>
              <a:rPr lang="en-US" sz="1100">
                <a:latin typeface="+mj-lt"/>
              </a:rPr>
              <a:t> </a:t>
            </a:r>
            <a:r>
              <a:rPr lang="en-US" sz="1100" err="1">
                <a:latin typeface="+mj-lt"/>
              </a:rPr>
              <a:t>nibh</a:t>
            </a:r>
            <a:r>
              <a:rPr lang="en-US" sz="1100">
                <a:latin typeface="+mj-lt"/>
              </a:rPr>
              <a:t> </a:t>
            </a:r>
            <a:r>
              <a:rPr lang="en-US" sz="1100" err="1">
                <a:latin typeface="+mj-lt"/>
              </a:rPr>
              <a:t>facilisis</a:t>
            </a:r>
            <a:r>
              <a:rPr lang="en-US" sz="1100">
                <a:latin typeface="+mj-lt"/>
              </a:rPr>
              <a:t> vel.</a:t>
            </a:r>
          </a:p>
        </p:txBody>
      </p:sp>
      <p:cxnSp>
        <p:nvCxnSpPr>
          <p:cNvPr id="4" name="Straight Connector 3"/>
          <p:cNvCxnSpPr/>
          <p:nvPr userDrawn="1"/>
        </p:nvCxnSpPr>
        <p:spPr>
          <a:xfrm>
            <a:off x="294410" y="716437"/>
            <a:ext cx="8555182"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7" name="Slide Number Placeholder 1"/>
          <p:cNvSpPr>
            <a:spLocks noGrp="1"/>
          </p:cNvSpPr>
          <p:nvPr>
            <p:ph type="sldNum" sz="quarter" idx="4"/>
          </p:nvPr>
        </p:nvSpPr>
        <p:spPr>
          <a:xfrm>
            <a:off x="7413442" y="4826640"/>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pPr defTabSz="685783"/>
            <a:fld id="{3A707DD9-E92B-45E8-BE0A-E6B2EDF345EB}" type="slidenum">
              <a:rPr lang="en-US" smtClean="0"/>
              <a:pPr defTabSz="685783"/>
              <a:t>‹#›</a:t>
            </a:fld>
            <a:endParaRPr lang="en-US"/>
          </a:p>
        </p:txBody>
      </p:sp>
    </p:spTree>
    <p:extLst>
      <p:ext uri="{BB962C8B-B14F-4D97-AF65-F5344CB8AC3E}">
        <p14:creationId xmlns:p14="http://schemas.microsoft.com/office/powerpoint/2010/main" val="34646741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mparison on Color Canvas">
    <p:bg>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bg1"/>
                </a:solidFill>
              </a:defRPr>
            </a:lvl1pPr>
          </a:lstStyle>
          <a:p>
            <a:r>
              <a:rPr lang="en-US"/>
              <a:t>Please Add Slide Headline Here</a:t>
            </a:r>
          </a:p>
        </p:txBody>
      </p:sp>
      <p:sp>
        <p:nvSpPr>
          <p:cNvPr id="3" name="Content Placeholder 5"/>
          <p:cNvSpPr>
            <a:spLocks noGrp="1"/>
          </p:cNvSpPr>
          <p:nvPr>
            <p:ph sz="quarter" idx="10" hasCustomPrompt="1"/>
          </p:nvPr>
        </p:nvSpPr>
        <p:spPr>
          <a:xfrm>
            <a:off x="357190" y="1422400"/>
            <a:ext cx="3986211" cy="3054350"/>
          </a:xfrm>
        </p:spPr>
        <p:txBody>
          <a:bodyPr/>
          <a:lstStyle>
            <a:lvl1pPr>
              <a:defRPr>
                <a:solidFill>
                  <a:schemeClr val="bg1"/>
                </a:solidFill>
                <a:latin typeface="+mj-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 </a:t>
            </a:r>
          </a:p>
          <a:p>
            <a:pPr lvl="0"/>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r>
              <a:rPr lang="en-US" err="1"/>
              <a:t>Aliquam</a:t>
            </a:r>
            <a:r>
              <a:rPr lang="en-US"/>
              <a:t> sit </a:t>
            </a:r>
            <a:r>
              <a:rPr lang="en-US" err="1"/>
              <a:t>amet</a:t>
            </a:r>
            <a:r>
              <a:rPr lang="en-US"/>
              <a:t> </a:t>
            </a:r>
            <a:r>
              <a:rPr lang="en-US" err="1"/>
              <a:t>leo</a:t>
            </a:r>
            <a:r>
              <a:rPr lang="en-US"/>
              <a:t> semper, </a:t>
            </a:r>
            <a:r>
              <a:rPr lang="en-US" err="1"/>
              <a:t>tincidunt</a:t>
            </a:r>
            <a:r>
              <a:rPr lang="en-US"/>
              <a:t> dolor a, </a:t>
            </a:r>
            <a:r>
              <a:rPr lang="en-US" err="1"/>
              <a:t>lobortis</a:t>
            </a:r>
            <a:r>
              <a:rPr lang="en-US"/>
              <a:t> </a:t>
            </a:r>
            <a:r>
              <a:rPr lang="en-US" err="1"/>
              <a:t>elit</a:t>
            </a:r>
            <a:r>
              <a:rPr lang="en-US"/>
              <a:t>. </a:t>
            </a:r>
            <a:r>
              <a:rPr lang="en-US" err="1"/>
              <a:t>Nulla</a:t>
            </a:r>
            <a:r>
              <a:rPr lang="en-US"/>
              <a:t> ipsum dolor, </a:t>
            </a:r>
            <a:r>
              <a:rPr lang="en-US" err="1"/>
              <a:t>condimentum</a:t>
            </a:r>
            <a:r>
              <a:rPr lang="en-US"/>
              <a:t> </a:t>
            </a:r>
          </a:p>
          <a:p>
            <a:pPr lvl="0"/>
            <a:r>
              <a:rPr lang="en-US"/>
              <a:t>at nisi et, </a:t>
            </a:r>
            <a:r>
              <a:rPr lang="en-US" err="1"/>
              <a:t>varius</a:t>
            </a:r>
            <a:r>
              <a:rPr lang="en-US"/>
              <a:t> </a:t>
            </a:r>
            <a:r>
              <a:rPr lang="en-US" err="1"/>
              <a:t>lobortis</a:t>
            </a:r>
            <a:r>
              <a:rPr lang="en-US"/>
              <a:t> </a:t>
            </a:r>
            <a:r>
              <a:rPr lang="en-US" err="1"/>
              <a:t>lectus</a:t>
            </a:r>
            <a:r>
              <a:rPr lang="en-US"/>
              <a:t>. </a:t>
            </a:r>
            <a:r>
              <a:rPr lang="en-US" err="1"/>
              <a:t>Fusce</a:t>
            </a:r>
            <a:r>
              <a:rPr lang="en-US"/>
              <a:t> </a:t>
            </a:r>
            <a:r>
              <a:rPr lang="en-US" err="1"/>
              <a:t>fermentum</a:t>
            </a:r>
            <a:r>
              <a:rPr lang="en-US"/>
              <a:t> </a:t>
            </a:r>
            <a:r>
              <a:rPr lang="en-US" err="1"/>
              <a:t>bibendum</a:t>
            </a:r>
            <a:r>
              <a:rPr lang="en-US"/>
              <a:t> </a:t>
            </a:r>
            <a:r>
              <a:rPr lang="en-US" err="1"/>
              <a:t>varius</a:t>
            </a:r>
            <a:r>
              <a:rPr lang="en-US"/>
              <a:t>. </a:t>
            </a: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endParaRPr lang="en-US"/>
          </a:p>
        </p:txBody>
      </p:sp>
      <p:sp>
        <p:nvSpPr>
          <p:cNvPr id="5" name="Text Placeholder 4"/>
          <p:cNvSpPr>
            <a:spLocks noGrp="1"/>
          </p:cNvSpPr>
          <p:nvPr>
            <p:ph type="body" sz="quarter" idx="11" hasCustomPrompt="1"/>
          </p:nvPr>
        </p:nvSpPr>
        <p:spPr>
          <a:xfrm>
            <a:off x="357189" y="1079500"/>
            <a:ext cx="3986212" cy="342900"/>
          </a:xfrm>
        </p:spPr>
        <p:txBody>
          <a:bodyPr wrap="none" bIns="0">
            <a:noAutofit/>
          </a:bodyPr>
          <a:lstStyle>
            <a:lvl1pPr marL="0" indent="0">
              <a:spcBef>
                <a:spcPts val="288"/>
              </a:spcBef>
              <a:buNone/>
              <a:defRPr sz="1200" b="1" i="0" cap="all" spc="200" baseline="0">
                <a:solidFill>
                  <a:schemeClr val="bg1"/>
                </a:solidFill>
              </a:defRPr>
            </a:lvl1pPr>
          </a:lstStyle>
          <a:p>
            <a:pPr lvl="0"/>
            <a:r>
              <a:rPr lang="en-US"/>
              <a:t>Highlight goes here</a:t>
            </a:r>
          </a:p>
        </p:txBody>
      </p:sp>
      <p:sp>
        <p:nvSpPr>
          <p:cNvPr id="6" name="Content Placeholder 5"/>
          <p:cNvSpPr>
            <a:spLocks noGrp="1"/>
          </p:cNvSpPr>
          <p:nvPr>
            <p:ph sz="quarter" idx="12" hasCustomPrompt="1"/>
          </p:nvPr>
        </p:nvSpPr>
        <p:spPr>
          <a:xfrm>
            <a:off x="4800599" y="1422400"/>
            <a:ext cx="3993357" cy="3054350"/>
          </a:xfrm>
        </p:spPr>
        <p:txBody>
          <a:bodyPr/>
          <a:lstStyle>
            <a:lvl1pPr>
              <a:defRPr>
                <a:solidFill>
                  <a:schemeClr val="bg1"/>
                </a:solidFill>
                <a:latin typeface="+mj-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 </a:t>
            </a:r>
          </a:p>
          <a:p>
            <a:pPr lvl="0"/>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r>
              <a:rPr lang="en-US" err="1"/>
              <a:t>Aliquam</a:t>
            </a:r>
            <a:r>
              <a:rPr lang="en-US"/>
              <a:t> sit </a:t>
            </a:r>
            <a:r>
              <a:rPr lang="en-US" err="1"/>
              <a:t>amet</a:t>
            </a:r>
            <a:r>
              <a:rPr lang="en-US"/>
              <a:t> </a:t>
            </a:r>
            <a:r>
              <a:rPr lang="en-US" err="1"/>
              <a:t>leo</a:t>
            </a:r>
            <a:r>
              <a:rPr lang="en-US"/>
              <a:t> semper, </a:t>
            </a:r>
            <a:r>
              <a:rPr lang="en-US" err="1"/>
              <a:t>tincidunt</a:t>
            </a:r>
            <a:r>
              <a:rPr lang="en-US"/>
              <a:t> dolor a, </a:t>
            </a:r>
            <a:r>
              <a:rPr lang="en-US" err="1"/>
              <a:t>lobortis</a:t>
            </a:r>
            <a:r>
              <a:rPr lang="en-US"/>
              <a:t> </a:t>
            </a:r>
            <a:r>
              <a:rPr lang="en-US" err="1"/>
              <a:t>elit</a:t>
            </a:r>
            <a:r>
              <a:rPr lang="en-US"/>
              <a:t>. </a:t>
            </a:r>
            <a:r>
              <a:rPr lang="en-US" err="1"/>
              <a:t>Nulla</a:t>
            </a:r>
            <a:r>
              <a:rPr lang="en-US"/>
              <a:t> ipsum dolor, </a:t>
            </a:r>
            <a:r>
              <a:rPr lang="en-US" err="1"/>
              <a:t>condimentum</a:t>
            </a:r>
            <a:r>
              <a:rPr lang="en-US"/>
              <a:t> </a:t>
            </a:r>
          </a:p>
          <a:p>
            <a:pPr lvl="0"/>
            <a:r>
              <a:rPr lang="en-US"/>
              <a:t>at nisi et, </a:t>
            </a:r>
            <a:r>
              <a:rPr lang="en-US" err="1"/>
              <a:t>varius</a:t>
            </a:r>
            <a:r>
              <a:rPr lang="en-US"/>
              <a:t> </a:t>
            </a:r>
            <a:r>
              <a:rPr lang="en-US" err="1"/>
              <a:t>lobortis</a:t>
            </a:r>
            <a:r>
              <a:rPr lang="en-US"/>
              <a:t> </a:t>
            </a:r>
            <a:r>
              <a:rPr lang="en-US" err="1"/>
              <a:t>lectus</a:t>
            </a:r>
            <a:r>
              <a:rPr lang="en-US"/>
              <a:t>. </a:t>
            </a:r>
            <a:r>
              <a:rPr lang="en-US" err="1"/>
              <a:t>Fusce</a:t>
            </a:r>
            <a:r>
              <a:rPr lang="en-US"/>
              <a:t> </a:t>
            </a:r>
            <a:r>
              <a:rPr lang="en-US" err="1"/>
              <a:t>fermentum</a:t>
            </a:r>
            <a:r>
              <a:rPr lang="en-US"/>
              <a:t> </a:t>
            </a:r>
            <a:r>
              <a:rPr lang="en-US" err="1"/>
              <a:t>bibendum</a:t>
            </a:r>
            <a:r>
              <a:rPr lang="en-US"/>
              <a:t> </a:t>
            </a:r>
            <a:r>
              <a:rPr lang="en-US" err="1"/>
              <a:t>varius</a:t>
            </a:r>
            <a:r>
              <a:rPr lang="en-US"/>
              <a:t>. </a:t>
            </a: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endParaRPr lang="en-US"/>
          </a:p>
        </p:txBody>
      </p:sp>
      <p:sp>
        <p:nvSpPr>
          <p:cNvPr id="7" name="Text Placeholder 4"/>
          <p:cNvSpPr>
            <a:spLocks noGrp="1"/>
          </p:cNvSpPr>
          <p:nvPr>
            <p:ph type="body" sz="quarter" idx="13" hasCustomPrompt="1"/>
          </p:nvPr>
        </p:nvSpPr>
        <p:spPr>
          <a:xfrm>
            <a:off x="4800599" y="1079500"/>
            <a:ext cx="3986214" cy="342900"/>
          </a:xfrm>
        </p:spPr>
        <p:txBody>
          <a:bodyPr wrap="none" bIns="0">
            <a:noAutofit/>
          </a:bodyPr>
          <a:lstStyle>
            <a:lvl1pPr marL="0" indent="0">
              <a:spcBef>
                <a:spcPts val="288"/>
              </a:spcBef>
              <a:buNone/>
              <a:defRPr sz="1200" b="1" i="0" cap="all" spc="200" baseline="0">
                <a:solidFill>
                  <a:schemeClr val="bg1"/>
                </a:solidFill>
              </a:defRPr>
            </a:lvl1pPr>
          </a:lstStyle>
          <a:p>
            <a:pPr lvl="0"/>
            <a:r>
              <a:rPr lang="en-US"/>
              <a:t>OTHER Highlight goes here</a:t>
            </a:r>
          </a:p>
        </p:txBody>
      </p:sp>
      <p:cxnSp>
        <p:nvCxnSpPr>
          <p:cNvPr id="8" name="Straight Connector 7"/>
          <p:cNvCxnSpPr/>
          <p:nvPr userDrawn="1"/>
        </p:nvCxnSpPr>
        <p:spPr>
          <a:xfrm>
            <a:off x="294410" y="716437"/>
            <a:ext cx="8555182"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10" name="Slide Number Placeholder 1"/>
          <p:cNvSpPr>
            <a:spLocks noGrp="1"/>
          </p:cNvSpPr>
          <p:nvPr>
            <p:ph type="sldNum" sz="quarter" idx="4"/>
          </p:nvPr>
        </p:nvSpPr>
        <p:spPr>
          <a:xfrm>
            <a:off x="7413442" y="4826640"/>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pPr defTabSz="685783"/>
            <a:fld id="{3A707DD9-E92B-45E8-BE0A-E6B2EDF345EB}" type="slidenum">
              <a:rPr lang="en-US" smtClean="0"/>
              <a:pPr defTabSz="685783"/>
              <a:t>‹#›</a:t>
            </a:fld>
            <a:endParaRPr lang="en-US"/>
          </a:p>
        </p:txBody>
      </p:sp>
    </p:spTree>
    <p:extLst>
      <p:ext uri="{BB962C8B-B14F-4D97-AF65-F5344CB8AC3E}">
        <p14:creationId xmlns:p14="http://schemas.microsoft.com/office/powerpoint/2010/main" val="170209859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hree Content on Color Canvas">
    <p:bg>
      <p:bgPr>
        <a:solidFill>
          <a:schemeClr val="accent6"/>
        </a:solidFill>
        <a:effectLst/>
      </p:bgPr>
    </p:bg>
    <p:spTree>
      <p:nvGrpSpPr>
        <p:cNvPr id="1" name=""/>
        <p:cNvGrpSpPr/>
        <p:nvPr/>
      </p:nvGrpSpPr>
      <p:grpSpPr>
        <a:xfrm>
          <a:off x="0" y="0"/>
          <a:ext cx="0" cy="0"/>
          <a:chOff x="0" y="0"/>
          <a:chExt cx="0" cy="0"/>
        </a:xfrm>
      </p:grpSpPr>
      <p:sp>
        <p:nvSpPr>
          <p:cNvPr id="15" name="Content Placeholder 14"/>
          <p:cNvSpPr>
            <a:spLocks noGrp="1"/>
          </p:cNvSpPr>
          <p:nvPr>
            <p:ph sz="quarter" idx="16" hasCustomPrompt="1"/>
          </p:nvPr>
        </p:nvSpPr>
        <p:spPr>
          <a:xfrm>
            <a:off x="1127175" y="1238584"/>
            <a:ext cx="2304288" cy="2903538"/>
          </a:xfrm>
          <a:ln>
            <a:solidFill>
              <a:schemeClr val="bg1"/>
            </a:solidFill>
          </a:ln>
        </p:spPr>
        <p:txBody>
          <a:bodyPr vert="horz" lIns="182880" tIns="274320" rIns="182880" bIns="274320" rtlCol="0">
            <a:normAutofit/>
          </a:bodyPr>
          <a:lstStyle>
            <a:lvl1pPr>
              <a:defRPr lang="en-US" sz="1000" dirty="0" smtClean="0">
                <a:solidFill>
                  <a:schemeClr val="bg1"/>
                </a:solidFill>
              </a:defRPr>
            </a:lvl1pPr>
            <a:lvl2pPr>
              <a:defRPr lang="en-US" sz="1000" dirty="0" smtClean="0">
                <a:solidFill>
                  <a:schemeClr val="bg1"/>
                </a:solidFill>
              </a:defRPr>
            </a:lvl2pPr>
            <a:lvl3pPr>
              <a:defRPr lang="en-US" sz="1000" dirty="0" smtClean="0">
                <a:solidFill>
                  <a:schemeClr val="bg1"/>
                </a:solidFill>
              </a:defRPr>
            </a:lvl3pPr>
            <a:lvl4pPr>
              <a:defRPr lang="en-US" sz="1000" dirty="0" smtClean="0">
                <a:solidFill>
                  <a:schemeClr val="bg1"/>
                </a:solidFill>
              </a:defRPr>
            </a:lvl4pPr>
            <a:lvl5pPr>
              <a:defRPr lang="en-US" sz="1000" dirty="0">
                <a:solidFill>
                  <a:schemeClr val="bg1"/>
                </a:solidFill>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p>
          <a:p>
            <a:pPr lvl="0"/>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 </a:t>
            </a:r>
          </a:p>
        </p:txBody>
      </p:sp>
      <p:sp>
        <p:nvSpPr>
          <p:cNvPr id="5" name="Title Placeholder 3"/>
          <p:cNvSpPr>
            <a:spLocks noGrp="1"/>
          </p:cNvSpPr>
          <p:nvPr>
            <p:ph type="body" sz="quarter" idx="11" hasCustomPrompt="1"/>
          </p:nvPr>
        </p:nvSpPr>
        <p:spPr>
          <a:xfrm>
            <a:off x="5735751" y="799672"/>
            <a:ext cx="2304288" cy="438912"/>
          </a:xfrm>
          <a:solidFill>
            <a:schemeClr val="bg1"/>
          </a:solidFill>
          <a:ln>
            <a:solidFill>
              <a:schemeClr val="bg1"/>
            </a:solidFill>
          </a:ln>
        </p:spPr>
        <p:txBody>
          <a:bodyPr wrap="none" lIns="91440" tIns="0" rIns="91440" bIns="0" anchor="ctr">
            <a:noAutofit/>
          </a:bodyPr>
          <a:lstStyle>
            <a:lvl1pPr marL="0" indent="0" algn="ctr">
              <a:buNone/>
              <a:defRPr sz="1200" b="1" i="0" cap="all" spc="200" baseline="0"/>
            </a:lvl1pPr>
            <a:lvl2pPr marL="457189" indent="0">
              <a:buNone/>
              <a:defRPr b="1" i="0" cap="all" spc="200" baseline="0"/>
            </a:lvl2pPr>
            <a:lvl3pPr marL="914378" indent="0">
              <a:buNone/>
              <a:defRPr b="1" i="0" cap="all" spc="200" baseline="0"/>
            </a:lvl3pPr>
            <a:lvl4pPr marL="1371566" indent="0">
              <a:buNone/>
              <a:defRPr b="1" i="0" cap="all" spc="200" baseline="0"/>
            </a:lvl4pPr>
            <a:lvl5pPr marL="1828754" indent="0">
              <a:buFont typeface="Arial" panose="020B0604020202020204" pitchFamily="34" charset="0"/>
              <a:buNone/>
              <a:defRPr b="1" i="0" cap="all" spc="200" baseline="0"/>
            </a:lvl5pPr>
          </a:lstStyle>
          <a:p>
            <a:pPr lvl="0"/>
            <a:r>
              <a:rPr lang="en-US"/>
              <a:t>ADD TITILE HERE</a:t>
            </a:r>
          </a:p>
        </p:txBody>
      </p:sp>
      <p:sp>
        <p:nvSpPr>
          <p:cNvPr id="4" name="Title Placeholder 2"/>
          <p:cNvSpPr>
            <a:spLocks noGrp="1"/>
          </p:cNvSpPr>
          <p:nvPr>
            <p:ph type="body" sz="quarter" idx="10" hasCustomPrompt="1"/>
          </p:nvPr>
        </p:nvSpPr>
        <p:spPr>
          <a:xfrm>
            <a:off x="3431463" y="799672"/>
            <a:ext cx="2304288" cy="438912"/>
          </a:xfrm>
          <a:solidFill>
            <a:schemeClr val="bg1"/>
          </a:solidFill>
          <a:ln>
            <a:solidFill>
              <a:schemeClr val="bg1"/>
            </a:solidFill>
          </a:ln>
        </p:spPr>
        <p:txBody>
          <a:bodyPr wrap="none" lIns="91440" tIns="0" rIns="91440" bIns="0" anchor="ctr">
            <a:noAutofit/>
          </a:bodyPr>
          <a:lstStyle>
            <a:lvl1pPr marL="0" indent="0" algn="ctr">
              <a:buNone/>
              <a:defRPr sz="1200" b="1" i="0" cap="all" spc="200" baseline="0"/>
            </a:lvl1pPr>
            <a:lvl2pPr marL="457189" indent="0">
              <a:buNone/>
              <a:defRPr b="1" i="0" cap="all" spc="200" baseline="0"/>
            </a:lvl2pPr>
            <a:lvl3pPr marL="914378" indent="0">
              <a:buNone/>
              <a:defRPr b="1" i="0" cap="all" spc="200" baseline="0"/>
            </a:lvl3pPr>
            <a:lvl4pPr marL="1371566" indent="0">
              <a:buNone/>
              <a:defRPr b="1" i="0" cap="all" spc="200" baseline="0"/>
            </a:lvl4pPr>
            <a:lvl5pPr marL="1828754" indent="0">
              <a:buFont typeface="Arial" panose="020B0604020202020204" pitchFamily="34" charset="0"/>
              <a:buNone/>
              <a:defRPr b="1" i="0" cap="all" spc="200" baseline="0"/>
            </a:lvl5pPr>
          </a:lstStyle>
          <a:p>
            <a:pPr lvl="0"/>
            <a:r>
              <a:rPr lang="en-US"/>
              <a:t>ADD TITILE HERE</a:t>
            </a:r>
          </a:p>
        </p:txBody>
      </p:sp>
      <p:sp>
        <p:nvSpPr>
          <p:cNvPr id="6" name="Title Placeholder 1"/>
          <p:cNvSpPr>
            <a:spLocks noGrp="1"/>
          </p:cNvSpPr>
          <p:nvPr>
            <p:ph type="body" sz="quarter" idx="12" hasCustomPrompt="1"/>
          </p:nvPr>
        </p:nvSpPr>
        <p:spPr>
          <a:xfrm>
            <a:off x="1127175" y="799672"/>
            <a:ext cx="2304288" cy="438912"/>
          </a:xfrm>
          <a:solidFill>
            <a:schemeClr val="bg1"/>
          </a:solidFill>
          <a:ln>
            <a:solidFill>
              <a:schemeClr val="bg1"/>
            </a:solidFill>
          </a:ln>
        </p:spPr>
        <p:txBody>
          <a:bodyPr wrap="none" lIns="91440" tIns="0" rIns="91440" bIns="0" anchor="ctr">
            <a:noAutofit/>
          </a:bodyPr>
          <a:lstStyle>
            <a:lvl1pPr marL="0" indent="0" algn="ctr">
              <a:buNone/>
              <a:defRPr sz="1200" b="1" i="0" cap="all" spc="200" baseline="0"/>
            </a:lvl1pPr>
            <a:lvl2pPr marL="457189" indent="0">
              <a:buNone/>
              <a:defRPr b="1" i="0" cap="all" spc="200" baseline="0"/>
            </a:lvl2pPr>
            <a:lvl3pPr marL="914378" indent="0">
              <a:buNone/>
              <a:defRPr b="1" i="0" cap="all" spc="200" baseline="0"/>
            </a:lvl3pPr>
            <a:lvl4pPr marL="1371566" indent="0">
              <a:buNone/>
              <a:defRPr b="1" i="0" cap="all" spc="200" baseline="0"/>
            </a:lvl4pPr>
            <a:lvl5pPr marL="1828754" indent="0">
              <a:buFont typeface="Arial" panose="020B0604020202020204" pitchFamily="34" charset="0"/>
              <a:buNone/>
              <a:defRPr b="1" i="0" cap="all" spc="200" baseline="0"/>
            </a:lvl5pPr>
          </a:lstStyle>
          <a:p>
            <a:pPr lvl="0"/>
            <a:r>
              <a:rPr lang="en-US"/>
              <a:t>ADD TITILE HERE</a:t>
            </a:r>
          </a:p>
        </p:txBody>
      </p:sp>
      <p:sp>
        <p:nvSpPr>
          <p:cNvPr id="13" name="Slide Number Placeholder 1"/>
          <p:cNvSpPr>
            <a:spLocks noGrp="1"/>
          </p:cNvSpPr>
          <p:nvPr>
            <p:ph type="sldNum" sz="quarter" idx="4"/>
          </p:nvPr>
        </p:nvSpPr>
        <p:spPr>
          <a:xfrm>
            <a:off x="7413442" y="4826640"/>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pPr defTabSz="685783"/>
            <a:fld id="{3A707DD9-E92B-45E8-BE0A-E6B2EDF345EB}" type="slidenum">
              <a:rPr lang="en-US" smtClean="0"/>
              <a:pPr defTabSz="685783"/>
              <a:t>‹#›</a:t>
            </a:fld>
            <a:endParaRPr lang="en-US"/>
          </a:p>
        </p:txBody>
      </p:sp>
      <p:sp>
        <p:nvSpPr>
          <p:cNvPr id="16" name="Content Placeholder 14"/>
          <p:cNvSpPr>
            <a:spLocks noGrp="1"/>
          </p:cNvSpPr>
          <p:nvPr>
            <p:ph sz="quarter" idx="17" hasCustomPrompt="1"/>
          </p:nvPr>
        </p:nvSpPr>
        <p:spPr>
          <a:xfrm>
            <a:off x="5735751" y="1238584"/>
            <a:ext cx="2304288" cy="2903538"/>
          </a:xfrm>
          <a:ln>
            <a:solidFill>
              <a:schemeClr val="bg1"/>
            </a:solidFill>
          </a:ln>
        </p:spPr>
        <p:txBody>
          <a:bodyPr vert="horz" lIns="182880" tIns="274320" rIns="182880" bIns="274320" rtlCol="0">
            <a:normAutofit/>
          </a:bodyPr>
          <a:lstStyle>
            <a:lvl1pPr>
              <a:defRPr lang="en-US" sz="1000" dirty="0" smtClean="0">
                <a:solidFill>
                  <a:schemeClr val="bg1"/>
                </a:solidFill>
              </a:defRPr>
            </a:lvl1pPr>
            <a:lvl2pPr>
              <a:defRPr lang="en-US" sz="1000" dirty="0" smtClean="0">
                <a:solidFill>
                  <a:schemeClr val="bg1"/>
                </a:solidFill>
              </a:defRPr>
            </a:lvl2pPr>
            <a:lvl3pPr>
              <a:defRPr lang="en-US" sz="1000" dirty="0" smtClean="0">
                <a:solidFill>
                  <a:schemeClr val="bg1"/>
                </a:solidFill>
              </a:defRPr>
            </a:lvl3pPr>
            <a:lvl4pPr>
              <a:defRPr lang="en-US" sz="1000" dirty="0" smtClean="0">
                <a:solidFill>
                  <a:schemeClr val="bg1"/>
                </a:solidFill>
              </a:defRPr>
            </a:lvl4pPr>
            <a:lvl5pPr>
              <a:defRPr lang="en-US" sz="1000" dirty="0">
                <a:solidFill>
                  <a:schemeClr val="bg1"/>
                </a:solidFill>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p>
          <a:p>
            <a:pPr lvl="0"/>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 </a:t>
            </a:r>
          </a:p>
        </p:txBody>
      </p:sp>
      <p:sp>
        <p:nvSpPr>
          <p:cNvPr id="17" name="Content Placeholder 14"/>
          <p:cNvSpPr>
            <a:spLocks noGrp="1"/>
          </p:cNvSpPr>
          <p:nvPr>
            <p:ph sz="quarter" idx="18" hasCustomPrompt="1"/>
          </p:nvPr>
        </p:nvSpPr>
        <p:spPr>
          <a:xfrm>
            <a:off x="3431463" y="1238584"/>
            <a:ext cx="2304288" cy="2903538"/>
          </a:xfrm>
          <a:ln>
            <a:solidFill>
              <a:schemeClr val="bg1"/>
            </a:solidFill>
          </a:ln>
        </p:spPr>
        <p:txBody>
          <a:bodyPr vert="horz" lIns="182880" tIns="274320" rIns="182880" bIns="274320" rtlCol="0">
            <a:normAutofit/>
          </a:bodyPr>
          <a:lstStyle>
            <a:lvl1pPr>
              <a:defRPr lang="en-US" sz="1000" dirty="0" smtClean="0">
                <a:solidFill>
                  <a:schemeClr val="bg1"/>
                </a:solidFill>
              </a:defRPr>
            </a:lvl1pPr>
            <a:lvl2pPr>
              <a:defRPr lang="en-US" sz="1000" dirty="0" smtClean="0">
                <a:solidFill>
                  <a:schemeClr val="bg1"/>
                </a:solidFill>
              </a:defRPr>
            </a:lvl2pPr>
            <a:lvl3pPr>
              <a:defRPr lang="en-US" sz="1000" dirty="0" smtClean="0">
                <a:solidFill>
                  <a:schemeClr val="bg1"/>
                </a:solidFill>
              </a:defRPr>
            </a:lvl3pPr>
            <a:lvl4pPr>
              <a:defRPr lang="en-US" sz="1000" dirty="0" smtClean="0">
                <a:solidFill>
                  <a:schemeClr val="bg1"/>
                </a:solidFill>
              </a:defRPr>
            </a:lvl4pPr>
            <a:lvl5pPr>
              <a:defRPr lang="en-US" sz="1000" dirty="0">
                <a:solidFill>
                  <a:schemeClr val="bg1"/>
                </a:solidFill>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p>
          <a:p>
            <a:pPr lvl="0"/>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 </a:t>
            </a:r>
          </a:p>
        </p:txBody>
      </p:sp>
    </p:spTree>
    <p:extLst>
      <p:ext uri="{BB962C8B-B14F-4D97-AF65-F5344CB8AC3E}">
        <p14:creationId xmlns:p14="http://schemas.microsoft.com/office/powerpoint/2010/main" val="22342467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 EPAM Blue">
    <p:bg>
      <p:bgPr>
        <a:solidFill>
          <a:schemeClr val="accent2"/>
        </a:solidFill>
        <a:effectLst/>
      </p:bgPr>
    </p:bg>
    <p:spTree>
      <p:nvGrpSpPr>
        <p:cNvPr id="1" name=""/>
        <p:cNvGrpSpPr/>
        <p:nvPr/>
      </p:nvGrpSpPr>
      <p:grpSpPr>
        <a:xfrm>
          <a:off x="0" y="0"/>
          <a:ext cx="0" cy="0"/>
          <a:chOff x="0" y="0"/>
          <a:chExt cx="0" cy="0"/>
        </a:xfrm>
      </p:grpSpPr>
      <p:sp>
        <p:nvSpPr>
          <p:cNvPr id="9" name="Text Placeholder 8"/>
          <p:cNvSpPr>
            <a:spLocks noGrp="1"/>
          </p:cNvSpPr>
          <p:nvPr>
            <p:ph type="body" sz="quarter" idx="10" hasCustomPrompt="1"/>
          </p:nvPr>
        </p:nvSpPr>
        <p:spPr>
          <a:xfrm>
            <a:off x="1780954" y="2098360"/>
            <a:ext cx="5582093" cy="587388"/>
          </a:xfrm>
          <a:prstGeom prst="rect">
            <a:avLst/>
          </a:prstGeom>
        </p:spPr>
        <p:txBody>
          <a:bodyPr anchor="ctr"/>
          <a:lstStyle>
            <a:lvl1pPr marL="0" indent="0" algn="ctr">
              <a:lnSpc>
                <a:spcPts val="1800"/>
              </a:lnSpc>
              <a:buNone/>
              <a:defRPr sz="1600">
                <a:solidFill>
                  <a:schemeClr val="bg1"/>
                </a:solidFill>
                <a:latin typeface="+mj-lt"/>
              </a:defRPr>
            </a:lvl1pPr>
            <a:lvl2pPr marL="457189" indent="0">
              <a:buNone/>
              <a:defRPr sz="1600">
                <a:latin typeface="+mj-lt"/>
              </a:defRPr>
            </a:lvl2pPr>
            <a:lvl3pPr marL="914378" indent="0">
              <a:buNone/>
              <a:defRPr sz="1600">
                <a:latin typeface="+mj-lt"/>
              </a:defRPr>
            </a:lvl3pPr>
            <a:lvl4pPr marL="1371566" indent="0">
              <a:buNone/>
              <a:defRPr sz="1600">
                <a:latin typeface="+mj-lt"/>
              </a:defRPr>
            </a:lvl4pPr>
            <a:lvl5pPr marL="1828754" indent="0">
              <a:buNone/>
              <a:defRPr sz="1600">
                <a:latin typeface="+mj-lt"/>
              </a:defRPr>
            </a:lvl5pPr>
          </a:lstStyle>
          <a:p>
            <a:pPr algn="ctr">
              <a:lnSpc>
                <a:spcPts val="2400"/>
              </a:lnSpc>
            </a:pPr>
            <a:r>
              <a:rPr lang="en-US" sz="1600" baseline="0">
                <a:solidFill>
                  <a:schemeClr val="bg1"/>
                </a:solidFill>
                <a:latin typeface="+mj-lt"/>
              </a:rPr>
              <a:t>Please add call out or quote here</a:t>
            </a:r>
            <a:br>
              <a:rPr lang="en-US" sz="1600" baseline="0">
                <a:solidFill>
                  <a:schemeClr val="bg1"/>
                </a:solidFill>
                <a:latin typeface="+mj-lt"/>
              </a:rPr>
            </a:br>
            <a:r>
              <a:rPr lang="en-US" sz="1600" baseline="0">
                <a:solidFill>
                  <a:schemeClr val="bg1"/>
                </a:solidFill>
                <a:latin typeface="+mj-lt"/>
              </a:rPr>
              <a:t>sit </a:t>
            </a:r>
            <a:r>
              <a:rPr lang="en-US" sz="1600" baseline="0" err="1">
                <a:solidFill>
                  <a:schemeClr val="bg1"/>
                </a:solidFill>
                <a:latin typeface="+mj-lt"/>
              </a:rPr>
              <a:t>amet</a:t>
            </a:r>
            <a:r>
              <a:rPr lang="en-US" sz="1600" baseline="0">
                <a:solidFill>
                  <a:schemeClr val="bg1"/>
                </a:solidFill>
                <a:latin typeface="+mj-lt"/>
              </a:rPr>
              <a:t>, </a:t>
            </a:r>
            <a:r>
              <a:rPr lang="en-US" sz="1600" baseline="0" err="1">
                <a:solidFill>
                  <a:schemeClr val="bg1"/>
                </a:solidFill>
                <a:latin typeface="+mj-lt"/>
              </a:rPr>
              <a:t>consectetur</a:t>
            </a:r>
            <a:r>
              <a:rPr lang="en-US" sz="1600" baseline="0">
                <a:solidFill>
                  <a:schemeClr val="bg1"/>
                </a:solidFill>
                <a:latin typeface="+mj-lt"/>
              </a:rPr>
              <a:t> </a:t>
            </a:r>
            <a:r>
              <a:rPr lang="en-US" sz="1600" baseline="0" err="1">
                <a:solidFill>
                  <a:schemeClr val="bg1"/>
                </a:solidFill>
                <a:latin typeface="+mj-lt"/>
              </a:rPr>
              <a:t>adipiscing</a:t>
            </a:r>
            <a:r>
              <a:rPr lang="en-US" sz="1600" baseline="0">
                <a:solidFill>
                  <a:schemeClr val="bg1"/>
                </a:solidFill>
                <a:latin typeface="+mj-lt"/>
              </a:rPr>
              <a:t> </a:t>
            </a:r>
            <a:r>
              <a:rPr lang="en-US" sz="1600" baseline="0" err="1">
                <a:solidFill>
                  <a:schemeClr val="bg1"/>
                </a:solidFill>
                <a:latin typeface="+mj-lt"/>
              </a:rPr>
              <a:t>elit</a:t>
            </a:r>
            <a:r>
              <a:rPr lang="en-US" sz="1600" baseline="0">
                <a:solidFill>
                  <a:schemeClr val="bg1"/>
                </a:solidFill>
                <a:latin typeface="+mj-lt"/>
              </a:rPr>
              <a:t>. </a:t>
            </a:r>
            <a:r>
              <a:rPr lang="en-US" sz="1600" baseline="0" err="1">
                <a:solidFill>
                  <a:schemeClr val="bg1"/>
                </a:solidFill>
                <a:latin typeface="+mj-lt"/>
              </a:rPr>
              <a:t>Sed</a:t>
            </a:r>
            <a:r>
              <a:rPr lang="en-US" sz="1600" baseline="0">
                <a:solidFill>
                  <a:schemeClr val="bg1"/>
                </a:solidFill>
                <a:latin typeface="+mj-lt"/>
              </a:rPr>
              <a:t> </a:t>
            </a:r>
            <a:r>
              <a:rPr lang="en-US" sz="1600" baseline="0" err="1">
                <a:solidFill>
                  <a:schemeClr val="bg1"/>
                </a:solidFill>
                <a:latin typeface="+mj-lt"/>
              </a:rPr>
              <a:t>nec</a:t>
            </a:r>
            <a:r>
              <a:rPr lang="en-US" sz="1600" baseline="0">
                <a:solidFill>
                  <a:schemeClr val="bg1"/>
                </a:solidFill>
                <a:latin typeface="+mj-lt"/>
              </a:rPr>
              <a:t> </a:t>
            </a:r>
            <a:r>
              <a:rPr lang="en-US" sz="1600" baseline="0" err="1">
                <a:solidFill>
                  <a:schemeClr val="bg1"/>
                </a:solidFill>
                <a:latin typeface="+mj-lt"/>
              </a:rPr>
              <a:t>sem</a:t>
            </a:r>
            <a:r>
              <a:rPr lang="en-US" sz="1600" baseline="0">
                <a:solidFill>
                  <a:schemeClr val="bg1"/>
                </a:solidFill>
                <a:latin typeface="+mj-lt"/>
              </a:rPr>
              <a:t> gravida, </a:t>
            </a:r>
            <a:r>
              <a:rPr lang="en-US" sz="1600" baseline="0" err="1">
                <a:solidFill>
                  <a:schemeClr val="bg1"/>
                </a:solidFill>
                <a:latin typeface="+mj-lt"/>
              </a:rPr>
              <a:t>dapibus</a:t>
            </a:r>
            <a:r>
              <a:rPr lang="en-US" sz="1600" baseline="0">
                <a:solidFill>
                  <a:schemeClr val="bg1"/>
                </a:solidFill>
                <a:latin typeface="+mj-lt"/>
              </a:rPr>
              <a:t> </a:t>
            </a:r>
            <a:r>
              <a:rPr lang="en-US" sz="1600" baseline="0" err="1">
                <a:solidFill>
                  <a:schemeClr val="bg1"/>
                </a:solidFill>
                <a:latin typeface="+mj-lt"/>
              </a:rPr>
              <a:t>turpis</a:t>
            </a:r>
            <a:r>
              <a:rPr lang="en-US" sz="1600" baseline="0">
                <a:solidFill>
                  <a:schemeClr val="bg1"/>
                </a:solidFill>
                <a:latin typeface="+mj-lt"/>
              </a:rPr>
              <a:t> </a:t>
            </a:r>
            <a:r>
              <a:rPr lang="en-US" sz="1600" baseline="0" err="1">
                <a:solidFill>
                  <a:schemeClr val="bg1"/>
                </a:solidFill>
                <a:latin typeface="+mj-lt"/>
              </a:rPr>
              <a:t>porttitor</a:t>
            </a:r>
            <a:r>
              <a:rPr lang="en-US" sz="1600" baseline="0">
                <a:solidFill>
                  <a:schemeClr val="bg1"/>
                </a:solidFill>
                <a:latin typeface="+mj-lt"/>
              </a:rPr>
              <a:t>, </a:t>
            </a:r>
            <a:r>
              <a:rPr lang="en-US" sz="1600" baseline="0" err="1">
                <a:solidFill>
                  <a:schemeClr val="bg1"/>
                </a:solidFill>
                <a:latin typeface="+mj-lt"/>
              </a:rPr>
              <a:t>tincidunt</a:t>
            </a:r>
            <a:r>
              <a:rPr lang="en-US" sz="1600" baseline="0">
                <a:solidFill>
                  <a:schemeClr val="bg1"/>
                </a:solidFill>
                <a:latin typeface="+mj-lt"/>
              </a:rPr>
              <a:t> </a:t>
            </a:r>
            <a:r>
              <a:rPr lang="en-US" sz="1600" baseline="0" err="1">
                <a:solidFill>
                  <a:schemeClr val="bg1"/>
                </a:solidFill>
                <a:latin typeface="+mj-lt"/>
              </a:rPr>
              <a:t>nibh</a:t>
            </a:r>
            <a:r>
              <a:rPr lang="en-US" sz="1600" baseline="0">
                <a:solidFill>
                  <a:schemeClr val="bg1"/>
                </a:solidFill>
                <a:latin typeface="+mj-lt"/>
              </a:rPr>
              <a:t>. </a:t>
            </a:r>
            <a:r>
              <a:rPr lang="en-US" sz="1600" baseline="0" err="1">
                <a:solidFill>
                  <a:schemeClr val="bg1"/>
                </a:solidFill>
                <a:latin typeface="+mj-lt"/>
              </a:rPr>
              <a:t>Orci</a:t>
            </a:r>
            <a:r>
              <a:rPr lang="en-US" sz="1600" baseline="0">
                <a:solidFill>
                  <a:schemeClr val="bg1"/>
                </a:solidFill>
                <a:latin typeface="+mj-lt"/>
              </a:rPr>
              <a:t> </a:t>
            </a:r>
            <a:r>
              <a:rPr lang="en-US" sz="1600" baseline="0" err="1">
                <a:solidFill>
                  <a:schemeClr val="bg1"/>
                </a:solidFill>
                <a:latin typeface="+mj-lt"/>
              </a:rPr>
              <a:t>varius</a:t>
            </a:r>
            <a:r>
              <a:rPr lang="en-US" sz="1600" baseline="0">
                <a:solidFill>
                  <a:schemeClr val="bg1"/>
                </a:solidFill>
                <a:latin typeface="+mj-lt"/>
              </a:rPr>
              <a:t> </a:t>
            </a:r>
            <a:r>
              <a:rPr lang="en-US" sz="1600" baseline="0" err="1">
                <a:solidFill>
                  <a:schemeClr val="bg1"/>
                </a:solidFill>
                <a:latin typeface="+mj-lt"/>
              </a:rPr>
              <a:t>natoque</a:t>
            </a:r>
            <a:r>
              <a:rPr lang="en-US" sz="1600" baseline="0">
                <a:solidFill>
                  <a:schemeClr val="bg1"/>
                </a:solidFill>
                <a:latin typeface="+mj-lt"/>
              </a:rPr>
              <a:t> </a:t>
            </a:r>
            <a:r>
              <a:rPr lang="en-US" sz="1600" baseline="0" err="1">
                <a:solidFill>
                  <a:schemeClr val="bg1"/>
                </a:solidFill>
                <a:latin typeface="+mj-lt"/>
              </a:rPr>
              <a:t>penatibus</a:t>
            </a:r>
            <a:r>
              <a:rPr lang="en-US" sz="1600" baseline="0">
                <a:solidFill>
                  <a:schemeClr val="bg1"/>
                </a:solidFill>
                <a:latin typeface="+mj-lt"/>
              </a:rPr>
              <a:t> et </a:t>
            </a:r>
            <a:r>
              <a:rPr lang="en-US" sz="1600" baseline="0" err="1">
                <a:solidFill>
                  <a:schemeClr val="bg1"/>
                </a:solidFill>
                <a:latin typeface="+mj-lt"/>
              </a:rPr>
              <a:t>magnis</a:t>
            </a:r>
            <a:r>
              <a:rPr lang="en-US" sz="1600" baseline="0">
                <a:solidFill>
                  <a:schemeClr val="bg1"/>
                </a:solidFill>
                <a:latin typeface="+mj-lt"/>
              </a:rPr>
              <a:t> dis parturient </a:t>
            </a:r>
            <a:r>
              <a:rPr lang="en-US" sz="1600" baseline="0" err="1">
                <a:solidFill>
                  <a:schemeClr val="bg1"/>
                </a:solidFill>
                <a:latin typeface="+mj-lt"/>
              </a:rPr>
              <a:t>montes</a:t>
            </a:r>
            <a:r>
              <a:rPr lang="en-US" sz="1600" baseline="0">
                <a:solidFill>
                  <a:schemeClr val="bg1"/>
                </a:solidFill>
                <a:latin typeface="+mj-lt"/>
              </a:rPr>
              <a:t>, </a:t>
            </a:r>
            <a:r>
              <a:rPr lang="en-US" sz="1600" baseline="0" err="1">
                <a:solidFill>
                  <a:schemeClr val="bg1"/>
                </a:solidFill>
                <a:latin typeface="+mj-lt"/>
              </a:rPr>
              <a:t>nascetur</a:t>
            </a:r>
            <a:r>
              <a:rPr lang="en-US" sz="1600" baseline="0">
                <a:solidFill>
                  <a:schemeClr val="bg1"/>
                </a:solidFill>
                <a:latin typeface="+mj-lt"/>
              </a:rPr>
              <a:t> </a:t>
            </a:r>
            <a:r>
              <a:rPr lang="en-US" sz="1600" baseline="0" err="1">
                <a:solidFill>
                  <a:schemeClr val="bg1"/>
                </a:solidFill>
                <a:latin typeface="+mj-lt"/>
              </a:rPr>
              <a:t>ridiculus</a:t>
            </a:r>
            <a:r>
              <a:rPr lang="en-US" sz="1600" baseline="0">
                <a:solidFill>
                  <a:schemeClr val="bg1"/>
                </a:solidFill>
                <a:latin typeface="+mj-lt"/>
              </a:rPr>
              <a:t> mus. Nam </a:t>
            </a:r>
            <a:r>
              <a:rPr lang="en-US" sz="1600" baseline="0" err="1">
                <a:solidFill>
                  <a:schemeClr val="bg1"/>
                </a:solidFill>
                <a:latin typeface="+mj-lt"/>
              </a:rPr>
              <a:t>eget</a:t>
            </a:r>
            <a:r>
              <a:rPr lang="en-US" sz="1600" baseline="0">
                <a:solidFill>
                  <a:schemeClr val="bg1"/>
                </a:solidFill>
                <a:latin typeface="+mj-lt"/>
              </a:rPr>
              <a:t> </a:t>
            </a:r>
            <a:r>
              <a:rPr lang="en-US" sz="1600" baseline="0" err="1">
                <a:solidFill>
                  <a:schemeClr val="bg1"/>
                </a:solidFill>
                <a:latin typeface="+mj-lt"/>
              </a:rPr>
              <a:t>enim</a:t>
            </a:r>
            <a:r>
              <a:rPr lang="en-US" sz="1600" baseline="0">
                <a:solidFill>
                  <a:schemeClr val="bg1"/>
                </a:solidFill>
                <a:latin typeface="+mj-lt"/>
              </a:rPr>
              <a:t> </a:t>
            </a:r>
            <a:r>
              <a:rPr lang="en-US" sz="1600" baseline="0" err="1">
                <a:solidFill>
                  <a:schemeClr val="bg1"/>
                </a:solidFill>
                <a:latin typeface="+mj-lt"/>
              </a:rPr>
              <a:t>mauris</a:t>
            </a:r>
            <a:r>
              <a:rPr lang="en-US" sz="1600" baseline="0">
                <a:solidFill>
                  <a:schemeClr val="bg1"/>
                </a:solidFill>
                <a:latin typeface="+mj-lt"/>
              </a:rPr>
              <a:t>. </a:t>
            </a:r>
            <a:r>
              <a:rPr lang="en-US" sz="1600" baseline="0" err="1">
                <a:solidFill>
                  <a:schemeClr val="bg1"/>
                </a:solidFill>
                <a:latin typeface="+mj-lt"/>
              </a:rPr>
              <a:t>Vivamus</a:t>
            </a:r>
            <a:r>
              <a:rPr lang="en-US" sz="1600" baseline="0">
                <a:solidFill>
                  <a:schemeClr val="bg1"/>
                </a:solidFill>
                <a:latin typeface="+mj-lt"/>
              </a:rPr>
              <a:t> sit </a:t>
            </a:r>
            <a:r>
              <a:rPr lang="en-US" sz="1600" baseline="0" err="1">
                <a:solidFill>
                  <a:schemeClr val="bg1"/>
                </a:solidFill>
                <a:latin typeface="+mj-lt"/>
              </a:rPr>
              <a:t>amet</a:t>
            </a:r>
            <a:r>
              <a:rPr lang="en-US" sz="1600" baseline="0">
                <a:solidFill>
                  <a:schemeClr val="bg1"/>
                </a:solidFill>
                <a:latin typeface="+mj-lt"/>
              </a:rPr>
              <a:t> </a:t>
            </a:r>
            <a:r>
              <a:rPr lang="en-US" sz="1600" baseline="0" err="1">
                <a:solidFill>
                  <a:schemeClr val="bg1"/>
                </a:solidFill>
                <a:latin typeface="+mj-lt"/>
              </a:rPr>
              <a:t>congue</a:t>
            </a:r>
            <a:r>
              <a:rPr lang="en-US" sz="1600" baseline="0">
                <a:solidFill>
                  <a:schemeClr val="bg1"/>
                </a:solidFill>
                <a:latin typeface="+mj-lt"/>
              </a:rPr>
              <a:t> </a:t>
            </a:r>
            <a:r>
              <a:rPr lang="en-US" sz="1600" baseline="0" err="1">
                <a:solidFill>
                  <a:schemeClr val="bg1"/>
                </a:solidFill>
                <a:latin typeface="+mj-lt"/>
              </a:rPr>
              <a:t>nunc</a:t>
            </a:r>
            <a:r>
              <a:rPr lang="en-US" sz="1600" baseline="0">
                <a:solidFill>
                  <a:schemeClr val="bg1"/>
                </a:solidFill>
                <a:latin typeface="+mj-lt"/>
              </a:rPr>
              <a:t>. </a:t>
            </a:r>
            <a:r>
              <a:rPr lang="en-US" sz="1600" baseline="0" err="1">
                <a:solidFill>
                  <a:schemeClr val="bg1"/>
                </a:solidFill>
                <a:latin typeface="+mj-lt"/>
              </a:rPr>
              <a:t>Duis</a:t>
            </a:r>
            <a:r>
              <a:rPr lang="en-US" sz="1600" baseline="0">
                <a:solidFill>
                  <a:schemeClr val="bg1"/>
                </a:solidFill>
                <a:latin typeface="+mj-lt"/>
              </a:rPr>
              <a:t> </a:t>
            </a:r>
            <a:r>
              <a:rPr lang="en-US" sz="1600" baseline="0" err="1">
                <a:solidFill>
                  <a:schemeClr val="bg1"/>
                </a:solidFill>
                <a:latin typeface="+mj-lt"/>
              </a:rPr>
              <a:t>pellentesque</a:t>
            </a:r>
            <a:r>
              <a:rPr lang="en-US" sz="1600" baseline="0">
                <a:solidFill>
                  <a:schemeClr val="bg1"/>
                </a:solidFill>
                <a:latin typeface="+mj-lt"/>
              </a:rPr>
              <a:t> </a:t>
            </a:r>
            <a:r>
              <a:rPr lang="en-US" sz="1600" baseline="0" err="1">
                <a:solidFill>
                  <a:schemeClr val="bg1"/>
                </a:solidFill>
                <a:latin typeface="+mj-lt"/>
              </a:rPr>
              <a:t>posuere</a:t>
            </a:r>
            <a:r>
              <a:rPr lang="en-US" sz="1600" baseline="0">
                <a:solidFill>
                  <a:schemeClr val="bg1"/>
                </a:solidFill>
                <a:latin typeface="+mj-lt"/>
              </a:rPr>
              <a:t> </a:t>
            </a:r>
            <a:r>
              <a:rPr lang="en-US" sz="1600" baseline="0" err="1">
                <a:solidFill>
                  <a:schemeClr val="bg1"/>
                </a:solidFill>
                <a:latin typeface="+mj-lt"/>
              </a:rPr>
              <a:t>rutrum</a:t>
            </a:r>
            <a:r>
              <a:rPr lang="en-US" sz="1600" baseline="0">
                <a:solidFill>
                  <a:schemeClr val="bg1"/>
                </a:solidFill>
                <a:latin typeface="+mj-lt"/>
              </a:rPr>
              <a:t>. </a:t>
            </a:r>
            <a:r>
              <a:rPr lang="en-US" sz="1600" baseline="0" err="1">
                <a:solidFill>
                  <a:schemeClr val="bg1"/>
                </a:solidFill>
                <a:latin typeface="+mj-lt"/>
              </a:rPr>
              <a:t>Pellentesque</a:t>
            </a:r>
            <a:r>
              <a:rPr lang="en-US" sz="1600" baseline="0">
                <a:solidFill>
                  <a:schemeClr val="bg1"/>
                </a:solidFill>
                <a:latin typeface="+mj-lt"/>
              </a:rPr>
              <a:t> ac </a:t>
            </a:r>
            <a:r>
              <a:rPr lang="en-US" sz="1600" baseline="0" err="1">
                <a:solidFill>
                  <a:schemeClr val="bg1"/>
                </a:solidFill>
                <a:latin typeface="+mj-lt"/>
              </a:rPr>
              <a:t>diam</a:t>
            </a:r>
            <a:r>
              <a:rPr lang="en-US" sz="1600" baseline="0">
                <a:solidFill>
                  <a:schemeClr val="bg1"/>
                </a:solidFill>
                <a:latin typeface="+mj-lt"/>
              </a:rPr>
              <a:t> </a:t>
            </a:r>
            <a:r>
              <a:rPr lang="en-US" sz="1600" baseline="0" err="1">
                <a:solidFill>
                  <a:schemeClr val="bg1"/>
                </a:solidFill>
                <a:latin typeface="+mj-lt"/>
              </a:rPr>
              <a:t>quis</a:t>
            </a:r>
            <a:r>
              <a:rPr lang="en-US" sz="1600" baseline="0">
                <a:solidFill>
                  <a:schemeClr val="bg1"/>
                </a:solidFill>
                <a:latin typeface="+mj-lt"/>
              </a:rPr>
              <a:t> </a:t>
            </a:r>
            <a:r>
              <a:rPr lang="en-US" sz="1600" baseline="0" err="1">
                <a:solidFill>
                  <a:schemeClr val="bg1"/>
                </a:solidFill>
                <a:latin typeface="+mj-lt"/>
              </a:rPr>
              <a:t>justo</a:t>
            </a:r>
            <a:r>
              <a:rPr lang="en-US" sz="1600" baseline="0">
                <a:solidFill>
                  <a:schemeClr val="bg1"/>
                </a:solidFill>
                <a:latin typeface="+mj-lt"/>
              </a:rPr>
              <a:t> </a:t>
            </a:r>
            <a:r>
              <a:rPr lang="en-US" sz="1600" baseline="0" err="1">
                <a:solidFill>
                  <a:schemeClr val="bg1"/>
                </a:solidFill>
                <a:latin typeface="+mj-lt"/>
              </a:rPr>
              <a:t>placerat</a:t>
            </a:r>
            <a:r>
              <a:rPr lang="en-US" sz="1600" baseline="0">
                <a:solidFill>
                  <a:schemeClr val="bg1"/>
                </a:solidFill>
                <a:latin typeface="+mj-lt"/>
              </a:rPr>
              <a:t> porta. </a:t>
            </a:r>
            <a:r>
              <a:rPr lang="en-US" sz="1600" baseline="0" err="1">
                <a:solidFill>
                  <a:schemeClr val="bg1"/>
                </a:solidFill>
                <a:latin typeface="+mj-lt"/>
              </a:rPr>
              <a:t>Phasellus</a:t>
            </a:r>
            <a:r>
              <a:rPr lang="en-US" sz="1600" baseline="0">
                <a:solidFill>
                  <a:schemeClr val="bg1"/>
                </a:solidFill>
                <a:latin typeface="+mj-lt"/>
              </a:rPr>
              <a:t> </a:t>
            </a:r>
            <a:r>
              <a:rPr lang="en-US" sz="1600" baseline="0" err="1">
                <a:solidFill>
                  <a:schemeClr val="bg1"/>
                </a:solidFill>
                <a:latin typeface="+mj-lt"/>
              </a:rPr>
              <a:t>bibendum</a:t>
            </a:r>
            <a:r>
              <a:rPr lang="en-US" sz="1600" baseline="0">
                <a:solidFill>
                  <a:schemeClr val="bg1"/>
                </a:solidFill>
                <a:latin typeface="+mj-lt"/>
              </a:rPr>
              <a:t> </a:t>
            </a:r>
            <a:r>
              <a:rPr lang="en-US" sz="1600" baseline="0" err="1">
                <a:solidFill>
                  <a:schemeClr val="bg1"/>
                </a:solidFill>
                <a:latin typeface="+mj-lt"/>
              </a:rPr>
              <a:t>vehicula</a:t>
            </a:r>
            <a:r>
              <a:rPr lang="en-US" sz="1600" baseline="0">
                <a:solidFill>
                  <a:schemeClr val="bg1"/>
                </a:solidFill>
                <a:latin typeface="+mj-lt"/>
              </a:rPr>
              <a:t> </a:t>
            </a:r>
            <a:r>
              <a:rPr lang="en-US" sz="1600" baseline="0" err="1">
                <a:solidFill>
                  <a:schemeClr val="bg1"/>
                </a:solidFill>
                <a:latin typeface="+mj-lt"/>
              </a:rPr>
              <a:t>sem</a:t>
            </a:r>
            <a:r>
              <a:rPr lang="en-US" sz="1600" baseline="0">
                <a:solidFill>
                  <a:schemeClr val="bg1"/>
                </a:solidFill>
                <a:latin typeface="+mj-lt"/>
              </a:rPr>
              <a:t> id </a:t>
            </a:r>
            <a:r>
              <a:rPr lang="en-US" sz="1600" baseline="0" err="1">
                <a:solidFill>
                  <a:schemeClr val="bg1"/>
                </a:solidFill>
                <a:latin typeface="+mj-lt"/>
              </a:rPr>
              <a:t>ornare</a:t>
            </a:r>
            <a:r>
              <a:rPr lang="en-US" sz="1600" baseline="0">
                <a:solidFill>
                  <a:schemeClr val="bg1"/>
                </a:solidFill>
                <a:latin typeface="+mj-lt"/>
              </a:rPr>
              <a:t>. Nam </a:t>
            </a:r>
            <a:r>
              <a:rPr lang="en-US" sz="1600" baseline="0" err="1">
                <a:solidFill>
                  <a:schemeClr val="bg1"/>
                </a:solidFill>
                <a:latin typeface="+mj-lt"/>
              </a:rPr>
              <a:t>commodo</a:t>
            </a:r>
            <a:r>
              <a:rPr lang="en-US" sz="1600" baseline="0">
                <a:solidFill>
                  <a:schemeClr val="bg1"/>
                </a:solidFill>
                <a:latin typeface="+mj-lt"/>
              </a:rPr>
              <a:t> ac </a:t>
            </a:r>
            <a:r>
              <a:rPr lang="en-US" sz="1600" baseline="0" err="1">
                <a:solidFill>
                  <a:schemeClr val="bg1"/>
                </a:solidFill>
                <a:latin typeface="+mj-lt"/>
              </a:rPr>
              <a:t>purus</a:t>
            </a:r>
            <a:r>
              <a:rPr lang="en-US" sz="1600" baseline="0">
                <a:solidFill>
                  <a:schemeClr val="bg1"/>
                </a:solidFill>
                <a:latin typeface="+mj-lt"/>
              </a:rPr>
              <a:t> </a:t>
            </a:r>
            <a:r>
              <a:rPr lang="en-US" sz="1600" baseline="0" err="1">
                <a:solidFill>
                  <a:schemeClr val="bg1"/>
                </a:solidFill>
                <a:latin typeface="+mj-lt"/>
              </a:rPr>
              <a:t>condimentum</a:t>
            </a:r>
            <a:r>
              <a:rPr lang="en-US" sz="1600" baseline="0">
                <a:solidFill>
                  <a:schemeClr val="bg1"/>
                </a:solidFill>
                <a:latin typeface="+mj-lt"/>
              </a:rPr>
              <a:t> porta. </a:t>
            </a:r>
            <a:r>
              <a:rPr lang="en-US" sz="1600" baseline="0" err="1">
                <a:solidFill>
                  <a:schemeClr val="bg1"/>
                </a:solidFill>
                <a:latin typeface="+mj-lt"/>
              </a:rPr>
              <a:t>Proin</a:t>
            </a:r>
            <a:r>
              <a:rPr lang="en-US" sz="1600" baseline="0">
                <a:solidFill>
                  <a:schemeClr val="bg1"/>
                </a:solidFill>
                <a:latin typeface="+mj-lt"/>
              </a:rPr>
              <a:t> </a:t>
            </a:r>
            <a:r>
              <a:rPr lang="en-US" sz="1600" baseline="0" err="1">
                <a:solidFill>
                  <a:schemeClr val="bg1"/>
                </a:solidFill>
                <a:latin typeface="+mj-lt"/>
              </a:rPr>
              <a:t>condimentum</a:t>
            </a:r>
            <a:r>
              <a:rPr lang="en-US" sz="1600" baseline="0">
                <a:solidFill>
                  <a:schemeClr val="bg1"/>
                </a:solidFill>
                <a:latin typeface="+mj-lt"/>
              </a:rPr>
              <a:t> </a:t>
            </a:r>
            <a:r>
              <a:rPr lang="en-US" sz="1600" baseline="0" err="1">
                <a:solidFill>
                  <a:schemeClr val="bg1"/>
                </a:solidFill>
                <a:latin typeface="+mj-lt"/>
              </a:rPr>
              <a:t>lectus</a:t>
            </a:r>
            <a:r>
              <a:rPr lang="en-US" sz="1600" baseline="0">
                <a:solidFill>
                  <a:schemeClr val="bg1"/>
                </a:solidFill>
                <a:latin typeface="+mj-lt"/>
              </a:rPr>
              <a:t> </a:t>
            </a:r>
            <a:r>
              <a:rPr lang="en-US" sz="1600" baseline="0" err="1">
                <a:solidFill>
                  <a:schemeClr val="bg1"/>
                </a:solidFill>
                <a:latin typeface="+mj-lt"/>
              </a:rPr>
              <a:t>leo</a:t>
            </a:r>
            <a:r>
              <a:rPr lang="en-US" sz="1600" baseline="0">
                <a:solidFill>
                  <a:schemeClr val="bg1"/>
                </a:solidFill>
                <a:latin typeface="+mj-lt"/>
              </a:rPr>
              <a:t>, in </a:t>
            </a:r>
            <a:r>
              <a:rPr lang="en-US" sz="1600" baseline="0" err="1">
                <a:solidFill>
                  <a:schemeClr val="bg1"/>
                </a:solidFill>
                <a:latin typeface="+mj-lt"/>
              </a:rPr>
              <a:t>lacinia</a:t>
            </a:r>
            <a:r>
              <a:rPr lang="en-US" sz="1600" baseline="0">
                <a:solidFill>
                  <a:schemeClr val="bg1"/>
                </a:solidFill>
                <a:latin typeface="+mj-lt"/>
              </a:rPr>
              <a:t> </a:t>
            </a:r>
            <a:r>
              <a:rPr lang="en-US" sz="1600" baseline="0" err="1">
                <a:solidFill>
                  <a:schemeClr val="bg1"/>
                </a:solidFill>
                <a:latin typeface="+mj-lt"/>
              </a:rPr>
              <a:t>diam</a:t>
            </a:r>
            <a:r>
              <a:rPr lang="en-US" sz="1600" baseline="0">
                <a:solidFill>
                  <a:schemeClr val="bg1"/>
                </a:solidFill>
                <a:latin typeface="+mj-lt"/>
              </a:rPr>
              <a:t> </a:t>
            </a:r>
            <a:r>
              <a:rPr lang="en-US" sz="1600" baseline="0" err="1">
                <a:solidFill>
                  <a:schemeClr val="bg1"/>
                </a:solidFill>
                <a:latin typeface="+mj-lt"/>
              </a:rPr>
              <a:t>placerat</a:t>
            </a:r>
            <a:r>
              <a:rPr lang="en-US" sz="1600" baseline="0">
                <a:solidFill>
                  <a:schemeClr val="bg1"/>
                </a:solidFill>
                <a:latin typeface="+mj-lt"/>
              </a:rPr>
              <a:t> convallis. </a:t>
            </a:r>
            <a:endParaRPr lang="en-US" sz="1600" b="1" spc="200" baseline="0">
              <a:solidFill>
                <a:schemeClr val="bg1"/>
              </a:solidFill>
              <a:latin typeface="+mj-lt"/>
              <a:ea typeface="Calibri" charset="0"/>
              <a:cs typeface="Calibri" charset="0"/>
            </a:endParaRPr>
          </a:p>
        </p:txBody>
      </p:sp>
      <p:pic>
        <p:nvPicPr>
          <p:cNvPr id="3" name="Picture 2"/>
          <p:cNvPicPr>
            <a:picLocks noChangeAspect="1"/>
          </p:cNvPicPr>
          <p:nvPr userDrawn="1"/>
        </p:nvPicPr>
        <p:blipFill rotWithShape="1">
          <a:blip r:embed="rId2" cstate="screen">
            <a:alphaModFix amt="16000"/>
            <a:extLst>
              <a:ext uri="{28A0092B-C50C-407E-A947-70E740481C1C}">
                <a14:useLocalDpi xmlns:a14="http://schemas.microsoft.com/office/drawing/2010/main"/>
              </a:ext>
            </a:extLst>
          </a:blip>
          <a:srcRect t="63049" r="42496"/>
          <a:stretch/>
        </p:blipFill>
        <p:spPr>
          <a:xfrm>
            <a:off x="2" y="-122439"/>
            <a:ext cx="1548202" cy="1187447"/>
          </a:xfrm>
          <a:prstGeom prst="rect">
            <a:avLst/>
          </a:prstGeom>
        </p:spPr>
      </p:pic>
      <p:pic>
        <p:nvPicPr>
          <p:cNvPr id="4" name="Picture 3"/>
          <p:cNvPicPr>
            <a:picLocks noChangeAspect="1"/>
          </p:cNvPicPr>
          <p:nvPr userDrawn="1"/>
        </p:nvPicPr>
        <p:blipFill rotWithShape="1">
          <a:blip r:embed="rId2" cstate="screen">
            <a:alphaModFix amt="16000"/>
            <a:extLst>
              <a:ext uri="{28A0092B-C50C-407E-A947-70E740481C1C}">
                <a14:useLocalDpi xmlns:a14="http://schemas.microsoft.com/office/drawing/2010/main"/>
              </a:ext>
            </a:extLst>
          </a:blip>
          <a:srcRect t="63049" r="42496"/>
          <a:stretch/>
        </p:blipFill>
        <p:spPr>
          <a:xfrm rot="10800000">
            <a:off x="7595799" y="3681860"/>
            <a:ext cx="1548202" cy="1187447"/>
          </a:xfrm>
          <a:prstGeom prst="rect">
            <a:avLst/>
          </a:prstGeom>
        </p:spPr>
      </p:pic>
      <p:sp>
        <p:nvSpPr>
          <p:cNvPr id="7" name="Slide Number Placeholder 1"/>
          <p:cNvSpPr>
            <a:spLocks noGrp="1"/>
          </p:cNvSpPr>
          <p:nvPr>
            <p:ph type="sldNum" sz="quarter" idx="4"/>
          </p:nvPr>
        </p:nvSpPr>
        <p:spPr>
          <a:xfrm>
            <a:off x="7413442" y="4826640"/>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pPr defTabSz="685783"/>
            <a:fld id="{3A707DD9-E92B-45E8-BE0A-E6B2EDF345EB}" type="slidenum">
              <a:rPr lang="en-US" smtClean="0"/>
              <a:pPr defTabSz="685783"/>
              <a:t>‹#›</a:t>
            </a:fld>
            <a:endParaRPr lang="en-US"/>
          </a:p>
        </p:txBody>
      </p:sp>
    </p:spTree>
    <p:extLst>
      <p:ext uri="{BB962C8B-B14F-4D97-AF65-F5344CB8AC3E}">
        <p14:creationId xmlns:p14="http://schemas.microsoft.com/office/powerpoint/2010/main" val="3195136682"/>
      </p:ext>
    </p:extLst>
  </p:cSld>
  <p:clrMapOvr>
    <a:masterClrMapping/>
  </p:clrMapOvr>
  <p:extLst>
    <p:ext uri="{DCECCB84-F9BA-43D5-87BE-67443E8EF086}">
      <p15:sldGuideLst xmlns:p15="http://schemas.microsoft.com/office/powerpoint/2012/main">
        <p15:guide id="1" orient="horz" pos="1524">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Please Add Slide Headline Here</a:t>
            </a:r>
          </a:p>
        </p:txBody>
      </p:sp>
      <p:cxnSp>
        <p:nvCxnSpPr>
          <p:cNvPr id="4" name="Straight Connector 3"/>
          <p:cNvCxnSpPr/>
          <p:nvPr userDrawn="1"/>
        </p:nvCxnSpPr>
        <p:spPr>
          <a:xfrm>
            <a:off x="294410" y="716437"/>
            <a:ext cx="8555182"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8" name="Slide Number Placeholder 1"/>
          <p:cNvSpPr>
            <a:spLocks noGrp="1"/>
          </p:cNvSpPr>
          <p:nvPr>
            <p:ph type="sldNum" sz="quarter" idx="4"/>
          </p:nvPr>
        </p:nvSpPr>
        <p:spPr>
          <a:xfrm>
            <a:off x="7413442" y="4826640"/>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pPr defTabSz="685783"/>
            <a:fld id="{3A707DD9-E92B-45E8-BE0A-E6B2EDF345EB}" type="slidenum">
              <a:rPr lang="en-US" smtClean="0"/>
              <a:pPr defTabSz="685783"/>
              <a:t>‹#›</a:t>
            </a:fld>
            <a:endParaRPr lang="en-US"/>
          </a:p>
        </p:txBody>
      </p:sp>
    </p:spTree>
    <p:extLst>
      <p:ext uri="{BB962C8B-B14F-4D97-AF65-F5344CB8AC3E}">
        <p14:creationId xmlns:p14="http://schemas.microsoft.com/office/powerpoint/2010/main" val="288964365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_CaseStud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Please Add Slide Headline Here</a:t>
            </a:r>
          </a:p>
        </p:txBody>
      </p:sp>
      <p:cxnSp>
        <p:nvCxnSpPr>
          <p:cNvPr id="4" name="Straight Connector 3"/>
          <p:cNvCxnSpPr/>
          <p:nvPr userDrawn="1"/>
        </p:nvCxnSpPr>
        <p:spPr>
          <a:xfrm>
            <a:off x="294410" y="716437"/>
            <a:ext cx="8555182"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8" name="Slide Number Placeholder 1"/>
          <p:cNvSpPr>
            <a:spLocks noGrp="1"/>
          </p:cNvSpPr>
          <p:nvPr>
            <p:ph type="sldNum" sz="quarter" idx="4"/>
          </p:nvPr>
        </p:nvSpPr>
        <p:spPr>
          <a:xfrm>
            <a:off x="7413442" y="4826640"/>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pPr defTabSz="685783"/>
            <a:fld id="{3A707DD9-E92B-45E8-BE0A-E6B2EDF345EB}" type="slidenum">
              <a:rPr lang="en-US" smtClean="0"/>
              <a:pPr defTabSz="685783"/>
              <a:t>‹#›</a:t>
            </a:fld>
            <a:endParaRPr lang="en-US" dirty="0"/>
          </a:p>
        </p:txBody>
      </p:sp>
      <p:cxnSp>
        <p:nvCxnSpPr>
          <p:cNvPr id="5" name="Straight Connector 4">
            <a:extLst>
              <a:ext uri="{FF2B5EF4-FFF2-40B4-BE49-F238E27FC236}">
                <a16:creationId xmlns:a16="http://schemas.microsoft.com/office/drawing/2014/main" id="{03040C60-A39E-8442-A520-BA092303AC98}"/>
              </a:ext>
            </a:extLst>
          </p:cNvPr>
          <p:cNvCxnSpPr/>
          <p:nvPr userDrawn="1"/>
        </p:nvCxnSpPr>
        <p:spPr>
          <a:xfrm flipV="1">
            <a:off x="5986464" y="703219"/>
            <a:ext cx="0" cy="4123421"/>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6" name="Picture Placeholder 8">
            <a:extLst>
              <a:ext uri="{FF2B5EF4-FFF2-40B4-BE49-F238E27FC236}">
                <a16:creationId xmlns:a16="http://schemas.microsoft.com/office/drawing/2014/main" id="{21FF28FE-B84E-5D44-B6A6-4B55087B1239}"/>
              </a:ext>
            </a:extLst>
          </p:cNvPr>
          <p:cNvSpPr>
            <a:spLocks noGrp="1"/>
          </p:cNvSpPr>
          <p:nvPr>
            <p:ph type="pic" sz="quarter" idx="11" hasCustomPrompt="1"/>
          </p:nvPr>
        </p:nvSpPr>
        <p:spPr>
          <a:xfrm>
            <a:off x="0" y="711727"/>
            <a:ext cx="5986464" cy="4089993"/>
          </a:xfrm>
        </p:spPr>
        <p:txBody>
          <a:bodyPr anchor="ctr">
            <a:normAutofit/>
          </a:bodyPr>
          <a:lstStyle>
            <a:lvl1pPr marL="0" indent="0" algn="ctr">
              <a:buNone/>
              <a:defRPr sz="1600"/>
            </a:lvl1pPr>
          </a:lstStyle>
          <a:p>
            <a:r>
              <a:rPr lang="en-US" dirty="0"/>
              <a:t>Please add picture here</a:t>
            </a:r>
          </a:p>
          <a:p>
            <a:endParaRPr lang="en-US" dirty="0"/>
          </a:p>
          <a:p>
            <a:endParaRPr lang="en-US" dirty="0"/>
          </a:p>
        </p:txBody>
      </p:sp>
      <p:sp>
        <p:nvSpPr>
          <p:cNvPr id="7" name="Shape 920">
            <a:extLst>
              <a:ext uri="{FF2B5EF4-FFF2-40B4-BE49-F238E27FC236}">
                <a16:creationId xmlns:a16="http://schemas.microsoft.com/office/drawing/2014/main" id="{D1A5E50C-7A92-6F49-870C-2507B203D755}"/>
              </a:ext>
            </a:extLst>
          </p:cNvPr>
          <p:cNvSpPr/>
          <p:nvPr userDrawn="1"/>
        </p:nvSpPr>
        <p:spPr>
          <a:xfrm>
            <a:off x="5986464" y="711727"/>
            <a:ext cx="3157536" cy="518593"/>
          </a:xfrm>
          <a:prstGeom prst="rect">
            <a:avLst/>
          </a:prstGeom>
          <a:solidFill>
            <a:schemeClr val="accent2"/>
          </a:solidFill>
          <a:ln w="12700">
            <a:miter lim="400000"/>
          </a:ln>
          <a:extLst>
            <a:ext uri="{C572A759-6A51-4108-AA02-DFA0A04FC94B}">
              <ma14:wrappingTextBoxFlag xmlns="" xmlns:ma14="http://schemas.microsoft.com/office/mac/drawingml/2011/main" val="1"/>
            </a:ext>
          </a:extLst>
        </p:spPr>
        <p:txBody>
          <a:bodyPr wrap="square" lIns="0" tIns="28575" rIns="0" bIns="28575" anchor="ctr">
            <a:noAutofit/>
          </a:bodyPr>
          <a:lstStyle/>
          <a:p>
            <a:pPr marL="0" marR="23813" lvl="0" indent="23813" algn="ctr" defTabSz="309560" rtl="0" eaLnBrk="1" fontAlgn="auto" latinLnBrk="0" hangingPunct="1">
              <a:lnSpc>
                <a:spcPct val="90000"/>
              </a:lnSpc>
              <a:spcBef>
                <a:spcPts val="0"/>
              </a:spcBef>
              <a:spcAft>
                <a:spcPts val="0"/>
              </a:spcAft>
              <a:buClrTx/>
              <a:buSzTx/>
              <a:buFontTx/>
              <a:buNone/>
              <a:tabLst/>
              <a:defRPr sz="2800" cap="all">
                <a:solidFill>
                  <a:srgbClr val="FFFFFF"/>
                </a:solidFill>
                <a:latin typeface="Oswald DemiBold"/>
                <a:ea typeface="Oswald DemiBold"/>
                <a:cs typeface="Oswald DemiBold"/>
                <a:sym typeface="Oswald DemiBold"/>
              </a:defRPr>
            </a:pPr>
            <a:endParaRPr kumimoji="0" sz="1200" b="1" i="0" u="none" strike="noStrike" kern="0" cap="all" spc="100" normalizeH="0" baseline="0" noProof="0" dirty="0">
              <a:ln>
                <a:noFill/>
              </a:ln>
              <a:solidFill>
                <a:srgbClr val="FFFFFF"/>
              </a:solidFill>
              <a:effectLst/>
              <a:uLnTx/>
              <a:uFillTx/>
              <a:latin typeface="Calibri" charset="0"/>
              <a:ea typeface="Calibri" charset="0"/>
              <a:cs typeface="Calibri" charset="0"/>
              <a:sym typeface="Oswald DemiBold"/>
            </a:endParaRPr>
          </a:p>
        </p:txBody>
      </p:sp>
      <p:sp>
        <p:nvSpPr>
          <p:cNvPr id="9" name="Title Placeholder 1">
            <a:extLst>
              <a:ext uri="{FF2B5EF4-FFF2-40B4-BE49-F238E27FC236}">
                <a16:creationId xmlns:a16="http://schemas.microsoft.com/office/drawing/2014/main" id="{D86B7237-6AD3-844E-9A6E-C3E0C1013AD4}"/>
              </a:ext>
            </a:extLst>
          </p:cNvPr>
          <p:cNvSpPr>
            <a:spLocks noGrp="1"/>
          </p:cNvSpPr>
          <p:nvPr>
            <p:ph type="body" sz="quarter" idx="12" hasCustomPrompt="1"/>
          </p:nvPr>
        </p:nvSpPr>
        <p:spPr>
          <a:xfrm>
            <a:off x="5986463" y="769496"/>
            <a:ext cx="3157537" cy="438912"/>
          </a:xfrm>
          <a:noFill/>
          <a:ln>
            <a:noFill/>
          </a:ln>
        </p:spPr>
        <p:txBody>
          <a:bodyPr wrap="none" lIns="91440" tIns="0" rIns="91440" bIns="0" anchor="ctr">
            <a:noAutofit/>
          </a:bodyPr>
          <a:lstStyle>
            <a:lvl1pPr marL="0" indent="0" algn="ctr">
              <a:buNone/>
              <a:defRPr sz="1200" b="1" i="0" cap="all" spc="200" baseline="0">
                <a:solidFill>
                  <a:schemeClr val="bg1"/>
                </a:solidFill>
              </a:defRPr>
            </a:lvl1pPr>
            <a:lvl2pPr marL="457189" indent="0">
              <a:buNone/>
              <a:defRPr b="1" i="0" cap="all" spc="200" baseline="0"/>
            </a:lvl2pPr>
            <a:lvl3pPr marL="914378" indent="0">
              <a:buNone/>
              <a:defRPr b="1" i="0" cap="all" spc="200" baseline="0"/>
            </a:lvl3pPr>
            <a:lvl4pPr marL="1371566" indent="0">
              <a:buNone/>
              <a:defRPr b="1" i="0" cap="all" spc="200" baseline="0"/>
            </a:lvl4pPr>
            <a:lvl5pPr marL="1828754" indent="0">
              <a:buFont typeface="Arial" panose="020B0604020202020204" pitchFamily="34" charset="0"/>
              <a:buNone/>
              <a:defRPr b="1" i="0" cap="all" spc="200" baseline="0"/>
            </a:lvl5pPr>
          </a:lstStyle>
          <a:p>
            <a:pPr lvl="0"/>
            <a:r>
              <a:rPr lang="en-US" dirty="0"/>
              <a:t>ADD TITILE HERE</a:t>
            </a:r>
          </a:p>
        </p:txBody>
      </p:sp>
      <p:sp>
        <p:nvSpPr>
          <p:cNvPr id="10" name="Content Placeholder 5">
            <a:extLst>
              <a:ext uri="{FF2B5EF4-FFF2-40B4-BE49-F238E27FC236}">
                <a16:creationId xmlns:a16="http://schemas.microsoft.com/office/drawing/2014/main" id="{94328E10-B013-0A4C-A50C-6D1D6CFD70B7}"/>
              </a:ext>
            </a:extLst>
          </p:cNvPr>
          <p:cNvSpPr>
            <a:spLocks noGrp="1"/>
          </p:cNvSpPr>
          <p:nvPr>
            <p:ph sz="quarter" idx="10" hasCustomPrompt="1"/>
          </p:nvPr>
        </p:nvSpPr>
        <p:spPr>
          <a:xfrm>
            <a:off x="6193214" y="1772290"/>
            <a:ext cx="2656378" cy="3054350"/>
          </a:xfrm>
        </p:spPr>
        <p:txBody>
          <a:bodyPr/>
          <a:lstStyle>
            <a:lvl1pPr marL="0" marR="0" indent="0" algn="l" defTabSz="914378" rtl="0" eaLnBrk="1" fontAlgn="auto" latinLnBrk="0" hangingPunct="1">
              <a:lnSpc>
                <a:spcPts val="1480"/>
              </a:lnSpc>
              <a:spcBef>
                <a:spcPts val="264"/>
              </a:spcBef>
              <a:spcAft>
                <a:spcPts val="300"/>
              </a:spcAft>
              <a:buClrTx/>
              <a:buSzTx/>
              <a:buFont typeface="Arial" panose="020B0604020202020204" pitchFamily="34" charset="0"/>
              <a:buNone/>
              <a:tabLst/>
              <a:defRPr sz="900">
                <a:latin typeface="+mj-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Etiam</a:t>
            </a:r>
            <a:r>
              <a:rPr lang="en-US" dirty="0"/>
              <a:t> </a:t>
            </a:r>
            <a:r>
              <a:rPr lang="en-US" dirty="0" err="1"/>
              <a:t>lacinia</a:t>
            </a:r>
            <a:r>
              <a:rPr lang="en-US" dirty="0"/>
              <a:t>, </a:t>
            </a:r>
            <a:r>
              <a:rPr lang="en-US" dirty="0" err="1"/>
              <a:t>diam</a:t>
            </a:r>
            <a:r>
              <a:rPr lang="en-US" dirty="0"/>
              <a:t> </a:t>
            </a:r>
            <a:r>
              <a:rPr lang="en-US" dirty="0" err="1"/>
              <a:t>eget</a:t>
            </a:r>
            <a:r>
              <a:rPr lang="en-US" dirty="0"/>
              <a:t> </a:t>
            </a:r>
            <a:r>
              <a:rPr lang="en-US" dirty="0" err="1"/>
              <a:t>lobortis</a:t>
            </a:r>
            <a:r>
              <a:rPr lang="en-US" dirty="0"/>
              <a:t> </a:t>
            </a:r>
            <a:r>
              <a:rPr lang="en-US" dirty="0" err="1"/>
              <a:t>aliquet</a:t>
            </a:r>
            <a:r>
              <a:rPr lang="en-US" dirty="0"/>
              <a:t>, lacus lorem </a:t>
            </a:r>
            <a:r>
              <a:rPr lang="en-US" dirty="0" err="1"/>
              <a:t>placerat</a:t>
            </a:r>
            <a:r>
              <a:rPr lang="en-US" dirty="0"/>
              <a:t> libero, </a:t>
            </a:r>
            <a:r>
              <a:rPr lang="en-US" dirty="0" err="1"/>
              <a:t>nec</a:t>
            </a:r>
            <a:r>
              <a:rPr lang="en-US" dirty="0"/>
              <a:t> </a:t>
            </a:r>
            <a:r>
              <a:rPr lang="en-US" dirty="0" err="1"/>
              <a:t>vulputate</a:t>
            </a:r>
            <a:r>
              <a:rPr lang="en-US" dirty="0"/>
              <a:t> </a:t>
            </a:r>
            <a:br>
              <a:rPr lang="en-US" dirty="0"/>
            </a:br>
            <a:r>
              <a:rPr lang="en-US" dirty="0" err="1"/>
              <a:t>est</a:t>
            </a:r>
            <a:r>
              <a:rPr lang="en-US" dirty="0"/>
              <a:t> </a:t>
            </a:r>
            <a:r>
              <a:rPr lang="en-US" dirty="0" err="1"/>
              <a:t>mauris</a:t>
            </a:r>
            <a:r>
              <a:rPr lang="en-US" dirty="0"/>
              <a:t> et </a:t>
            </a:r>
            <a:r>
              <a:rPr lang="en-US" dirty="0" err="1"/>
              <a:t>turpis</a:t>
            </a:r>
            <a:r>
              <a:rPr lang="en-US" dirty="0"/>
              <a:t>. </a:t>
            </a:r>
            <a:r>
              <a:rPr lang="en-US" dirty="0" err="1"/>
              <a:t>Suspendisse</a:t>
            </a:r>
            <a:r>
              <a:rPr lang="en-US" dirty="0"/>
              <a:t> </a:t>
            </a:r>
            <a:r>
              <a:rPr lang="en-US" dirty="0" err="1"/>
              <a:t>eleifend</a:t>
            </a:r>
            <a:r>
              <a:rPr lang="en-US" dirty="0"/>
              <a:t> </a:t>
            </a:r>
            <a:r>
              <a:rPr lang="en-US" dirty="0" err="1"/>
              <a:t>ornare</a:t>
            </a:r>
            <a:r>
              <a:rPr lang="en-US" dirty="0"/>
              <a:t> </a:t>
            </a:r>
            <a:r>
              <a:rPr lang="en-US" dirty="0" err="1"/>
              <a:t>diam</a:t>
            </a:r>
            <a:r>
              <a:rPr lang="en-US" dirty="0"/>
              <a:t> sit </a:t>
            </a:r>
            <a:r>
              <a:rPr lang="en-US" dirty="0" err="1"/>
              <a:t>amet</a:t>
            </a:r>
            <a:r>
              <a:rPr lang="en-US" dirty="0"/>
              <a:t> </a:t>
            </a:r>
            <a:r>
              <a:rPr lang="en-US" dirty="0" err="1"/>
              <a:t>facilisis</a:t>
            </a:r>
            <a:r>
              <a:rPr lang="en-US" dirty="0"/>
              <a:t>. Nunc lacus </a:t>
            </a:r>
            <a:r>
              <a:rPr lang="en-US" dirty="0" err="1"/>
              <a:t>mauris</a:t>
            </a:r>
            <a:r>
              <a:rPr lang="en-US" dirty="0"/>
              <a:t>, </a:t>
            </a:r>
            <a:r>
              <a:rPr lang="en-US" dirty="0" err="1"/>
              <a:t>sagittis</a:t>
            </a:r>
            <a:r>
              <a:rPr lang="en-US" dirty="0"/>
              <a:t> in </a:t>
            </a:r>
            <a:r>
              <a:rPr lang="en-US" dirty="0" err="1"/>
              <a:t>tortor</a:t>
            </a:r>
            <a:r>
              <a:rPr lang="en-US" dirty="0"/>
              <a:t> a, </a:t>
            </a:r>
            <a:r>
              <a:rPr lang="en-US" dirty="0" err="1"/>
              <a:t>scelerisque</a:t>
            </a:r>
            <a:r>
              <a:rPr lang="en-US" dirty="0"/>
              <a:t> </a:t>
            </a:r>
            <a:r>
              <a:rPr lang="en-US" dirty="0" err="1"/>
              <a:t>feugiat</a:t>
            </a:r>
            <a:r>
              <a:rPr lang="en-US" dirty="0"/>
              <a:t> </a:t>
            </a:r>
            <a:r>
              <a:rPr lang="en-US" dirty="0" err="1"/>
              <a:t>velit</a:t>
            </a:r>
            <a:r>
              <a:rPr lang="en-US" dirty="0"/>
              <a:t>. </a:t>
            </a:r>
          </a:p>
          <a:p>
            <a:pPr lvl="0"/>
            <a:r>
              <a:rPr lang="en-US" dirty="0" err="1"/>
              <a:t>Nullam</a:t>
            </a:r>
            <a:r>
              <a:rPr lang="en-US" dirty="0"/>
              <a:t> sit </a:t>
            </a:r>
            <a:r>
              <a:rPr lang="en-US" dirty="0" err="1"/>
              <a:t>amet</a:t>
            </a:r>
            <a:r>
              <a:rPr lang="en-US" dirty="0"/>
              <a:t> </a:t>
            </a:r>
            <a:r>
              <a:rPr lang="en-US" dirty="0" err="1"/>
              <a:t>lobortis</a:t>
            </a:r>
            <a:r>
              <a:rPr lang="en-US" dirty="0"/>
              <a:t> </a:t>
            </a:r>
            <a:r>
              <a:rPr lang="en-US" dirty="0" err="1"/>
              <a:t>urna</a:t>
            </a:r>
            <a:r>
              <a:rPr lang="en-US" dirty="0"/>
              <a:t>. </a:t>
            </a:r>
            <a:r>
              <a:rPr lang="en-US" dirty="0" err="1"/>
              <a:t>Aenean</a:t>
            </a:r>
            <a:r>
              <a:rPr lang="en-US" dirty="0"/>
              <a:t> </a:t>
            </a:r>
            <a:r>
              <a:rPr lang="en-US" dirty="0" err="1"/>
              <a:t>auctor</a:t>
            </a:r>
            <a:r>
              <a:rPr lang="en-US" dirty="0"/>
              <a:t> ligula </a:t>
            </a:r>
            <a:r>
              <a:rPr lang="en-US" dirty="0" err="1"/>
              <a:t>feugiat</a:t>
            </a:r>
            <a:r>
              <a:rPr lang="en-US" dirty="0"/>
              <a:t>, </a:t>
            </a:r>
            <a:r>
              <a:rPr lang="en-US" dirty="0" err="1"/>
              <a:t>tempor</a:t>
            </a:r>
            <a:r>
              <a:rPr lang="en-US" dirty="0"/>
              <a:t> </a:t>
            </a:r>
            <a:r>
              <a:rPr lang="en-US" dirty="0" err="1"/>
              <a:t>diam</a:t>
            </a:r>
            <a:r>
              <a:rPr lang="en-US" dirty="0"/>
              <a:t> non, </a:t>
            </a:r>
            <a:r>
              <a:rPr lang="en-US" dirty="0" err="1"/>
              <a:t>viverra</a:t>
            </a:r>
            <a:r>
              <a:rPr lang="en-US" dirty="0"/>
              <a:t> </a:t>
            </a:r>
            <a:r>
              <a:rPr lang="en-US" dirty="0" err="1"/>
              <a:t>eros</a:t>
            </a:r>
            <a:r>
              <a:rPr lang="en-US" dirty="0"/>
              <a:t>. </a:t>
            </a:r>
            <a:r>
              <a:rPr lang="en-US" dirty="0" err="1"/>
              <a:t>Morbi</a:t>
            </a:r>
            <a:r>
              <a:rPr lang="en-US" dirty="0"/>
              <a:t> </a:t>
            </a:r>
            <a:r>
              <a:rPr lang="en-US" dirty="0" err="1"/>
              <a:t>hendrerit</a:t>
            </a:r>
            <a:r>
              <a:rPr lang="en-US" dirty="0"/>
              <a:t> </a:t>
            </a:r>
            <a:r>
              <a:rPr lang="en-US" dirty="0" err="1"/>
              <a:t>egestas</a:t>
            </a:r>
            <a:r>
              <a:rPr lang="en-US" dirty="0"/>
              <a:t> </a:t>
            </a:r>
            <a:r>
              <a:rPr lang="en-US" dirty="0" err="1"/>
              <a:t>nunc</a:t>
            </a:r>
            <a:r>
              <a:rPr lang="en-US" dirty="0"/>
              <a:t> vitae </a:t>
            </a:r>
            <a:r>
              <a:rPr lang="en-US" dirty="0" err="1"/>
              <a:t>commodo</a:t>
            </a:r>
            <a:r>
              <a:rPr lang="en-US" dirty="0"/>
              <a:t>. </a:t>
            </a:r>
            <a:r>
              <a:rPr lang="en-US" dirty="0" err="1"/>
              <a:t>Vestibulum</a:t>
            </a:r>
            <a:r>
              <a:rPr lang="en-US" dirty="0"/>
              <a:t> </a:t>
            </a:r>
            <a:r>
              <a:rPr lang="en-US" dirty="0" err="1"/>
              <a:t>pulvinar</a:t>
            </a:r>
            <a:r>
              <a:rPr lang="en-US" dirty="0"/>
              <a:t> nisi at </a:t>
            </a:r>
            <a:r>
              <a:rPr lang="en-US" dirty="0" err="1"/>
              <a:t>sollicitudin</a:t>
            </a:r>
            <a:r>
              <a:rPr lang="en-US" dirty="0"/>
              <a:t> </a:t>
            </a:r>
            <a:r>
              <a:rPr lang="en-US" dirty="0" err="1"/>
              <a:t>placerat</a:t>
            </a:r>
            <a:r>
              <a:rPr lang="en-US" dirty="0"/>
              <a:t>. </a:t>
            </a:r>
          </a:p>
          <a:p>
            <a:pPr marL="171446" marR="0" lvl="0" indent="-171446" algn="l" defTabSz="914378" rtl="0" eaLnBrk="1" fontAlgn="auto" latinLnBrk="0" hangingPunct="1">
              <a:lnSpc>
                <a:spcPts val="1480"/>
              </a:lnSpc>
              <a:spcBef>
                <a:spcPts val="264"/>
              </a:spcBef>
              <a:spcAft>
                <a:spcPts val="300"/>
              </a:spcAft>
              <a:buClrTx/>
              <a:buSzTx/>
              <a:buFont typeface="Arial" panose="020B0604020202020204" pitchFamily="34" charset="0"/>
              <a:buChar char="•"/>
              <a:tabLst/>
              <a:defRPr/>
            </a:pPr>
            <a:r>
              <a:rPr lang="en-US" dirty="0" err="1"/>
              <a:t>Nullam</a:t>
            </a:r>
            <a:r>
              <a:rPr lang="en-US" dirty="0"/>
              <a:t> sit </a:t>
            </a:r>
            <a:r>
              <a:rPr lang="en-US" dirty="0" err="1"/>
              <a:t>amet</a:t>
            </a:r>
            <a:r>
              <a:rPr lang="en-US" dirty="0"/>
              <a:t> </a:t>
            </a:r>
            <a:r>
              <a:rPr lang="en-US" dirty="0" err="1"/>
              <a:t>lobortis</a:t>
            </a:r>
            <a:r>
              <a:rPr lang="en-US" dirty="0"/>
              <a:t> </a:t>
            </a:r>
            <a:r>
              <a:rPr lang="en-US" dirty="0" err="1"/>
              <a:t>urna</a:t>
            </a:r>
            <a:r>
              <a:rPr lang="en-US" dirty="0"/>
              <a:t>. </a:t>
            </a:r>
            <a:r>
              <a:rPr lang="en-US" dirty="0" err="1"/>
              <a:t>Aenean</a:t>
            </a:r>
            <a:r>
              <a:rPr lang="en-US" dirty="0"/>
              <a:t> </a:t>
            </a:r>
            <a:r>
              <a:rPr lang="en-US" dirty="0" err="1"/>
              <a:t>auctor</a:t>
            </a:r>
            <a:r>
              <a:rPr lang="en-US" dirty="0"/>
              <a:t> ligula </a:t>
            </a:r>
            <a:r>
              <a:rPr lang="en-US" dirty="0" err="1"/>
              <a:t>feugiat</a:t>
            </a:r>
            <a:r>
              <a:rPr lang="en-US" dirty="0"/>
              <a:t>, </a:t>
            </a:r>
            <a:r>
              <a:rPr lang="en-US" dirty="0" err="1"/>
              <a:t>tempor</a:t>
            </a:r>
            <a:r>
              <a:rPr lang="en-US" dirty="0"/>
              <a:t> </a:t>
            </a:r>
            <a:r>
              <a:rPr lang="en-US" dirty="0" err="1"/>
              <a:t>diam</a:t>
            </a:r>
            <a:r>
              <a:rPr lang="en-US" dirty="0"/>
              <a:t> non, </a:t>
            </a:r>
            <a:r>
              <a:rPr lang="en-US" dirty="0" err="1"/>
              <a:t>viverra</a:t>
            </a:r>
            <a:r>
              <a:rPr lang="en-US" dirty="0"/>
              <a:t> </a:t>
            </a:r>
            <a:r>
              <a:rPr lang="en-US" dirty="0" err="1"/>
              <a:t>eros</a:t>
            </a:r>
            <a:r>
              <a:rPr lang="en-US" dirty="0"/>
              <a:t>. </a:t>
            </a:r>
            <a:r>
              <a:rPr lang="en-US" dirty="0" err="1"/>
              <a:t>Morbi</a:t>
            </a:r>
            <a:r>
              <a:rPr lang="en-US" dirty="0"/>
              <a:t> </a:t>
            </a:r>
            <a:r>
              <a:rPr lang="en-US" dirty="0" err="1"/>
              <a:t>hendrerit</a:t>
            </a:r>
            <a:r>
              <a:rPr lang="en-US" dirty="0"/>
              <a:t> </a:t>
            </a:r>
            <a:r>
              <a:rPr lang="en-US" dirty="0" err="1"/>
              <a:t>egestas</a:t>
            </a:r>
            <a:r>
              <a:rPr lang="en-US" dirty="0"/>
              <a:t> </a:t>
            </a:r>
            <a:r>
              <a:rPr lang="en-US" dirty="0" err="1"/>
              <a:t>nunc</a:t>
            </a:r>
            <a:r>
              <a:rPr lang="en-US" dirty="0"/>
              <a:t> vitae </a:t>
            </a:r>
            <a:r>
              <a:rPr lang="en-US" dirty="0" err="1"/>
              <a:t>commodo</a:t>
            </a:r>
            <a:r>
              <a:rPr lang="en-US" dirty="0"/>
              <a:t>. </a:t>
            </a:r>
            <a:r>
              <a:rPr lang="en-US" dirty="0" err="1"/>
              <a:t>Vestibulum</a:t>
            </a:r>
            <a:r>
              <a:rPr lang="en-US" dirty="0"/>
              <a:t> </a:t>
            </a:r>
            <a:r>
              <a:rPr lang="en-US" dirty="0" err="1"/>
              <a:t>pulvinar</a:t>
            </a:r>
            <a:r>
              <a:rPr lang="en-US" dirty="0"/>
              <a:t> nisi at </a:t>
            </a:r>
            <a:r>
              <a:rPr lang="en-US" dirty="0" err="1"/>
              <a:t>sollicitudin</a:t>
            </a:r>
            <a:r>
              <a:rPr lang="en-US" dirty="0"/>
              <a:t> </a:t>
            </a:r>
            <a:r>
              <a:rPr lang="en-US" dirty="0" err="1"/>
              <a:t>placerat</a:t>
            </a:r>
            <a:r>
              <a:rPr lang="en-US" dirty="0"/>
              <a:t>. </a:t>
            </a:r>
          </a:p>
        </p:txBody>
      </p:sp>
      <p:sp>
        <p:nvSpPr>
          <p:cNvPr id="11" name="Text Placeholder 4">
            <a:extLst>
              <a:ext uri="{FF2B5EF4-FFF2-40B4-BE49-F238E27FC236}">
                <a16:creationId xmlns:a16="http://schemas.microsoft.com/office/drawing/2014/main" id="{ABD56F5B-8455-0345-910E-53CDD8476F9B}"/>
              </a:ext>
            </a:extLst>
          </p:cNvPr>
          <p:cNvSpPr>
            <a:spLocks noGrp="1"/>
          </p:cNvSpPr>
          <p:nvPr>
            <p:ph type="body" sz="quarter" idx="13" hasCustomPrompt="1"/>
          </p:nvPr>
        </p:nvSpPr>
        <p:spPr>
          <a:xfrm>
            <a:off x="6193214" y="1429389"/>
            <a:ext cx="2656378" cy="342900"/>
          </a:xfrm>
        </p:spPr>
        <p:txBody>
          <a:bodyPr wrap="none" bIns="0">
            <a:noAutofit/>
          </a:bodyPr>
          <a:lstStyle>
            <a:lvl1pPr marL="0" indent="0">
              <a:spcBef>
                <a:spcPts val="288"/>
              </a:spcBef>
              <a:buNone/>
              <a:defRPr sz="1200" b="1" i="0" cap="all" spc="200" baseline="0">
                <a:solidFill>
                  <a:schemeClr val="accent2"/>
                </a:solidFill>
              </a:defRPr>
            </a:lvl1pPr>
          </a:lstStyle>
          <a:p>
            <a:pPr lvl="0"/>
            <a:r>
              <a:rPr lang="en-US" dirty="0"/>
              <a:t>Highlight goes here</a:t>
            </a:r>
          </a:p>
        </p:txBody>
      </p:sp>
    </p:spTree>
    <p:extLst>
      <p:ext uri="{BB962C8B-B14F-4D97-AF65-F5344CB8AC3E}">
        <p14:creationId xmlns:p14="http://schemas.microsoft.com/office/powerpoint/2010/main" val="318352474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6" name="Slide Number Placeholder 1"/>
          <p:cNvSpPr>
            <a:spLocks noGrp="1"/>
          </p:cNvSpPr>
          <p:nvPr>
            <p:ph type="sldNum" sz="quarter" idx="4"/>
          </p:nvPr>
        </p:nvSpPr>
        <p:spPr>
          <a:xfrm>
            <a:off x="7413442" y="4826640"/>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pPr defTabSz="685783"/>
            <a:fld id="{3A707DD9-E92B-45E8-BE0A-E6B2EDF345EB}" type="slidenum">
              <a:rPr lang="en-US" smtClean="0"/>
              <a:pPr defTabSz="685783"/>
              <a:t>‹#›</a:t>
            </a:fld>
            <a:endParaRPr lang="en-US"/>
          </a:p>
        </p:txBody>
      </p:sp>
    </p:spTree>
    <p:extLst>
      <p:ext uri="{BB962C8B-B14F-4D97-AF65-F5344CB8AC3E}">
        <p14:creationId xmlns:p14="http://schemas.microsoft.com/office/powerpoint/2010/main" val="313524494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Please Add Slide Headline Here</a:t>
            </a:r>
          </a:p>
        </p:txBody>
      </p:sp>
      <p:sp>
        <p:nvSpPr>
          <p:cNvPr id="6" name="Content Placeholder 5"/>
          <p:cNvSpPr>
            <a:spLocks noGrp="1"/>
          </p:cNvSpPr>
          <p:nvPr>
            <p:ph sz="quarter" idx="10" hasCustomPrompt="1"/>
          </p:nvPr>
        </p:nvSpPr>
        <p:spPr>
          <a:xfrm>
            <a:off x="357188" y="1079500"/>
            <a:ext cx="8429625" cy="3397250"/>
          </a:xfrm>
        </p:spPr>
        <p:txBody>
          <a:bodyPr/>
          <a:lstStyle>
            <a:lvl1pPr marL="171446" marR="0" indent="-171446" algn="l" defTabSz="914378" rtl="0" eaLnBrk="1" fontAlgn="auto" latinLnBrk="0" hangingPunct="1">
              <a:lnSpc>
                <a:spcPts val="1600"/>
              </a:lnSpc>
              <a:spcBef>
                <a:spcPts val="264"/>
              </a:spcBef>
              <a:spcAft>
                <a:spcPts val="300"/>
              </a:spcAft>
              <a:buClrTx/>
              <a:buSzTx/>
              <a:buFont typeface="Arial" panose="020B0604020202020204" pitchFamily="34" charset="0"/>
              <a:buChar char="•"/>
              <a:tabLst/>
              <a:defRPr>
                <a:latin typeface="+mj-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 </a:t>
            </a:r>
            <a:br>
              <a:rPr lang="en-US"/>
            </a:br>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r>
              <a:rPr lang="en-US" err="1"/>
              <a:t>Aliquam</a:t>
            </a:r>
            <a:r>
              <a:rPr lang="en-US"/>
              <a:t> sit </a:t>
            </a:r>
            <a:r>
              <a:rPr lang="en-US" err="1"/>
              <a:t>amet</a:t>
            </a:r>
            <a:r>
              <a:rPr lang="en-US"/>
              <a:t> </a:t>
            </a:r>
            <a:r>
              <a:rPr lang="en-US" err="1"/>
              <a:t>leo</a:t>
            </a:r>
            <a:r>
              <a:rPr lang="en-US"/>
              <a:t> semper, </a:t>
            </a:r>
            <a:r>
              <a:rPr lang="en-US" err="1"/>
              <a:t>tincidunt</a:t>
            </a:r>
            <a:r>
              <a:rPr lang="en-US"/>
              <a:t> dolor a, </a:t>
            </a:r>
            <a:r>
              <a:rPr lang="en-US" err="1"/>
              <a:t>lobortis</a:t>
            </a:r>
            <a:r>
              <a:rPr lang="en-US"/>
              <a:t> </a:t>
            </a:r>
            <a:r>
              <a:rPr lang="en-US" err="1"/>
              <a:t>elit</a:t>
            </a:r>
            <a:r>
              <a:rPr lang="en-US"/>
              <a:t>. </a:t>
            </a:r>
            <a:r>
              <a:rPr lang="en-US" err="1"/>
              <a:t>Nulla</a:t>
            </a:r>
            <a:r>
              <a:rPr lang="en-US"/>
              <a:t> ipsum dolor, </a:t>
            </a:r>
            <a:r>
              <a:rPr lang="en-US" err="1"/>
              <a:t>condimentum</a:t>
            </a:r>
            <a:r>
              <a:rPr lang="en-US"/>
              <a:t> </a:t>
            </a:r>
            <a:br>
              <a:rPr lang="en-US"/>
            </a:br>
            <a:r>
              <a:rPr lang="en-US"/>
              <a:t>at nisi et, </a:t>
            </a:r>
            <a:r>
              <a:rPr lang="en-US" err="1"/>
              <a:t>varius</a:t>
            </a:r>
            <a:r>
              <a:rPr lang="en-US"/>
              <a:t> </a:t>
            </a:r>
            <a:r>
              <a:rPr lang="en-US" err="1"/>
              <a:t>lobortis</a:t>
            </a:r>
            <a:r>
              <a:rPr lang="en-US"/>
              <a:t> </a:t>
            </a:r>
            <a:r>
              <a:rPr lang="en-US" err="1"/>
              <a:t>lectus</a:t>
            </a:r>
            <a:r>
              <a:rPr lang="en-US"/>
              <a:t>. </a:t>
            </a:r>
            <a:r>
              <a:rPr lang="en-US" err="1"/>
              <a:t>Fusce</a:t>
            </a:r>
            <a:r>
              <a:rPr lang="en-US"/>
              <a:t> </a:t>
            </a:r>
            <a:r>
              <a:rPr lang="en-US" err="1"/>
              <a:t>fermentum</a:t>
            </a:r>
            <a:r>
              <a:rPr lang="en-US"/>
              <a:t> </a:t>
            </a:r>
            <a:r>
              <a:rPr lang="en-US" err="1"/>
              <a:t>bibendum</a:t>
            </a:r>
            <a:r>
              <a:rPr lang="en-US"/>
              <a:t> </a:t>
            </a:r>
            <a:r>
              <a:rPr lang="en-US" err="1"/>
              <a:t>varius</a:t>
            </a:r>
            <a:r>
              <a:rPr lang="en-US"/>
              <a:t>. </a:t>
            </a: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r>
              <a:rPr lang="en-US"/>
              <a:t> </a:t>
            </a:r>
            <a:br>
              <a:rPr lang="en-US"/>
            </a:br>
            <a:r>
              <a:rPr lang="en-US"/>
              <a:t>fames ac </a:t>
            </a:r>
            <a:r>
              <a:rPr lang="en-US" err="1"/>
              <a:t>turpis</a:t>
            </a:r>
            <a:r>
              <a:rPr lang="en-US"/>
              <a:t> </a:t>
            </a:r>
            <a:r>
              <a:rPr lang="en-US" err="1"/>
              <a:t>egestas</a:t>
            </a:r>
            <a:r>
              <a:rPr lang="en-US"/>
              <a:t>.</a:t>
            </a:r>
          </a:p>
          <a:p>
            <a:pPr marL="171446" marR="0" lvl="0" indent="-171446" algn="l" defTabSz="914378" rtl="0" eaLnBrk="1" fontAlgn="auto" latinLnBrk="0" hangingPunct="1">
              <a:lnSpc>
                <a:spcPts val="1600"/>
              </a:lnSpc>
              <a:spcBef>
                <a:spcPts val="264"/>
              </a:spcBef>
              <a:spcAft>
                <a:spcPts val="300"/>
              </a:spcAft>
              <a:buClrTx/>
              <a:buSzTx/>
              <a:tabLst/>
              <a:defRPr/>
            </a:pPr>
            <a:r>
              <a:rPr lang="en-US" sz="1100">
                <a:latin typeface="+mj-lt"/>
              </a:rPr>
              <a:t>In </a:t>
            </a:r>
            <a:r>
              <a:rPr lang="en-US" sz="1100" err="1">
                <a:latin typeface="+mj-lt"/>
              </a:rPr>
              <a:t>egestas</a:t>
            </a:r>
            <a:r>
              <a:rPr lang="en-US" sz="1100">
                <a:latin typeface="+mj-lt"/>
              </a:rPr>
              <a:t> </a:t>
            </a:r>
            <a:r>
              <a:rPr lang="en-US" sz="1100" err="1">
                <a:latin typeface="+mj-lt"/>
              </a:rPr>
              <a:t>orci</a:t>
            </a:r>
            <a:r>
              <a:rPr lang="en-US" sz="1100">
                <a:latin typeface="+mj-lt"/>
              </a:rPr>
              <a:t> </a:t>
            </a:r>
            <a:r>
              <a:rPr lang="en-US" sz="1100" err="1">
                <a:latin typeface="+mj-lt"/>
              </a:rPr>
              <a:t>eu</a:t>
            </a:r>
            <a:r>
              <a:rPr lang="en-US" sz="1100">
                <a:latin typeface="+mj-lt"/>
              </a:rPr>
              <a:t> </a:t>
            </a:r>
            <a:r>
              <a:rPr lang="en-US" sz="1100" err="1">
                <a:latin typeface="+mj-lt"/>
              </a:rPr>
              <a:t>lacinia</a:t>
            </a:r>
            <a:r>
              <a:rPr lang="en-US" sz="1100">
                <a:latin typeface="+mj-lt"/>
              </a:rPr>
              <a:t> </a:t>
            </a:r>
            <a:r>
              <a:rPr lang="en-US" sz="1100" err="1">
                <a:latin typeface="+mj-lt"/>
              </a:rPr>
              <a:t>consectetur</a:t>
            </a:r>
            <a:r>
              <a:rPr lang="en-US" sz="1100">
                <a:latin typeface="+mj-lt"/>
              </a:rPr>
              <a:t>. In dolor ipsum, gravida et </a:t>
            </a:r>
            <a:r>
              <a:rPr lang="en-US" sz="1100" err="1">
                <a:latin typeface="+mj-lt"/>
              </a:rPr>
              <a:t>sagittis</a:t>
            </a:r>
            <a:r>
              <a:rPr lang="en-US" sz="1100">
                <a:latin typeface="+mj-lt"/>
              </a:rPr>
              <a:t> id, </a:t>
            </a:r>
            <a:r>
              <a:rPr lang="en-US" sz="1100" err="1">
                <a:latin typeface="+mj-lt"/>
              </a:rPr>
              <a:t>sollicitudin</a:t>
            </a:r>
            <a:r>
              <a:rPr lang="en-US" sz="1100">
                <a:latin typeface="+mj-lt"/>
              </a:rPr>
              <a:t> </a:t>
            </a:r>
            <a:r>
              <a:rPr lang="en-US" sz="1100" err="1">
                <a:latin typeface="+mj-lt"/>
              </a:rPr>
              <a:t>ut</a:t>
            </a:r>
            <a:r>
              <a:rPr lang="en-US" sz="1100">
                <a:latin typeface="+mj-lt"/>
              </a:rPr>
              <a:t> </a:t>
            </a:r>
            <a:r>
              <a:rPr lang="en-US" sz="1100" err="1">
                <a:latin typeface="+mj-lt"/>
              </a:rPr>
              <a:t>nisl</a:t>
            </a:r>
            <a:r>
              <a:rPr lang="en-US" sz="1100">
                <a:latin typeface="+mj-lt"/>
              </a:rPr>
              <a:t>. </a:t>
            </a:r>
            <a:r>
              <a:rPr lang="en-US" sz="1100" err="1">
                <a:latin typeface="+mj-lt"/>
              </a:rPr>
              <a:t>Praesent</a:t>
            </a:r>
            <a:r>
              <a:rPr lang="en-US" sz="1100">
                <a:latin typeface="+mj-lt"/>
              </a:rPr>
              <a:t> </a:t>
            </a:r>
            <a:r>
              <a:rPr lang="en-US" sz="1100" err="1">
                <a:latin typeface="+mj-lt"/>
              </a:rPr>
              <a:t>bibendum</a:t>
            </a:r>
            <a:r>
              <a:rPr lang="en-US" sz="1100">
                <a:latin typeface="+mj-lt"/>
              </a:rPr>
              <a:t> tempus </a:t>
            </a:r>
            <a:r>
              <a:rPr lang="en-US" sz="1100" err="1">
                <a:latin typeface="+mj-lt"/>
              </a:rPr>
              <a:t>tellus</a:t>
            </a:r>
            <a:r>
              <a:rPr lang="en-US" sz="1100">
                <a:latin typeface="+mj-lt"/>
              </a:rPr>
              <a:t> </a:t>
            </a:r>
            <a:r>
              <a:rPr lang="en-US" sz="1100" err="1">
                <a:latin typeface="+mj-lt"/>
              </a:rPr>
              <a:t>nec</a:t>
            </a:r>
            <a:r>
              <a:rPr lang="en-US" sz="1100">
                <a:latin typeface="+mj-lt"/>
              </a:rPr>
              <a:t> </a:t>
            </a:r>
            <a:r>
              <a:rPr lang="en-US" sz="1100" err="1">
                <a:latin typeface="+mj-lt"/>
              </a:rPr>
              <a:t>hendrerit</a:t>
            </a:r>
            <a:r>
              <a:rPr lang="en-US" sz="1100">
                <a:latin typeface="+mj-lt"/>
              </a:rPr>
              <a:t>. Nam in </a:t>
            </a:r>
            <a:r>
              <a:rPr lang="en-US" sz="1100" err="1">
                <a:latin typeface="+mj-lt"/>
              </a:rPr>
              <a:t>tempor</a:t>
            </a:r>
            <a:r>
              <a:rPr lang="en-US" sz="1100">
                <a:latin typeface="+mj-lt"/>
              </a:rPr>
              <a:t> </a:t>
            </a:r>
            <a:r>
              <a:rPr lang="en-US" sz="1100" err="1">
                <a:latin typeface="+mj-lt"/>
              </a:rPr>
              <a:t>metus</a:t>
            </a:r>
            <a:r>
              <a:rPr lang="en-US" sz="1100">
                <a:latin typeface="+mj-lt"/>
              </a:rPr>
              <a:t>, ac </a:t>
            </a:r>
            <a:r>
              <a:rPr lang="en-US" sz="1100" err="1">
                <a:latin typeface="+mj-lt"/>
              </a:rPr>
              <a:t>finibus</a:t>
            </a:r>
            <a:r>
              <a:rPr lang="en-US" sz="1100">
                <a:latin typeface="+mj-lt"/>
              </a:rPr>
              <a:t> </a:t>
            </a:r>
            <a:r>
              <a:rPr lang="en-US" sz="1100" err="1">
                <a:latin typeface="+mj-lt"/>
              </a:rPr>
              <a:t>purus</a:t>
            </a:r>
            <a:r>
              <a:rPr lang="en-US" sz="1100">
                <a:latin typeface="+mj-lt"/>
              </a:rPr>
              <a:t>. </a:t>
            </a:r>
            <a:r>
              <a:rPr lang="en-US" sz="1100" err="1">
                <a:latin typeface="+mj-lt"/>
              </a:rPr>
              <a:t>Praesent</a:t>
            </a:r>
            <a:r>
              <a:rPr lang="en-US" sz="1100">
                <a:latin typeface="+mj-lt"/>
              </a:rPr>
              <a:t> </a:t>
            </a:r>
            <a:r>
              <a:rPr lang="en-US" sz="1100" err="1">
                <a:latin typeface="+mj-lt"/>
              </a:rPr>
              <a:t>consequat</a:t>
            </a:r>
            <a:r>
              <a:rPr lang="en-US" sz="1100">
                <a:latin typeface="+mj-lt"/>
              </a:rPr>
              <a:t> </a:t>
            </a:r>
            <a:r>
              <a:rPr lang="en-US" sz="1100" err="1">
                <a:latin typeface="+mj-lt"/>
              </a:rPr>
              <a:t>lectus</a:t>
            </a:r>
            <a:r>
              <a:rPr lang="en-US" sz="1100">
                <a:latin typeface="+mj-lt"/>
              </a:rPr>
              <a:t> sit </a:t>
            </a:r>
            <a:r>
              <a:rPr lang="en-US" sz="1100" err="1">
                <a:latin typeface="+mj-lt"/>
              </a:rPr>
              <a:t>amet</a:t>
            </a:r>
            <a:r>
              <a:rPr lang="en-US" sz="1100">
                <a:latin typeface="+mj-lt"/>
              </a:rPr>
              <a:t> </a:t>
            </a:r>
            <a:r>
              <a:rPr lang="en-US" sz="1100" err="1">
                <a:latin typeface="+mj-lt"/>
              </a:rPr>
              <a:t>tortor</a:t>
            </a:r>
            <a:r>
              <a:rPr lang="en-US" sz="1100">
                <a:latin typeface="+mj-lt"/>
              </a:rPr>
              <a:t> pharetra, </a:t>
            </a:r>
            <a:r>
              <a:rPr lang="en-US" sz="1100" err="1">
                <a:latin typeface="+mj-lt"/>
              </a:rPr>
              <a:t>sed</a:t>
            </a:r>
            <a:r>
              <a:rPr lang="en-US" sz="1100">
                <a:latin typeface="+mj-lt"/>
              </a:rPr>
              <a:t> </a:t>
            </a:r>
            <a:r>
              <a:rPr lang="en-US" sz="1100" err="1">
                <a:latin typeface="+mj-lt"/>
              </a:rPr>
              <a:t>venenatis</a:t>
            </a:r>
            <a:r>
              <a:rPr lang="en-US" sz="1100">
                <a:latin typeface="+mj-lt"/>
              </a:rPr>
              <a:t> </a:t>
            </a:r>
            <a:r>
              <a:rPr lang="en-US" sz="1100" err="1">
                <a:latin typeface="+mj-lt"/>
              </a:rPr>
              <a:t>eros</a:t>
            </a:r>
            <a:r>
              <a:rPr lang="en-US" sz="1100">
                <a:latin typeface="+mj-lt"/>
              </a:rPr>
              <a:t> </a:t>
            </a:r>
            <a:r>
              <a:rPr lang="en-US" sz="1100" err="1">
                <a:latin typeface="+mj-lt"/>
              </a:rPr>
              <a:t>lacinia</a:t>
            </a:r>
            <a:r>
              <a:rPr lang="en-US" sz="1100">
                <a:latin typeface="+mj-lt"/>
              </a:rPr>
              <a:t>. In </a:t>
            </a:r>
            <a:r>
              <a:rPr lang="en-US" sz="1100" err="1">
                <a:latin typeface="+mj-lt"/>
              </a:rPr>
              <a:t>sed</a:t>
            </a:r>
            <a:r>
              <a:rPr lang="en-US" sz="1100">
                <a:latin typeface="+mj-lt"/>
              </a:rPr>
              <a:t> </a:t>
            </a:r>
            <a:r>
              <a:rPr lang="en-US" sz="1100" err="1">
                <a:latin typeface="+mj-lt"/>
              </a:rPr>
              <a:t>erat</a:t>
            </a:r>
            <a:r>
              <a:rPr lang="en-US" sz="1100">
                <a:latin typeface="+mj-lt"/>
              </a:rPr>
              <a:t> libero. </a:t>
            </a:r>
            <a:r>
              <a:rPr lang="en-US" sz="1100" err="1">
                <a:latin typeface="+mj-lt"/>
              </a:rPr>
              <a:t>Sed</a:t>
            </a:r>
            <a:r>
              <a:rPr lang="en-US" sz="1100">
                <a:latin typeface="+mj-lt"/>
              </a:rPr>
              <a:t> lorem </a:t>
            </a:r>
            <a:r>
              <a:rPr lang="en-US" sz="1100" err="1">
                <a:latin typeface="+mj-lt"/>
              </a:rPr>
              <a:t>neque</a:t>
            </a:r>
            <a:r>
              <a:rPr lang="en-US" sz="1100">
                <a:latin typeface="+mj-lt"/>
              </a:rPr>
              <a:t>, </a:t>
            </a:r>
            <a:r>
              <a:rPr lang="en-US" sz="1100" err="1">
                <a:latin typeface="+mj-lt"/>
              </a:rPr>
              <a:t>commodo</a:t>
            </a:r>
            <a:r>
              <a:rPr lang="en-US" sz="1100">
                <a:latin typeface="+mj-lt"/>
              </a:rPr>
              <a:t> vitae ex at, pharetra convallis </a:t>
            </a:r>
            <a:r>
              <a:rPr lang="en-US" sz="1100" err="1">
                <a:latin typeface="+mj-lt"/>
              </a:rPr>
              <a:t>nunc</a:t>
            </a:r>
            <a:r>
              <a:rPr lang="en-US" sz="1100">
                <a:latin typeface="+mj-lt"/>
              </a:rPr>
              <a:t>. In </a:t>
            </a:r>
            <a:r>
              <a:rPr lang="en-US" sz="1100" err="1">
                <a:latin typeface="+mj-lt"/>
              </a:rPr>
              <a:t>vehicula</a:t>
            </a:r>
            <a:r>
              <a:rPr lang="en-US" sz="1100">
                <a:latin typeface="+mj-lt"/>
              </a:rPr>
              <a:t> </a:t>
            </a:r>
            <a:r>
              <a:rPr lang="en-US" sz="1100" err="1">
                <a:latin typeface="+mj-lt"/>
              </a:rPr>
              <a:t>mauris</a:t>
            </a:r>
            <a:r>
              <a:rPr lang="en-US" sz="1100">
                <a:latin typeface="+mj-lt"/>
              </a:rPr>
              <a:t> ligula. </a:t>
            </a:r>
            <a:r>
              <a:rPr lang="en-US" sz="1100" err="1">
                <a:latin typeface="+mj-lt"/>
              </a:rPr>
              <a:t>Suspendisse</a:t>
            </a:r>
            <a:r>
              <a:rPr lang="en-US" sz="1100">
                <a:latin typeface="+mj-lt"/>
              </a:rPr>
              <a:t> in </a:t>
            </a:r>
            <a:r>
              <a:rPr lang="en-US" sz="1100" err="1">
                <a:latin typeface="+mj-lt"/>
              </a:rPr>
              <a:t>tellus</a:t>
            </a:r>
            <a:r>
              <a:rPr lang="en-US" sz="1100">
                <a:latin typeface="+mj-lt"/>
              </a:rPr>
              <a:t> </a:t>
            </a:r>
            <a:r>
              <a:rPr lang="en-US" sz="1100" err="1">
                <a:latin typeface="+mj-lt"/>
              </a:rPr>
              <a:t>congue</a:t>
            </a:r>
            <a:r>
              <a:rPr lang="en-US" sz="1100">
                <a:latin typeface="+mj-lt"/>
              </a:rPr>
              <a:t> </a:t>
            </a:r>
            <a:r>
              <a:rPr lang="en-US" sz="1100" err="1">
                <a:latin typeface="+mj-lt"/>
              </a:rPr>
              <a:t>odio</a:t>
            </a:r>
            <a:r>
              <a:rPr lang="en-US" sz="1100">
                <a:latin typeface="+mj-lt"/>
              </a:rPr>
              <a:t> pharetra </a:t>
            </a:r>
            <a:r>
              <a:rPr lang="en-US" sz="1100" err="1">
                <a:latin typeface="+mj-lt"/>
              </a:rPr>
              <a:t>finibus</a:t>
            </a:r>
            <a:r>
              <a:rPr lang="en-US" sz="1100">
                <a:latin typeface="+mj-lt"/>
              </a:rPr>
              <a:t>. Nam </a:t>
            </a:r>
            <a:r>
              <a:rPr lang="en-US" sz="1100" err="1">
                <a:latin typeface="+mj-lt"/>
              </a:rPr>
              <a:t>vel</a:t>
            </a:r>
            <a:r>
              <a:rPr lang="en-US" sz="1100">
                <a:latin typeface="+mj-lt"/>
              </a:rPr>
              <a:t> </a:t>
            </a:r>
            <a:r>
              <a:rPr lang="en-US" sz="1100" err="1">
                <a:latin typeface="+mj-lt"/>
              </a:rPr>
              <a:t>auctor</a:t>
            </a:r>
            <a:r>
              <a:rPr lang="en-US" sz="1100">
                <a:latin typeface="+mj-lt"/>
              </a:rPr>
              <a:t> </a:t>
            </a:r>
            <a:r>
              <a:rPr lang="en-US" sz="1100" err="1">
                <a:latin typeface="+mj-lt"/>
              </a:rPr>
              <a:t>justo</a:t>
            </a:r>
            <a:r>
              <a:rPr lang="en-US" sz="1100">
                <a:latin typeface="+mj-lt"/>
              </a:rPr>
              <a:t>, vitae </a:t>
            </a:r>
            <a:r>
              <a:rPr lang="en-US" sz="1100" err="1">
                <a:latin typeface="+mj-lt"/>
              </a:rPr>
              <a:t>hendrerit</a:t>
            </a:r>
            <a:r>
              <a:rPr lang="en-US" sz="1100">
                <a:latin typeface="+mj-lt"/>
              </a:rPr>
              <a:t> </a:t>
            </a:r>
            <a:r>
              <a:rPr lang="en-US" sz="1100" err="1">
                <a:latin typeface="+mj-lt"/>
              </a:rPr>
              <a:t>orci</a:t>
            </a:r>
            <a:r>
              <a:rPr lang="en-US" sz="1100">
                <a:latin typeface="+mj-lt"/>
              </a:rPr>
              <a:t>. </a:t>
            </a:r>
            <a:r>
              <a:rPr lang="en-US" sz="1100" err="1">
                <a:latin typeface="+mj-lt"/>
              </a:rPr>
              <a:t>Duis</a:t>
            </a:r>
            <a:r>
              <a:rPr lang="en-US" sz="1100">
                <a:latin typeface="+mj-lt"/>
              </a:rPr>
              <a:t> </a:t>
            </a:r>
            <a:r>
              <a:rPr lang="en-US" sz="1100" err="1">
                <a:latin typeface="+mj-lt"/>
              </a:rPr>
              <a:t>nec</a:t>
            </a:r>
            <a:r>
              <a:rPr lang="en-US" sz="1100">
                <a:latin typeface="+mj-lt"/>
              </a:rPr>
              <a:t> </a:t>
            </a:r>
            <a:r>
              <a:rPr lang="en-US" sz="1100" err="1">
                <a:latin typeface="+mj-lt"/>
              </a:rPr>
              <a:t>sapien</a:t>
            </a:r>
            <a:r>
              <a:rPr lang="en-US" sz="1100">
                <a:latin typeface="+mj-lt"/>
              </a:rPr>
              <a:t> </a:t>
            </a:r>
            <a:r>
              <a:rPr lang="en-US" sz="1100" err="1">
                <a:latin typeface="+mj-lt"/>
              </a:rPr>
              <a:t>viverra</a:t>
            </a:r>
            <a:r>
              <a:rPr lang="en-US" sz="1100">
                <a:latin typeface="+mj-lt"/>
              </a:rPr>
              <a:t>, </a:t>
            </a:r>
            <a:r>
              <a:rPr lang="en-US" sz="1100" err="1">
                <a:latin typeface="+mj-lt"/>
              </a:rPr>
              <a:t>bibendum</a:t>
            </a:r>
            <a:r>
              <a:rPr lang="en-US" sz="1100">
                <a:latin typeface="+mj-lt"/>
              </a:rPr>
              <a:t> </a:t>
            </a:r>
            <a:r>
              <a:rPr lang="en-US" sz="1100" err="1">
                <a:latin typeface="+mj-lt"/>
              </a:rPr>
              <a:t>tellus</a:t>
            </a:r>
            <a:r>
              <a:rPr lang="en-US" sz="1100">
                <a:latin typeface="+mj-lt"/>
              </a:rPr>
              <a:t> </a:t>
            </a:r>
            <a:r>
              <a:rPr lang="en-US" sz="1100" err="1">
                <a:latin typeface="+mj-lt"/>
              </a:rPr>
              <a:t>eget</a:t>
            </a:r>
            <a:r>
              <a:rPr lang="en-US" sz="1100">
                <a:latin typeface="+mj-lt"/>
              </a:rPr>
              <a:t>, </a:t>
            </a:r>
            <a:r>
              <a:rPr lang="en-US" sz="1100" err="1">
                <a:latin typeface="+mj-lt"/>
              </a:rPr>
              <a:t>pellentesque</a:t>
            </a:r>
            <a:r>
              <a:rPr lang="en-US" sz="1100">
                <a:latin typeface="+mj-lt"/>
              </a:rPr>
              <a:t> </a:t>
            </a:r>
            <a:r>
              <a:rPr lang="en-US" sz="1100" err="1">
                <a:latin typeface="+mj-lt"/>
              </a:rPr>
              <a:t>massa</a:t>
            </a:r>
            <a:r>
              <a:rPr lang="en-US" sz="1100">
                <a:latin typeface="+mj-lt"/>
              </a:rPr>
              <a:t>. </a:t>
            </a:r>
            <a:r>
              <a:rPr lang="en-US" sz="1100" err="1">
                <a:latin typeface="+mj-lt"/>
              </a:rPr>
              <a:t>Nulla</a:t>
            </a:r>
            <a:r>
              <a:rPr lang="en-US" sz="1100">
                <a:latin typeface="+mj-lt"/>
              </a:rPr>
              <a:t> </a:t>
            </a:r>
            <a:r>
              <a:rPr lang="en-US" sz="1100" err="1">
                <a:latin typeface="+mj-lt"/>
              </a:rPr>
              <a:t>feugiat</a:t>
            </a:r>
            <a:r>
              <a:rPr lang="en-US" sz="1100">
                <a:latin typeface="+mj-lt"/>
              </a:rPr>
              <a:t>, </a:t>
            </a:r>
            <a:r>
              <a:rPr lang="en-US" sz="1100" err="1">
                <a:latin typeface="+mj-lt"/>
              </a:rPr>
              <a:t>turpis</a:t>
            </a:r>
            <a:r>
              <a:rPr lang="en-US" sz="1100">
                <a:latin typeface="+mj-lt"/>
              </a:rPr>
              <a:t> et </a:t>
            </a:r>
            <a:r>
              <a:rPr lang="en-US" sz="1100" err="1">
                <a:latin typeface="+mj-lt"/>
              </a:rPr>
              <a:t>posuere</a:t>
            </a:r>
            <a:r>
              <a:rPr lang="en-US" sz="1100">
                <a:latin typeface="+mj-lt"/>
              </a:rPr>
              <a:t> </a:t>
            </a:r>
            <a:r>
              <a:rPr lang="en-US" sz="1100" err="1">
                <a:latin typeface="+mj-lt"/>
              </a:rPr>
              <a:t>viverra</a:t>
            </a:r>
            <a:r>
              <a:rPr lang="en-US" sz="1100">
                <a:latin typeface="+mj-lt"/>
              </a:rPr>
              <a:t>, ipsum </a:t>
            </a:r>
            <a:r>
              <a:rPr lang="en-US" sz="1100" err="1">
                <a:latin typeface="+mj-lt"/>
              </a:rPr>
              <a:t>sem</a:t>
            </a:r>
            <a:r>
              <a:rPr lang="en-US" sz="1100">
                <a:latin typeface="+mj-lt"/>
              </a:rPr>
              <a:t> </a:t>
            </a:r>
            <a:r>
              <a:rPr lang="en-US" sz="1100" err="1">
                <a:latin typeface="+mj-lt"/>
              </a:rPr>
              <a:t>tincidunt</a:t>
            </a:r>
            <a:r>
              <a:rPr lang="en-US" sz="1100">
                <a:latin typeface="+mj-lt"/>
              </a:rPr>
              <a:t> </a:t>
            </a:r>
            <a:r>
              <a:rPr lang="en-US" sz="1100" err="1">
                <a:latin typeface="+mj-lt"/>
              </a:rPr>
              <a:t>est</a:t>
            </a:r>
            <a:r>
              <a:rPr lang="en-US" sz="1100">
                <a:latin typeface="+mj-lt"/>
              </a:rPr>
              <a:t>, </a:t>
            </a:r>
            <a:r>
              <a:rPr lang="en-US" sz="1100" err="1">
                <a:latin typeface="+mj-lt"/>
              </a:rPr>
              <a:t>finibus</a:t>
            </a:r>
            <a:r>
              <a:rPr lang="en-US" sz="1100">
                <a:latin typeface="+mj-lt"/>
              </a:rPr>
              <a:t> </a:t>
            </a:r>
            <a:r>
              <a:rPr lang="en-US" sz="1100" err="1">
                <a:latin typeface="+mj-lt"/>
              </a:rPr>
              <a:t>tempor</a:t>
            </a:r>
            <a:r>
              <a:rPr lang="en-US" sz="1100">
                <a:latin typeface="+mj-lt"/>
              </a:rPr>
              <a:t> </a:t>
            </a:r>
            <a:r>
              <a:rPr lang="en-US" sz="1100" err="1">
                <a:latin typeface="+mj-lt"/>
              </a:rPr>
              <a:t>nibh</a:t>
            </a:r>
            <a:r>
              <a:rPr lang="en-US" sz="1100">
                <a:latin typeface="+mj-lt"/>
              </a:rPr>
              <a:t> ante semper diam. </a:t>
            </a:r>
            <a:r>
              <a:rPr lang="en-US" sz="1100" err="1">
                <a:latin typeface="+mj-lt"/>
              </a:rPr>
              <a:t>Nullam</a:t>
            </a:r>
            <a:r>
              <a:rPr lang="en-US" sz="1100">
                <a:latin typeface="+mj-lt"/>
              </a:rPr>
              <a:t> </a:t>
            </a:r>
            <a:r>
              <a:rPr lang="en-US" sz="1100" err="1">
                <a:latin typeface="+mj-lt"/>
              </a:rPr>
              <a:t>quis</a:t>
            </a:r>
            <a:r>
              <a:rPr lang="en-US" sz="1100">
                <a:latin typeface="+mj-lt"/>
              </a:rPr>
              <a:t> </a:t>
            </a:r>
            <a:r>
              <a:rPr lang="en-US" sz="1100" err="1">
                <a:latin typeface="+mj-lt"/>
              </a:rPr>
              <a:t>euismod</a:t>
            </a:r>
            <a:r>
              <a:rPr lang="en-US" sz="1100">
                <a:latin typeface="+mj-lt"/>
              </a:rPr>
              <a:t> </a:t>
            </a:r>
            <a:r>
              <a:rPr lang="en-US" sz="1100" err="1">
                <a:latin typeface="+mj-lt"/>
              </a:rPr>
              <a:t>neque</a:t>
            </a:r>
            <a:r>
              <a:rPr lang="en-US" sz="1100">
                <a:latin typeface="+mj-lt"/>
              </a:rPr>
              <a:t>, </a:t>
            </a:r>
            <a:r>
              <a:rPr lang="en-US" sz="1100" err="1">
                <a:latin typeface="+mj-lt"/>
              </a:rPr>
              <a:t>nec</a:t>
            </a:r>
            <a:r>
              <a:rPr lang="en-US" sz="1100">
                <a:latin typeface="+mj-lt"/>
              </a:rPr>
              <a:t> </a:t>
            </a:r>
            <a:r>
              <a:rPr lang="en-US" sz="1100" err="1">
                <a:latin typeface="+mj-lt"/>
              </a:rPr>
              <a:t>facilisis</a:t>
            </a:r>
            <a:r>
              <a:rPr lang="en-US" sz="1100">
                <a:latin typeface="+mj-lt"/>
              </a:rPr>
              <a:t> sem. </a:t>
            </a:r>
            <a:r>
              <a:rPr lang="en-US" sz="1100" err="1">
                <a:latin typeface="+mj-lt"/>
              </a:rPr>
              <a:t>Morbi</a:t>
            </a:r>
            <a:r>
              <a:rPr lang="en-US" sz="1100">
                <a:latin typeface="+mj-lt"/>
              </a:rPr>
              <a:t> </a:t>
            </a:r>
            <a:r>
              <a:rPr lang="en-US" sz="1100" err="1">
                <a:latin typeface="+mj-lt"/>
              </a:rPr>
              <a:t>egestas</a:t>
            </a:r>
            <a:r>
              <a:rPr lang="en-US" sz="1100">
                <a:latin typeface="+mj-lt"/>
              </a:rPr>
              <a:t> </a:t>
            </a:r>
            <a:r>
              <a:rPr lang="en-US" sz="1100" err="1">
                <a:latin typeface="+mj-lt"/>
              </a:rPr>
              <a:t>iaculis</a:t>
            </a:r>
            <a:r>
              <a:rPr lang="en-US" sz="1100">
                <a:latin typeface="+mj-lt"/>
              </a:rPr>
              <a:t> </a:t>
            </a:r>
            <a:r>
              <a:rPr lang="en-US" sz="1100" err="1">
                <a:latin typeface="+mj-lt"/>
              </a:rPr>
              <a:t>dignissim</a:t>
            </a:r>
            <a:r>
              <a:rPr lang="en-US" sz="1100">
                <a:latin typeface="+mj-lt"/>
              </a:rPr>
              <a:t>. In </a:t>
            </a:r>
            <a:r>
              <a:rPr lang="en-US" sz="1100" err="1">
                <a:latin typeface="+mj-lt"/>
              </a:rPr>
              <a:t>accumsan</a:t>
            </a:r>
            <a:r>
              <a:rPr lang="en-US" sz="1100">
                <a:latin typeface="+mj-lt"/>
              </a:rPr>
              <a:t> </a:t>
            </a:r>
            <a:r>
              <a:rPr lang="en-US" sz="1100" err="1">
                <a:latin typeface="+mj-lt"/>
              </a:rPr>
              <a:t>tortor</a:t>
            </a:r>
            <a:r>
              <a:rPr lang="en-US" sz="1100">
                <a:latin typeface="+mj-lt"/>
              </a:rPr>
              <a:t> </a:t>
            </a:r>
            <a:r>
              <a:rPr lang="en-US" sz="1100" err="1">
                <a:latin typeface="+mj-lt"/>
              </a:rPr>
              <a:t>elit</a:t>
            </a:r>
            <a:r>
              <a:rPr lang="en-US" sz="1100">
                <a:latin typeface="+mj-lt"/>
              </a:rPr>
              <a:t>, non </a:t>
            </a:r>
            <a:r>
              <a:rPr lang="en-US" sz="1100" err="1">
                <a:latin typeface="+mj-lt"/>
              </a:rPr>
              <a:t>euismod</a:t>
            </a:r>
            <a:r>
              <a:rPr lang="en-US" sz="1100">
                <a:latin typeface="+mj-lt"/>
              </a:rPr>
              <a:t> </a:t>
            </a:r>
            <a:r>
              <a:rPr lang="en-US" sz="1100" err="1">
                <a:latin typeface="+mj-lt"/>
              </a:rPr>
              <a:t>eros</a:t>
            </a:r>
            <a:r>
              <a:rPr lang="en-US" sz="1100">
                <a:latin typeface="+mj-lt"/>
              </a:rPr>
              <a:t> </a:t>
            </a:r>
            <a:r>
              <a:rPr lang="en-US" sz="1100" err="1">
                <a:latin typeface="+mj-lt"/>
              </a:rPr>
              <a:t>accumsan</a:t>
            </a:r>
            <a:r>
              <a:rPr lang="en-US" sz="1100">
                <a:latin typeface="+mj-lt"/>
              </a:rPr>
              <a:t> ac. </a:t>
            </a:r>
            <a:r>
              <a:rPr lang="en-US" sz="1100" err="1">
                <a:latin typeface="+mj-lt"/>
              </a:rPr>
              <a:t>Sed</a:t>
            </a:r>
            <a:r>
              <a:rPr lang="en-US" sz="1100">
                <a:latin typeface="+mj-lt"/>
              </a:rPr>
              <a:t> </a:t>
            </a:r>
            <a:r>
              <a:rPr lang="en-US" sz="1100" err="1">
                <a:latin typeface="+mj-lt"/>
              </a:rPr>
              <a:t>ultrices</a:t>
            </a:r>
            <a:r>
              <a:rPr lang="en-US" sz="1100">
                <a:latin typeface="+mj-lt"/>
              </a:rPr>
              <a:t> mi lorem, </a:t>
            </a:r>
            <a:r>
              <a:rPr lang="en-US" sz="1100" err="1">
                <a:latin typeface="+mj-lt"/>
              </a:rPr>
              <a:t>ut</a:t>
            </a:r>
            <a:r>
              <a:rPr lang="en-US" sz="1100">
                <a:latin typeface="+mj-lt"/>
              </a:rPr>
              <a:t> </a:t>
            </a:r>
            <a:r>
              <a:rPr lang="en-US" sz="1100" err="1">
                <a:latin typeface="+mj-lt"/>
              </a:rPr>
              <a:t>dignissim</a:t>
            </a:r>
            <a:r>
              <a:rPr lang="en-US" sz="1100">
                <a:latin typeface="+mj-lt"/>
              </a:rPr>
              <a:t> </a:t>
            </a:r>
            <a:r>
              <a:rPr lang="en-US" sz="1100" err="1">
                <a:latin typeface="+mj-lt"/>
              </a:rPr>
              <a:t>nibh</a:t>
            </a:r>
            <a:r>
              <a:rPr lang="en-US" sz="1100">
                <a:latin typeface="+mj-lt"/>
              </a:rPr>
              <a:t> </a:t>
            </a:r>
            <a:r>
              <a:rPr lang="en-US" sz="1100" err="1">
                <a:latin typeface="+mj-lt"/>
              </a:rPr>
              <a:t>facilisis</a:t>
            </a:r>
            <a:r>
              <a:rPr lang="en-US" sz="1100">
                <a:latin typeface="+mj-lt"/>
              </a:rPr>
              <a:t> vel.</a:t>
            </a:r>
          </a:p>
        </p:txBody>
      </p:sp>
      <p:cxnSp>
        <p:nvCxnSpPr>
          <p:cNvPr id="4" name="Straight Connector 3"/>
          <p:cNvCxnSpPr/>
          <p:nvPr userDrawn="1"/>
        </p:nvCxnSpPr>
        <p:spPr>
          <a:xfrm>
            <a:off x="294410" y="716437"/>
            <a:ext cx="8555182"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5" name="Slide Number Placeholder 1"/>
          <p:cNvSpPr>
            <a:spLocks noGrp="1"/>
          </p:cNvSpPr>
          <p:nvPr>
            <p:ph type="sldNum" sz="quarter" idx="4"/>
          </p:nvPr>
        </p:nvSpPr>
        <p:spPr>
          <a:xfrm>
            <a:off x="7413442" y="4826640"/>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pPr defTabSz="685783"/>
            <a:fld id="{3A707DD9-E92B-45E8-BE0A-E6B2EDF345EB}" type="slidenum">
              <a:rPr lang="en-US" smtClean="0"/>
              <a:pPr defTabSz="685783"/>
              <a:t>‹#›</a:t>
            </a:fld>
            <a:endParaRPr lang="en-US"/>
          </a:p>
        </p:txBody>
      </p:sp>
    </p:spTree>
    <p:extLst>
      <p:ext uri="{BB962C8B-B14F-4D97-AF65-F5344CB8AC3E}">
        <p14:creationId xmlns:p14="http://schemas.microsoft.com/office/powerpoint/2010/main" val="159246315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Please Add Slide Headline Here</a:t>
            </a:r>
          </a:p>
        </p:txBody>
      </p:sp>
      <p:sp>
        <p:nvSpPr>
          <p:cNvPr id="6" name="Content Placeholder 5"/>
          <p:cNvSpPr>
            <a:spLocks noGrp="1"/>
          </p:cNvSpPr>
          <p:nvPr>
            <p:ph sz="quarter" idx="10" hasCustomPrompt="1"/>
          </p:nvPr>
        </p:nvSpPr>
        <p:spPr>
          <a:xfrm>
            <a:off x="357189" y="1079500"/>
            <a:ext cx="3986212" cy="3397250"/>
          </a:xfrm>
        </p:spPr>
        <p:txBody>
          <a:bodyPr/>
          <a:lstStyle>
            <a:lvl1pPr marL="171446" indent="-171446">
              <a:buFont typeface="Arial" panose="020B0604020202020204" pitchFamily="34" charset="0"/>
              <a:buChar char="•"/>
              <a:defRPr>
                <a:latin typeface="+mj-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a:t>
            </a:r>
          </a:p>
          <a:p>
            <a:pPr lvl="0"/>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r>
              <a:rPr lang="en-US" err="1"/>
              <a:t>Aliquam</a:t>
            </a:r>
            <a:r>
              <a:rPr lang="en-US"/>
              <a:t> sit </a:t>
            </a:r>
            <a:r>
              <a:rPr lang="en-US" err="1"/>
              <a:t>amet</a:t>
            </a:r>
            <a:r>
              <a:rPr lang="en-US"/>
              <a:t> </a:t>
            </a:r>
            <a:r>
              <a:rPr lang="en-US" err="1"/>
              <a:t>leo</a:t>
            </a:r>
            <a:r>
              <a:rPr lang="en-US"/>
              <a:t> semper, </a:t>
            </a:r>
            <a:r>
              <a:rPr lang="en-US" err="1"/>
              <a:t>tincidunt</a:t>
            </a:r>
            <a:r>
              <a:rPr lang="en-US"/>
              <a:t> dolor a, </a:t>
            </a:r>
            <a:r>
              <a:rPr lang="en-US" err="1"/>
              <a:t>lobortis</a:t>
            </a:r>
            <a:r>
              <a:rPr lang="en-US"/>
              <a:t> </a:t>
            </a:r>
            <a:r>
              <a:rPr lang="en-US" err="1"/>
              <a:t>elit</a:t>
            </a:r>
            <a:r>
              <a:rPr lang="en-US"/>
              <a:t>. </a:t>
            </a:r>
            <a:r>
              <a:rPr lang="en-US" err="1"/>
              <a:t>Nulla</a:t>
            </a:r>
            <a:r>
              <a:rPr lang="en-US"/>
              <a:t> ipsum dolor, </a:t>
            </a:r>
            <a:r>
              <a:rPr lang="en-US" err="1"/>
              <a:t>condimentum</a:t>
            </a:r>
            <a:endParaRPr lang="en-US"/>
          </a:p>
          <a:p>
            <a:pPr lvl="0"/>
            <a:r>
              <a:rPr lang="en-US"/>
              <a:t>at nisi et, </a:t>
            </a:r>
            <a:r>
              <a:rPr lang="en-US" err="1"/>
              <a:t>varius</a:t>
            </a:r>
            <a:r>
              <a:rPr lang="en-US"/>
              <a:t> </a:t>
            </a:r>
            <a:r>
              <a:rPr lang="en-US" err="1"/>
              <a:t>lobortis</a:t>
            </a:r>
            <a:r>
              <a:rPr lang="en-US"/>
              <a:t> </a:t>
            </a:r>
            <a:r>
              <a:rPr lang="en-US" err="1"/>
              <a:t>lectus</a:t>
            </a:r>
            <a:r>
              <a:rPr lang="en-US"/>
              <a:t>. </a:t>
            </a:r>
            <a:r>
              <a:rPr lang="en-US" err="1"/>
              <a:t>Fusce</a:t>
            </a:r>
            <a:r>
              <a:rPr lang="en-US"/>
              <a:t> </a:t>
            </a:r>
            <a:r>
              <a:rPr lang="en-US" err="1"/>
              <a:t>fermentum</a:t>
            </a:r>
            <a:r>
              <a:rPr lang="en-US"/>
              <a:t> </a:t>
            </a:r>
            <a:r>
              <a:rPr lang="en-US" err="1"/>
              <a:t>bibendum</a:t>
            </a:r>
            <a:r>
              <a:rPr lang="en-US"/>
              <a:t> </a:t>
            </a:r>
            <a:r>
              <a:rPr lang="en-US" err="1"/>
              <a:t>varius</a:t>
            </a:r>
            <a:r>
              <a:rPr lang="en-US"/>
              <a:t>. </a:t>
            </a: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r>
              <a:rPr lang="en-US"/>
              <a:t> </a:t>
            </a:r>
            <a:br>
              <a:rPr lang="en-US"/>
            </a:br>
            <a:r>
              <a:rPr lang="en-US"/>
              <a:t>fames ac </a:t>
            </a:r>
            <a:r>
              <a:rPr lang="en-US" err="1"/>
              <a:t>turpis</a:t>
            </a:r>
            <a:r>
              <a:rPr lang="en-US"/>
              <a:t> </a:t>
            </a:r>
            <a:r>
              <a:rPr lang="en-US" err="1"/>
              <a:t>egestas</a:t>
            </a:r>
            <a:r>
              <a:rPr lang="en-US"/>
              <a:t>.</a:t>
            </a:r>
          </a:p>
        </p:txBody>
      </p:sp>
      <p:sp>
        <p:nvSpPr>
          <p:cNvPr id="4" name="Content Placeholder 5"/>
          <p:cNvSpPr>
            <a:spLocks noGrp="1"/>
          </p:cNvSpPr>
          <p:nvPr>
            <p:ph sz="quarter" idx="11" hasCustomPrompt="1"/>
          </p:nvPr>
        </p:nvSpPr>
        <p:spPr>
          <a:xfrm>
            <a:off x="4800601" y="1079500"/>
            <a:ext cx="3986213" cy="3397250"/>
          </a:xfrm>
        </p:spPr>
        <p:txBody>
          <a:bodyPr/>
          <a:lstStyle>
            <a:lvl1pPr marL="171446" indent="-171446">
              <a:buFont typeface="Arial" panose="020B0604020202020204" pitchFamily="34" charset="0"/>
              <a:buChar char="•"/>
              <a:defRPr>
                <a:latin typeface="+mj-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a:t>
            </a:r>
          </a:p>
          <a:p>
            <a:pPr lvl="0"/>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r>
              <a:rPr lang="en-US" err="1"/>
              <a:t>Aliquam</a:t>
            </a:r>
            <a:r>
              <a:rPr lang="en-US"/>
              <a:t> sit </a:t>
            </a:r>
            <a:r>
              <a:rPr lang="en-US" err="1"/>
              <a:t>amet</a:t>
            </a:r>
            <a:r>
              <a:rPr lang="en-US"/>
              <a:t> </a:t>
            </a:r>
            <a:r>
              <a:rPr lang="en-US" err="1"/>
              <a:t>leo</a:t>
            </a:r>
            <a:r>
              <a:rPr lang="en-US"/>
              <a:t> semper, </a:t>
            </a:r>
            <a:r>
              <a:rPr lang="en-US" err="1"/>
              <a:t>tincidunt</a:t>
            </a:r>
            <a:r>
              <a:rPr lang="en-US"/>
              <a:t> dolor a, </a:t>
            </a:r>
            <a:r>
              <a:rPr lang="en-US" err="1"/>
              <a:t>lobortis</a:t>
            </a:r>
            <a:r>
              <a:rPr lang="en-US"/>
              <a:t> </a:t>
            </a:r>
            <a:r>
              <a:rPr lang="en-US" err="1"/>
              <a:t>elit</a:t>
            </a:r>
            <a:r>
              <a:rPr lang="en-US"/>
              <a:t>. </a:t>
            </a:r>
            <a:r>
              <a:rPr lang="en-US" err="1"/>
              <a:t>Nulla</a:t>
            </a:r>
            <a:r>
              <a:rPr lang="en-US"/>
              <a:t> ipsum dolor, </a:t>
            </a:r>
            <a:r>
              <a:rPr lang="en-US" err="1"/>
              <a:t>condimentum</a:t>
            </a:r>
            <a:endParaRPr lang="en-US"/>
          </a:p>
          <a:p>
            <a:pPr lvl="0"/>
            <a:r>
              <a:rPr lang="en-US"/>
              <a:t>at nisi et, </a:t>
            </a:r>
            <a:r>
              <a:rPr lang="en-US" err="1"/>
              <a:t>varius</a:t>
            </a:r>
            <a:r>
              <a:rPr lang="en-US"/>
              <a:t> </a:t>
            </a:r>
            <a:r>
              <a:rPr lang="en-US" err="1"/>
              <a:t>lobortis</a:t>
            </a:r>
            <a:r>
              <a:rPr lang="en-US"/>
              <a:t> </a:t>
            </a:r>
            <a:r>
              <a:rPr lang="en-US" err="1"/>
              <a:t>lectus</a:t>
            </a:r>
            <a:r>
              <a:rPr lang="en-US"/>
              <a:t>. </a:t>
            </a:r>
            <a:r>
              <a:rPr lang="en-US" err="1"/>
              <a:t>Fusce</a:t>
            </a:r>
            <a:r>
              <a:rPr lang="en-US"/>
              <a:t> </a:t>
            </a:r>
            <a:r>
              <a:rPr lang="en-US" err="1"/>
              <a:t>fermentum</a:t>
            </a:r>
            <a:r>
              <a:rPr lang="en-US"/>
              <a:t> </a:t>
            </a:r>
            <a:r>
              <a:rPr lang="en-US" err="1"/>
              <a:t>bibendum</a:t>
            </a:r>
            <a:r>
              <a:rPr lang="en-US"/>
              <a:t> </a:t>
            </a:r>
            <a:r>
              <a:rPr lang="en-US" err="1"/>
              <a:t>varius</a:t>
            </a:r>
            <a:r>
              <a:rPr lang="en-US"/>
              <a:t>. </a:t>
            </a: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r>
              <a:rPr lang="en-US"/>
              <a:t> </a:t>
            </a:r>
            <a:br>
              <a:rPr lang="en-US"/>
            </a:br>
            <a:r>
              <a:rPr lang="en-US"/>
              <a:t>fames ac </a:t>
            </a:r>
            <a:r>
              <a:rPr lang="en-US" err="1"/>
              <a:t>turpis</a:t>
            </a:r>
            <a:r>
              <a:rPr lang="en-US"/>
              <a:t> </a:t>
            </a:r>
            <a:r>
              <a:rPr lang="en-US" err="1"/>
              <a:t>egestas</a:t>
            </a:r>
            <a:r>
              <a:rPr lang="en-US"/>
              <a:t>.</a:t>
            </a:r>
          </a:p>
        </p:txBody>
      </p:sp>
      <p:cxnSp>
        <p:nvCxnSpPr>
          <p:cNvPr id="5" name="Straight Connector 4"/>
          <p:cNvCxnSpPr/>
          <p:nvPr userDrawn="1"/>
        </p:nvCxnSpPr>
        <p:spPr>
          <a:xfrm>
            <a:off x="294410" y="716437"/>
            <a:ext cx="8555182"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8" name="Slide Number Placeholder 1"/>
          <p:cNvSpPr>
            <a:spLocks noGrp="1"/>
          </p:cNvSpPr>
          <p:nvPr>
            <p:ph type="sldNum" sz="quarter" idx="4"/>
          </p:nvPr>
        </p:nvSpPr>
        <p:spPr>
          <a:xfrm>
            <a:off x="7413442" y="4826640"/>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pPr defTabSz="685783"/>
            <a:fld id="{3A707DD9-E92B-45E8-BE0A-E6B2EDF345EB}" type="slidenum">
              <a:rPr lang="en-US" smtClean="0"/>
              <a:pPr defTabSz="685783"/>
              <a:t>‹#›</a:t>
            </a:fld>
            <a:endParaRPr lang="en-US"/>
          </a:p>
        </p:txBody>
      </p:sp>
    </p:spTree>
    <p:extLst>
      <p:ext uri="{BB962C8B-B14F-4D97-AF65-F5344CB8AC3E}">
        <p14:creationId xmlns:p14="http://schemas.microsoft.com/office/powerpoint/2010/main" val="261980137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ontent with Highligh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Please Add Slide Headline Here</a:t>
            </a:r>
          </a:p>
        </p:txBody>
      </p:sp>
      <p:sp>
        <p:nvSpPr>
          <p:cNvPr id="3" name="Content Placeholder 5"/>
          <p:cNvSpPr>
            <a:spLocks noGrp="1"/>
          </p:cNvSpPr>
          <p:nvPr>
            <p:ph sz="quarter" idx="10" hasCustomPrompt="1"/>
          </p:nvPr>
        </p:nvSpPr>
        <p:spPr>
          <a:xfrm>
            <a:off x="357188" y="1422400"/>
            <a:ext cx="8429625" cy="3054350"/>
          </a:xfrm>
        </p:spPr>
        <p:txBody>
          <a:bodyPr/>
          <a:lstStyle>
            <a:lvl1pPr marL="171446" marR="0" indent="-171446" algn="l" defTabSz="914378" rtl="0" eaLnBrk="1" fontAlgn="auto" latinLnBrk="0" hangingPunct="1">
              <a:lnSpc>
                <a:spcPts val="1600"/>
              </a:lnSpc>
              <a:spcBef>
                <a:spcPts val="264"/>
              </a:spcBef>
              <a:spcAft>
                <a:spcPts val="300"/>
              </a:spcAft>
              <a:buClrTx/>
              <a:buSzTx/>
              <a:buFont typeface="Arial" panose="020B0604020202020204" pitchFamily="34" charset="0"/>
              <a:buChar char="•"/>
              <a:tabLst/>
              <a:defRPr>
                <a:latin typeface="+mj-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 </a:t>
            </a:r>
            <a:br>
              <a:rPr lang="en-US"/>
            </a:br>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r>
              <a:rPr lang="en-US" err="1"/>
              <a:t>Aliquam</a:t>
            </a:r>
            <a:r>
              <a:rPr lang="en-US"/>
              <a:t> sit </a:t>
            </a:r>
            <a:r>
              <a:rPr lang="en-US" err="1"/>
              <a:t>amet</a:t>
            </a:r>
            <a:r>
              <a:rPr lang="en-US"/>
              <a:t> </a:t>
            </a:r>
            <a:r>
              <a:rPr lang="en-US" err="1"/>
              <a:t>leo</a:t>
            </a:r>
            <a:r>
              <a:rPr lang="en-US"/>
              <a:t> semper, </a:t>
            </a:r>
            <a:r>
              <a:rPr lang="en-US" err="1"/>
              <a:t>tincidunt</a:t>
            </a:r>
            <a:r>
              <a:rPr lang="en-US"/>
              <a:t> dolor a, </a:t>
            </a:r>
            <a:r>
              <a:rPr lang="en-US" err="1"/>
              <a:t>lobortis</a:t>
            </a:r>
            <a:r>
              <a:rPr lang="en-US"/>
              <a:t> </a:t>
            </a:r>
            <a:r>
              <a:rPr lang="en-US" err="1"/>
              <a:t>elit</a:t>
            </a:r>
            <a:r>
              <a:rPr lang="en-US"/>
              <a:t>. </a:t>
            </a:r>
            <a:r>
              <a:rPr lang="en-US" err="1"/>
              <a:t>Nulla</a:t>
            </a:r>
            <a:r>
              <a:rPr lang="en-US"/>
              <a:t> ipsum dolor, </a:t>
            </a:r>
            <a:r>
              <a:rPr lang="en-US" err="1"/>
              <a:t>condimentum</a:t>
            </a:r>
            <a:r>
              <a:rPr lang="en-US"/>
              <a:t> </a:t>
            </a:r>
            <a:br>
              <a:rPr lang="en-US"/>
            </a:br>
            <a:r>
              <a:rPr lang="en-US"/>
              <a:t>at nisi et, </a:t>
            </a:r>
            <a:r>
              <a:rPr lang="en-US" err="1"/>
              <a:t>varius</a:t>
            </a:r>
            <a:r>
              <a:rPr lang="en-US"/>
              <a:t> </a:t>
            </a:r>
            <a:r>
              <a:rPr lang="en-US" err="1"/>
              <a:t>lobortis</a:t>
            </a:r>
            <a:r>
              <a:rPr lang="en-US"/>
              <a:t> </a:t>
            </a:r>
            <a:r>
              <a:rPr lang="en-US" err="1"/>
              <a:t>lectus</a:t>
            </a:r>
            <a:r>
              <a:rPr lang="en-US"/>
              <a:t>. </a:t>
            </a:r>
            <a:r>
              <a:rPr lang="en-US" err="1"/>
              <a:t>Fusce</a:t>
            </a:r>
            <a:r>
              <a:rPr lang="en-US"/>
              <a:t> </a:t>
            </a:r>
            <a:r>
              <a:rPr lang="en-US" err="1"/>
              <a:t>fermentum</a:t>
            </a:r>
            <a:r>
              <a:rPr lang="en-US"/>
              <a:t> </a:t>
            </a:r>
            <a:r>
              <a:rPr lang="en-US" err="1"/>
              <a:t>bibendum</a:t>
            </a:r>
            <a:r>
              <a:rPr lang="en-US"/>
              <a:t> </a:t>
            </a:r>
            <a:r>
              <a:rPr lang="en-US" err="1"/>
              <a:t>varius</a:t>
            </a:r>
            <a:r>
              <a:rPr lang="en-US"/>
              <a:t>. </a:t>
            </a: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r>
              <a:rPr lang="en-US"/>
              <a:t> </a:t>
            </a:r>
            <a:br>
              <a:rPr lang="en-US"/>
            </a:br>
            <a:r>
              <a:rPr lang="en-US"/>
              <a:t>fames ac </a:t>
            </a:r>
            <a:r>
              <a:rPr lang="en-US" err="1"/>
              <a:t>turpis</a:t>
            </a:r>
            <a:r>
              <a:rPr lang="en-US"/>
              <a:t> </a:t>
            </a:r>
            <a:r>
              <a:rPr lang="en-US" err="1"/>
              <a:t>egestas</a:t>
            </a:r>
            <a:r>
              <a:rPr lang="en-US"/>
              <a:t>.</a:t>
            </a:r>
          </a:p>
          <a:p>
            <a:pPr marL="171446" marR="0" lvl="0" indent="-171446" algn="l" defTabSz="914378" rtl="0" eaLnBrk="1" fontAlgn="auto" latinLnBrk="0" hangingPunct="1">
              <a:lnSpc>
                <a:spcPts val="1600"/>
              </a:lnSpc>
              <a:spcBef>
                <a:spcPts val="264"/>
              </a:spcBef>
              <a:spcAft>
                <a:spcPts val="300"/>
              </a:spcAft>
              <a:buClrTx/>
              <a:buSzTx/>
              <a:tabLst/>
              <a:defRPr/>
            </a:pPr>
            <a:r>
              <a:rPr lang="en-US" sz="1100">
                <a:latin typeface="+mj-lt"/>
              </a:rPr>
              <a:t>In </a:t>
            </a:r>
            <a:r>
              <a:rPr lang="en-US" sz="1100" err="1">
                <a:latin typeface="+mj-lt"/>
              </a:rPr>
              <a:t>egestas</a:t>
            </a:r>
            <a:r>
              <a:rPr lang="en-US" sz="1100">
                <a:latin typeface="+mj-lt"/>
              </a:rPr>
              <a:t> </a:t>
            </a:r>
            <a:r>
              <a:rPr lang="en-US" sz="1100" err="1">
                <a:latin typeface="+mj-lt"/>
              </a:rPr>
              <a:t>orci</a:t>
            </a:r>
            <a:r>
              <a:rPr lang="en-US" sz="1100">
                <a:latin typeface="+mj-lt"/>
              </a:rPr>
              <a:t> </a:t>
            </a:r>
            <a:r>
              <a:rPr lang="en-US" sz="1100" err="1">
                <a:latin typeface="+mj-lt"/>
              </a:rPr>
              <a:t>eu</a:t>
            </a:r>
            <a:r>
              <a:rPr lang="en-US" sz="1100">
                <a:latin typeface="+mj-lt"/>
              </a:rPr>
              <a:t> </a:t>
            </a:r>
            <a:r>
              <a:rPr lang="en-US" sz="1100" err="1">
                <a:latin typeface="+mj-lt"/>
              </a:rPr>
              <a:t>lacinia</a:t>
            </a:r>
            <a:r>
              <a:rPr lang="en-US" sz="1100">
                <a:latin typeface="+mj-lt"/>
              </a:rPr>
              <a:t> </a:t>
            </a:r>
            <a:r>
              <a:rPr lang="en-US" sz="1100" err="1">
                <a:latin typeface="+mj-lt"/>
              </a:rPr>
              <a:t>consectetur</a:t>
            </a:r>
            <a:r>
              <a:rPr lang="en-US" sz="1100">
                <a:latin typeface="+mj-lt"/>
              </a:rPr>
              <a:t>. In dolor ipsum, gravida et </a:t>
            </a:r>
            <a:r>
              <a:rPr lang="en-US" sz="1100" err="1">
                <a:latin typeface="+mj-lt"/>
              </a:rPr>
              <a:t>sagittis</a:t>
            </a:r>
            <a:r>
              <a:rPr lang="en-US" sz="1100">
                <a:latin typeface="+mj-lt"/>
              </a:rPr>
              <a:t> id, </a:t>
            </a:r>
            <a:r>
              <a:rPr lang="en-US" sz="1100" err="1">
                <a:latin typeface="+mj-lt"/>
              </a:rPr>
              <a:t>sollicitudin</a:t>
            </a:r>
            <a:r>
              <a:rPr lang="en-US" sz="1100">
                <a:latin typeface="+mj-lt"/>
              </a:rPr>
              <a:t> </a:t>
            </a:r>
            <a:r>
              <a:rPr lang="en-US" sz="1100" err="1">
                <a:latin typeface="+mj-lt"/>
              </a:rPr>
              <a:t>ut</a:t>
            </a:r>
            <a:r>
              <a:rPr lang="en-US" sz="1100">
                <a:latin typeface="+mj-lt"/>
              </a:rPr>
              <a:t> </a:t>
            </a:r>
            <a:r>
              <a:rPr lang="en-US" sz="1100" err="1">
                <a:latin typeface="+mj-lt"/>
              </a:rPr>
              <a:t>nisl</a:t>
            </a:r>
            <a:r>
              <a:rPr lang="en-US" sz="1100">
                <a:latin typeface="+mj-lt"/>
              </a:rPr>
              <a:t>. </a:t>
            </a:r>
            <a:r>
              <a:rPr lang="en-US" sz="1100" err="1">
                <a:latin typeface="+mj-lt"/>
              </a:rPr>
              <a:t>Praesent</a:t>
            </a:r>
            <a:r>
              <a:rPr lang="en-US" sz="1100">
                <a:latin typeface="+mj-lt"/>
              </a:rPr>
              <a:t> </a:t>
            </a:r>
            <a:r>
              <a:rPr lang="en-US" sz="1100" err="1">
                <a:latin typeface="+mj-lt"/>
              </a:rPr>
              <a:t>bibendum</a:t>
            </a:r>
            <a:r>
              <a:rPr lang="en-US" sz="1100">
                <a:latin typeface="+mj-lt"/>
              </a:rPr>
              <a:t> tempus </a:t>
            </a:r>
            <a:r>
              <a:rPr lang="en-US" sz="1100" err="1">
                <a:latin typeface="+mj-lt"/>
              </a:rPr>
              <a:t>tellus</a:t>
            </a:r>
            <a:r>
              <a:rPr lang="en-US" sz="1100">
                <a:latin typeface="+mj-lt"/>
              </a:rPr>
              <a:t> </a:t>
            </a:r>
            <a:r>
              <a:rPr lang="en-US" sz="1100" err="1">
                <a:latin typeface="+mj-lt"/>
              </a:rPr>
              <a:t>nec</a:t>
            </a:r>
            <a:r>
              <a:rPr lang="en-US" sz="1100">
                <a:latin typeface="+mj-lt"/>
              </a:rPr>
              <a:t> </a:t>
            </a:r>
            <a:r>
              <a:rPr lang="en-US" sz="1100" err="1">
                <a:latin typeface="+mj-lt"/>
              </a:rPr>
              <a:t>hendrerit</a:t>
            </a:r>
            <a:r>
              <a:rPr lang="en-US" sz="1100">
                <a:latin typeface="+mj-lt"/>
              </a:rPr>
              <a:t>. Nam in </a:t>
            </a:r>
            <a:r>
              <a:rPr lang="en-US" sz="1100" err="1">
                <a:latin typeface="+mj-lt"/>
              </a:rPr>
              <a:t>tempor</a:t>
            </a:r>
            <a:r>
              <a:rPr lang="en-US" sz="1100">
                <a:latin typeface="+mj-lt"/>
              </a:rPr>
              <a:t> </a:t>
            </a:r>
            <a:r>
              <a:rPr lang="en-US" sz="1100" err="1">
                <a:latin typeface="+mj-lt"/>
              </a:rPr>
              <a:t>metus</a:t>
            </a:r>
            <a:r>
              <a:rPr lang="en-US" sz="1100">
                <a:latin typeface="+mj-lt"/>
              </a:rPr>
              <a:t>, ac </a:t>
            </a:r>
            <a:r>
              <a:rPr lang="en-US" sz="1100" err="1">
                <a:latin typeface="+mj-lt"/>
              </a:rPr>
              <a:t>finibus</a:t>
            </a:r>
            <a:r>
              <a:rPr lang="en-US" sz="1100">
                <a:latin typeface="+mj-lt"/>
              </a:rPr>
              <a:t> </a:t>
            </a:r>
            <a:r>
              <a:rPr lang="en-US" sz="1100" err="1">
                <a:latin typeface="+mj-lt"/>
              </a:rPr>
              <a:t>purus</a:t>
            </a:r>
            <a:r>
              <a:rPr lang="en-US" sz="1100">
                <a:latin typeface="+mj-lt"/>
              </a:rPr>
              <a:t>. </a:t>
            </a:r>
            <a:r>
              <a:rPr lang="en-US" sz="1100" err="1">
                <a:latin typeface="+mj-lt"/>
              </a:rPr>
              <a:t>Praesent</a:t>
            </a:r>
            <a:r>
              <a:rPr lang="en-US" sz="1100">
                <a:latin typeface="+mj-lt"/>
              </a:rPr>
              <a:t> </a:t>
            </a:r>
            <a:r>
              <a:rPr lang="en-US" sz="1100" err="1">
                <a:latin typeface="+mj-lt"/>
              </a:rPr>
              <a:t>consequat</a:t>
            </a:r>
            <a:r>
              <a:rPr lang="en-US" sz="1100">
                <a:latin typeface="+mj-lt"/>
              </a:rPr>
              <a:t> </a:t>
            </a:r>
            <a:r>
              <a:rPr lang="en-US" sz="1100" err="1">
                <a:latin typeface="+mj-lt"/>
              </a:rPr>
              <a:t>lectus</a:t>
            </a:r>
            <a:r>
              <a:rPr lang="en-US" sz="1100">
                <a:latin typeface="+mj-lt"/>
              </a:rPr>
              <a:t> sit </a:t>
            </a:r>
            <a:r>
              <a:rPr lang="en-US" sz="1100" err="1">
                <a:latin typeface="+mj-lt"/>
              </a:rPr>
              <a:t>amet</a:t>
            </a:r>
            <a:r>
              <a:rPr lang="en-US" sz="1100">
                <a:latin typeface="+mj-lt"/>
              </a:rPr>
              <a:t> </a:t>
            </a:r>
            <a:r>
              <a:rPr lang="en-US" sz="1100" err="1">
                <a:latin typeface="+mj-lt"/>
              </a:rPr>
              <a:t>tortor</a:t>
            </a:r>
            <a:r>
              <a:rPr lang="en-US" sz="1100">
                <a:latin typeface="+mj-lt"/>
              </a:rPr>
              <a:t> pharetra, </a:t>
            </a:r>
            <a:r>
              <a:rPr lang="en-US" sz="1100" err="1">
                <a:latin typeface="+mj-lt"/>
              </a:rPr>
              <a:t>sed</a:t>
            </a:r>
            <a:r>
              <a:rPr lang="en-US" sz="1100">
                <a:latin typeface="+mj-lt"/>
              </a:rPr>
              <a:t> </a:t>
            </a:r>
            <a:r>
              <a:rPr lang="en-US" sz="1100" err="1">
                <a:latin typeface="+mj-lt"/>
              </a:rPr>
              <a:t>venenatis</a:t>
            </a:r>
            <a:r>
              <a:rPr lang="en-US" sz="1100">
                <a:latin typeface="+mj-lt"/>
              </a:rPr>
              <a:t> </a:t>
            </a:r>
            <a:r>
              <a:rPr lang="en-US" sz="1100" err="1">
                <a:latin typeface="+mj-lt"/>
              </a:rPr>
              <a:t>eros</a:t>
            </a:r>
            <a:r>
              <a:rPr lang="en-US" sz="1100">
                <a:latin typeface="+mj-lt"/>
              </a:rPr>
              <a:t> </a:t>
            </a:r>
            <a:r>
              <a:rPr lang="en-US" sz="1100" err="1">
                <a:latin typeface="+mj-lt"/>
              </a:rPr>
              <a:t>lacinia</a:t>
            </a:r>
            <a:r>
              <a:rPr lang="en-US" sz="1100">
                <a:latin typeface="+mj-lt"/>
              </a:rPr>
              <a:t>. In </a:t>
            </a:r>
            <a:r>
              <a:rPr lang="en-US" sz="1100" err="1">
                <a:latin typeface="+mj-lt"/>
              </a:rPr>
              <a:t>sed</a:t>
            </a:r>
            <a:r>
              <a:rPr lang="en-US" sz="1100">
                <a:latin typeface="+mj-lt"/>
              </a:rPr>
              <a:t> </a:t>
            </a:r>
            <a:r>
              <a:rPr lang="en-US" sz="1100" err="1">
                <a:latin typeface="+mj-lt"/>
              </a:rPr>
              <a:t>erat</a:t>
            </a:r>
            <a:r>
              <a:rPr lang="en-US" sz="1100">
                <a:latin typeface="+mj-lt"/>
              </a:rPr>
              <a:t> libero. </a:t>
            </a:r>
            <a:r>
              <a:rPr lang="en-US" sz="1100" err="1">
                <a:latin typeface="+mj-lt"/>
              </a:rPr>
              <a:t>Sed</a:t>
            </a:r>
            <a:r>
              <a:rPr lang="en-US" sz="1100">
                <a:latin typeface="+mj-lt"/>
              </a:rPr>
              <a:t> lorem </a:t>
            </a:r>
            <a:r>
              <a:rPr lang="en-US" sz="1100" err="1">
                <a:latin typeface="+mj-lt"/>
              </a:rPr>
              <a:t>neque</a:t>
            </a:r>
            <a:r>
              <a:rPr lang="en-US" sz="1100">
                <a:latin typeface="+mj-lt"/>
              </a:rPr>
              <a:t>, </a:t>
            </a:r>
            <a:r>
              <a:rPr lang="en-US" sz="1100" err="1">
                <a:latin typeface="+mj-lt"/>
              </a:rPr>
              <a:t>commodo</a:t>
            </a:r>
            <a:r>
              <a:rPr lang="en-US" sz="1100">
                <a:latin typeface="+mj-lt"/>
              </a:rPr>
              <a:t> vitae ex at, pharetra convallis </a:t>
            </a:r>
            <a:r>
              <a:rPr lang="en-US" sz="1100" err="1">
                <a:latin typeface="+mj-lt"/>
              </a:rPr>
              <a:t>nunc</a:t>
            </a:r>
            <a:r>
              <a:rPr lang="en-US" sz="1100">
                <a:latin typeface="+mj-lt"/>
              </a:rPr>
              <a:t>. In </a:t>
            </a:r>
            <a:r>
              <a:rPr lang="en-US" sz="1100" err="1">
                <a:latin typeface="+mj-lt"/>
              </a:rPr>
              <a:t>vehicula</a:t>
            </a:r>
            <a:r>
              <a:rPr lang="en-US" sz="1100">
                <a:latin typeface="+mj-lt"/>
              </a:rPr>
              <a:t> </a:t>
            </a:r>
            <a:r>
              <a:rPr lang="en-US" sz="1100" err="1">
                <a:latin typeface="+mj-lt"/>
              </a:rPr>
              <a:t>mauris</a:t>
            </a:r>
            <a:r>
              <a:rPr lang="en-US" sz="1100">
                <a:latin typeface="+mj-lt"/>
              </a:rPr>
              <a:t> ligula. </a:t>
            </a:r>
            <a:r>
              <a:rPr lang="en-US" sz="1100" err="1">
                <a:latin typeface="+mj-lt"/>
              </a:rPr>
              <a:t>Suspendisse</a:t>
            </a:r>
            <a:r>
              <a:rPr lang="en-US" sz="1100">
                <a:latin typeface="+mj-lt"/>
              </a:rPr>
              <a:t> in </a:t>
            </a:r>
            <a:r>
              <a:rPr lang="en-US" sz="1100" err="1">
                <a:latin typeface="+mj-lt"/>
              </a:rPr>
              <a:t>tellus</a:t>
            </a:r>
            <a:r>
              <a:rPr lang="en-US" sz="1100">
                <a:latin typeface="+mj-lt"/>
              </a:rPr>
              <a:t> </a:t>
            </a:r>
            <a:r>
              <a:rPr lang="en-US" sz="1100" err="1">
                <a:latin typeface="+mj-lt"/>
              </a:rPr>
              <a:t>congue</a:t>
            </a:r>
            <a:r>
              <a:rPr lang="en-US" sz="1100">
                <a:latin typeface="+mj-lt"/>
              </a:rPr>
              <a:t> </a:t>
            </a:r>
            <a:r>
              <a:rPr lang="en-US" sz="1100" err="1">
                <a:latin typeface="+mj-lt"/>
              </a:rPr>
              <a:t>odio</a:t>
            </a:r>
            <a:r>
              <a:rPr lang="en-US" sz="1100">
                <a:latin typeface="+mj-lt"/>
              </a:rPr>
              <a:t> pharetra </a:t>
            </a:r>
            <a:r>
              <a:rPr lang="en-US" sz="1100" err="1">
                <a:latin typeface="+mj-lt"/>
              </a:rPr>
              <a:t>finibus</a:t>
            </a:r>
            <a:r>
              <a:rPr lang="en-US" sz="1100">
                <a:latin typeface="+mj-lt"/>
              </a:rPr>
              <a:t>. Nam </a:t>
            </a:r>
            <a:r>
              <a:rPr lang="en-US" sz="1100" err="1">
                <a:latin typeface="+mj-lt"/>
              </a:rPr>
              <a:t>vel</a:t>
            </a:r>
            <a:r>
              <a:rPr lang="en-US" sz="1100">
                <a:latin typeface="+mj-lt"/>
              </a:rPr>
              <a:t> </a:t>
            </a:r>
            <a:r>
              <a:rPr lang="en-US" sz="1100" err="1">
                <a:latin typeface="+mj-lt"/>
              </a:rPr>
              <a:t>auctor</a:t>
            </a:r>
            <a:r>
              <a:rPr lang="en-US" sz="1100">
                <a:latin typeface="+mj-lt"/>
              </a:rPr>
              <a:t> </a:t>
            </a:r>
            <a:r>
              <a:rPr lang="en-US" sz="1100" err="1">
                <a:latin typeface="+mj-lt"/>
              </a:rPr>
              <a:t>justo</a:t>
            </a:r>
            <a:r>
              <a:rPr lang="en-US" sz="1100">
                <a:latin typeface="+mj-lt"/>
              </a:rPr>
              <a:t>, vitae </a:t>
            </a:r>
            <a:r>
              <a:rPr lang="en-US" sz="1100" err="1">
                <a:latin typeface="+mj-lt"/>
              </a:rPr>
              <a:t>hendrerit</a:t>
            </a:r>
            <a:r>
              <a:rPr lang="en-US" sz="1100">
                <a:latin typeface="+mj-lt"/>
              </a:rPr>
              <a:t> </a:t>
            </a:r>
            <a:r>
              <a:rPr lang="en-US" sz="1100" err="1">
                <a:latin typeface="+mj-lt"/>
              </a:rPr>
              <a:t>orci</a:t>
            </a:r>
            <a:r>
              <a:rPr lang="en-US" sz="1100">
                <a:latin typeface="+mj-lt"/>
              </a:rPr>
              <a:t>. </a:t>
            </a:r>
            <a:r>
              <a:rPr lang="en-US" sz="1100" err="1">
                <a:latin typeface="+mj-lt"/>
              </a:rPr>
              <a:t>Duis</a:t>
            </a:r>
            <a:r>
              <a:rPr lang="en-US" sz="1100">
                <a:latin typeface="+mj-lt"/>
              </a:rPr>
              <a:t> </a:t>
            </a:r>
            <a:r>
              <a:rPr lang="en-US" sz="1100" err="1">
                <a:latin typeface="+mj-lt"/>
              </a:rPr>
              <a:t>nec</a:t>
            </a:r>
            <a:r>
              <a:rPr lang="en-US" sz="1100">
                <a:latin typeface="+mj-lt"/>
              </a:rPr>
              <a:t> </a:t>
            </a:r>
            <a:r>
              <a:rPr lang="en-US" sz="1100" err="1">
                <a:latin typeface="+mj-lt"/>
              </a:rPr>
              <a:t>sapien</a:t>
            </a:r>
            <a:r>
              <a:rPr lang="en-US" sz="1100">
                <a:latin typeface="+mj-lt"/>
              </a:rPr>
              <a:t> </a:t>
            </a:r>
            <a:r>
              <a:rPr lang="en-US" sz="1100" err="1">
                <a:latin typeface="+mj-lt"/>
              </a:rPr>
              <a:t>viverra</a:t>
            </a:r>
            <a:r>
              <a:rPr lang="en-US" sz="1100">
                <a:latin typeface="+mj-lt"/>
              </a:rPr>
              <a:t>, </a:t>
            </a:r>
            <a:r>
              <a:rPr lang="en-US" sz="1100" err="1">
                <a:latin typeface="+mj-lt"/>
              </a:rPr>
              <a:t>bibendum</a:t>
            </a:r>
            <a:r>
              <a:rPr lang="en-US" sz="1100">
                <a:latin typeface="+mj-lt"/>
              </a:rPr>
              <a:t> </a:t>
            </a:r>
            <a:r>
              <a:rPr lang="en-US" sz="1100" err="1">
                <a:latin typeface="+mj-lt"/>
              </a:rPr>
              <a:t>tellus</a:t>
            </a:r>
            <a:r>
              <a:rPr lang="en-US" sz="1100">
                <a:latin typeface="+mj-lt"/>
              </a:rPr>
              <a:t> </a:t>
            </a:r>
            <a:r>
              <a:rPr lang="en-US" sz="1100" err="1">
                <a:latin typeface="+mj-lt"/>
              </a:rPr>
              <a:t>eget</a:t>
            </a:r>
            <a:r>
              <a:rPr lang="en-US" sz="1100">
                <a:latin typeface="+mj-lt"/>
              </a:rPr>
              <a:t>, </a:t>
            </a:r>
            <a:r>
              <a:rPr lang="en-US" sz="1100" err="1">
                <a:latin typeface="+mj-lt"/>
              </a:rPr>
              <a:t>pellentesque</a:t>
            </a:r>
            <a:r>
              <a:rPr lang="en-US" sz="1100">
                <a:latin typeface="+mj-lt"/>
              </a:rPr>
              <a:t> </a:t>
            </a:r>
            <a:r>
              <a:rPr lang="en-US" sz="1100" err="1">
                <a:latin typeface="+mj-lt"/>
              </a:rPr>
              <a:t>massa</a:t>
            </a:r>
            <a:r>
              <a:rPr lang="en-US" sz="1100">
                <a:latin typeface="+mj-lt"/>
              </a:rPr>
              <a:t>. </a:t>
            </a:r>
            <a:r>
              <a:rPr lang="en-US" sz="1100" err="1">
                <a:latin typeface="+mj-lt"/>
              </a:rPr>
              <a:t>Nulla</a:t>
            </a:r>
            <a:r>
              <a:rPr lang="en-US" sz="1100">
                <a:latin typeface="+mj-lt"/>
              </a:rPr>
              <a:t> </a:t>
            </a:r>
            <a:r>
              <a:rPr lang="en-US" sz="1100" err="1">
                <a:latin typeface="+mj-lt"/>
              </a:rPr>
              <a:t>feugiat</a:t>
            </a:r>
            <a:r>
              <a:rPr lang="en-US" sz="1100">
                <a:latin typeface="+mj-lt"/>
              </a:rPr>
              <a:t>, </a:t>
            </a:r>
            <a:r>
              <a:rPr lang="en-US" sz="1100" err="1">
                <a:latin typeface="+mj-lt"/>
              </a:rPr>
              <a:t>turpis</a:t>
            </a:r>
            <a:r>
              <a:rPr lang="en-US" sz="1100">
                <a:latin typeface="+mj-lt"/>
              </a:rPr>
              <a:t> et </a:t>
            </a:r>
            <a:r>
              <a:rPr lang="en-US" sz="1100" err="1">
                <a:latin typeface="+mj-lt"/>
              </a:rPr>
              <a:t>posuere</a:t>
            </a:r>
            <a:r>
              <a:rPr lang="en-US" sz="1100">
                <a:latin typeface="+mj-lt"/>
              </a:rPr>
              <a:t> </a:t>
            </a:r>
            <a:r>
              <a:rPr lang="en-US" sz="1100" err="1">
                <a:latin typeface="+mj-lt"/>
              </a:rPr>
              <a:t>viverra</a:t>
            </a:r>
            <a:r>
              <a:rPr lang="en-US" sz="1100">
                <a:latin typeface="+mj-lt"/>
              </a:rPr>
              <a:t>, ipsum </a:t>
            </a:r>
            <a:r>
              <a:rPr lang="en-US" sz="1100" err="1">
                <a:latin typeface="+mj-lt"/>
              </a:rPr>
              <a:t>sem</a:t>
            </a:r>
            <a:r>
              <a:rPr lang="en-US" sz="1100">
                <a:latin typeface="+mj-lt"/>
              </a:rPr>
              <a:t> </a:t>
            </a:r>
            <a:r>
              <a:rPr lang="en-US" sz="1100" err="1">
                <a:latin typeface="+mj-lt"/>
              </a:rPr>
              <a:t>tincidunt</a:t>
            </a:r>
            <a:r>
              <a:rPr lang="en-US" sz="1100">
                <a:latin typeface="+mj-lt"/>
              </a:rPr>
              <a:t> </a:t>
            </a:r>
            <a:r>
              <a:rPr lang="en-US" sz="1100" err="1">
                <a:latin typeface="+mj-lt"/>
              </a:rPr>
              <a:t>est</a:t>
            </a:r>
            <a:r>
              <a:rPr lang="en-US" sz="1100">
                <a:latin typeface="+mj-lt"/>
              </a:rPr>
              <a:t>, </a:t>
            </a:r>
            <a:r>
              <a:rPr lang="en-US" sz="1100" err="1">
                <a:latin typeface="+mj-lt"/>
              </a:rPr>
              <a:t>finibus</a:t>
            </a:r>
            <a:r>
              <a:rPr lang="en-US" sz="1100">
                <a:latin typeface="+mj-lt"/>
              </a:rPr>
              <a:t> </a:t>
            </a:r>
            <a:r>
              <a:rPr lang="en-US" sz="1100" err="1">
                <a:latin typeface="+mj-lt"/>
              </a:rPr>
              <a:t>tempor</a:t>
            </a:r>
            <a:r>
              <a:rPr lang="en-US" sz="1100">
                <a:latin typeface="+mj-lt"/>
              </a:rPr>
              <a:t> </a:t>
            </a:r>
            <a:r>
              <a:rPr lang="en-US" sz="1100" err="1">
                <a:latin typeface="+mj-lt"/>
              </a:rPr>
              <a:t>nibh</a:t>
            </a:r>
            <a:r>
              <a:rPr lang="en-US" sz="1100">
                <a:latin typeface="+mj-lt"/>
              </a:rPr>
              <a:t> ante semper diam. </a:t>
            </a:r>
            <a:r>
              <a:rPr lang="en-US" sz="1100" err="1">
                <a:latin typeface="+mj-lt"/>
              </a:rPr>
              <a:t>Nullam</a:t>
            </a:r>
            <a:r>
              <a:rPr lang="en-US" sz="1100">
                <a:latin typeface="+mj-lt"/>
              </a:rPr>
              <a:t> </a:t>
            </a:r>
            <a:r>
              <a:rPr lang="en-US" sz="1100" err="1">
                <a:latin typeface="+mj-lt"/>
              </a:rPr>
              <a:t>quis</a:t>
            </a:r>
            <a:r>
              <a:rPr lang="en-US" sz="1100">
                <a:latin typeface="+mj-lt"/>
              </a:rPr>
              <a:t> </a:t>
            </a:r>
            <a:r>
              <a:rPr lang="en-US" sz="1100" err="1">
                <a:latin typeface="+mj-lt"/>
              </a:rPr>
              <a:t>euismod</a:t>
            </a:r>
            <a:r>
              <a:rPr lang="en-US" sz="1100">
                <a:latin typeface="+mj-lt"/>
              </a:rPr>
              <a:t> </a:t>
            </a:r>
            <a:r>
              <a:rPr lang="en-US" sz="1100" err="1">
                <a:latin typeface="+mj-lt"/>
              </a:rPr>
              <a:t>neque</a:t>
            </a:r>
            <a:r>
              <a:rPr lang="en-US" sz="1100">
                <a:latin typeface="+mj-lt"/>
              </a:rPr>
              <a:t>, </a:t>
            </a:r>
            <a:r>
              <a:rPr lang="en-US" sz="1100" err="1">
                <a:latin typeface="+mj-lt"/>
              </a:rPr>
              <a:t>nec</a:t>
            </a:r>
            <a:r>
              <a:rPr lang="en-US" sz="1100">
                <a:latin typeface="+mj-lt"/>
              </a:rPr>
              <a:t> </a:t>
            </a:r>
            <a:r>
              <a:rPr lang="en-US" sz="1100" err="1">
                <a:latin typeface="+mj-lt"/>
              </a:rPr>
              <a:t>facilisis</a:t>
            </a:r>
            <a:r>
              <a:rPr lang="en-US" sz="1100">
                <a:latin typeface="+mj-lt"/>
              </a:rPr>
              <a:t> sem. </a:t>
            </a:r>
            <a:r>
              <a:rPr lang="en-US" sz="1100" err="1">
                <a:latin typeface="+mj-lt"/>
              </a:rPr>
              <a:t>Morbi</a:t>
            </a:r>
            <a:r>
              <a:rPr lang="en-US" sz="1100">
                <a:latin typeface="+mj-lt"/>
              </a:rPr>
              <a:t> </a:t>
            </a:r>
            <a:r>
              <a:rPr lang="en-US" sz="1100" err="1">
                <a:latin typeface="+mj-lt"/>
              </a:rPr>
              <a:t>egestas</a:t>
            </a:r>
            <a:r>
              <a:rPr lang="en-US" sz="1100">
                <a:latin typeface="+mj-lt"/>
              </a:rPr>
              <a:t> </a:t>
            </a:r>
            <a:r>
              <a:rPr lang="en-US" sz="1100" err="1">
                <a:latin typeface="+mj-lt"/>
              </a:rPr>
              <a:t>iaculis</a:t>
            </a:r>
            <a:r>
              <a:rPr lang="en-US" sz="1100">
                <a:latin typeface="+mj-lt"/>
              </a:rPr>
              <a:t> </a:t>
            </a:r>
            <a:r>
              <a:rPr lang="en-US" sz="1100" err="1">
                <a:latin typeface="+mj-lt"/>
              </a:rPr>
              <a:t>dignissim</a:t>
            </a:r>
            <a:r>
              <a:rPr lang="en-US" sz="1100">
                <a:latin typeface="+mj-lt"/>
              </a:rPr>
              <a:t>. In </a:t>
            </a:r>
            <a:r>
              <a:rPr lang="en-US" sz="1100" err="1">
                <a:latin typeface="+mj-lt"/>
              </a:rPr>
              <a:t>accumsan</a:t>
            </a:r>
            <a:r>
              <a:rPr lang="en-US" sz="1100">
                <a:latin typeface="+mj-lt"/>
              </a:rPr>
              <a:t> </a:t>
            </a:r>
            <a:r>
              <a:rPr lang="en-US" sz="1100" err="1">
                <a:latin typeface="+mj-lt"/>
              </a:rPr>
              <a:t>tortor</a:t>
            </a:r>
            <a:r>
              <a:rPr lang="en-US" sz="1100">
                <a:latin typeface="+mj-lt"/>
              </a:rPr>
              <a:t> </a:t>
            </a:r>
            <a:r>
              <a:rPr lang="en-US" sz="1100" err="1">
                <a:latin typeface="+mj-lt"/>
              </a:rPr>
              <a:t>elit</a:t>
            </a:r>
            <a:r>
              <a:rPr lang="en-US" sz="1100">
                <a:latin typeface="+mj-lt"/>
              </a:rPr>
              <a:t>, non </a:t>
            </a:r>
            <a:r>
              <a:rPr lang="en-US" sz="1100" err="1">
                <a:latin typeface="+mj-lt"/>
              </a:rPr>
              <a:t>euismod</a:t>
            </a:r>
            <a:r>
              <a:rPr lang="en-US" sz="1100">
                <a:latin typeface="+mj-lt"/>
              </a:rPr>
              <a:t> </a:t>
            </a:r>
            <a:r>
              <a:rPr lang="en-US" sz="1100" err="1">
                <a:latin typeface="+mj-lt"/>
              </a:rPr>
              <a:t>eros</a:t>
            </a:r>
            <a:r>
              <a:rPr lang="en-US" sz="1100">
                <a:latin typeface="+mj-lt"/>
              </a:rPr>
              <a:t> </a:t>
            </a:r>
            <a:r>
              <a:rPr lang="en-US" sz="1100" err="1">
                <a:latin typeface="+mj-lt"/>
              </a:rPr>
              <a:t>accumsan</a:t>
            </a:r>
            <a:r>
              <a:rPr lang="en-US" sz="1100">
                <a:latin typeface="+mj-lt"/>
              </a:rPr>
              <a:t> ac. </a:t>
            </a:r>
            <a:r>
              <a:rPr lang="en-US" sz="1100" err="1">
                <a:latin typeface="+mj-lt"/>
              </a:rPr>
              <a:t>Sed</a:t>
            </a:r>
            <a:r>
              <a:rPr lang="en-US" sz="1100">
                <a:latin typeface="+mj-lt"/>
              </a:rPr>
              <a:t> </a:t>
            </a:r>
            <a:r>
              <a:rPr lang="en-US" sz="1100" err="1">
                <a:latin typeface="+mj-lt"/>
              </a:rPr>
              <a:t>ultrices</a:t>
            </a:r>
            <a:r>
              <a:rPr lang="en-US" sz="1100">
                <a:latin typeface="+mj-lt"/>
              </a:rPr>
              <a:t> mi lorem, </a:t>
            </a:r>
            <a:r>
              <a:rPr lang="en-US" sz="1100" err="1">
                <a:latin typeface="+mj-lt"/>
              </a:rPr>
              <a:t>ut</a:t>
            </a:r>
            <a:r>
              <a:rPr lang="en-US" sz="1100">
                <a:latin typeface="+mj-lt"/>
              </a:rPr>
              <a:t> </a:t>
            </a:r>
            <a:r>
              <a:rPr lang="en-US" sz="1100" err="1">
                <a:latin typeface="+mj-lt"/>
              </a:rPr>
              <a:t>dignissim</a:t>
            </a:r>
            <a:r>
              <a:rPr lang="en-US" sz="1100">
                <a:latin typeface="+mj-lt"/>
              </a:rPr>
              <a:t> </a:t>
            </a:r>
            <a:r>
              <a:rPr lang="en-US" sz="1100" err="1">
                <a:latin typeface="+mj-lt"/>
              </a:rPr>
              <a:t>nibh</a:t>
            </a:r>
            <a:r>
              <a:rPr lang="en-US" sz="1100">
                <a:latin typeface="+mj-lt"/>
              </a:rPr>
              <a:t> </a:t>
            </a:r>
            <a:r>
              <a:rPr lang="en-US" sz="1100" err="1">
                <a:latin typeface="+mj-lt"/>
              </a:rPr>
              <a:t>facilisis</a:t>
            </a:r>
            <a:r>
              <a:rPr lang="en-US" sz="1100">
                <a:latin typeface="+mj-lt"/>
              </a:rPr>
              <a:t> vel.</a:t>
            </a:r>
          </a:p>
        </p:txBody>
      </p:sp>
      <p:sp>
        <p:nvSpPr>
          <p:cNvPr id="5" name="Text Placeholder 4"/>
          <p:cNvSpPr>
            <a:spLocks noGrp="1"/>
          </p:cNvSpPr>
          <p:nvPr>
            <p:ph type="body" sz="quarter" idx="11" hasCustomPrompt="1"/>
          </p:nvPr>
        </p:nvSpPr>
        <p:spPr>
          <a:xfrm>
            <a:off x="357188" y="1079500"/>
            <a:ext cx="8429625" cy="342900"/>
          </a:xfrm>
        </p:spPr>
        <p:txBody>
          <a:bodyPr wrap="none" bIns="0">
            <a:noAutofit/>
          </a:bodyPr>
          <a:lstStyle>
            <a:lvl1pPr marL="0" indent="0">
              <a:spcBef>
                <a:spcPts val="288"/>
              </a:spcBef>
              <a:buNone/>
              <a:defRPr sz="1200" b="1" i="0" cap="all" spc="200" baseline="0">
                <a:solidFill>
                  <a:schemeClr val="accent2"/>
                </a:solidFill>
              </a:defRPr>
            </a:lvl1pPr>
          </a:lstStyle>
          <a:p>
            <a:pPr lvl="0"/>
            <a:r>
              <a:rPr lang="en-US"/>
              <a:t>Highlight goes here</a:t>
            </a:r>
          </a:p>
        </p:txBody>
      </p:sp>
      <p:cxnSp>
        <p:nvCxnSpPr>
          <p:cNvPr id="6" name="Straight Connector 5"/>
          <p:cNvCxnSpPr/>
          <p:nvPr userDrawn="1"/>
        </p:nvCxnSpPr>
        <p:spPr>
          <a:xfrm>
            <a:off x="294410" y="716437"/>
            <a:ext cx="8555182"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8" name="Slide Number Placeholder 1"/>
          <p:cNvSpPr>
            <a:spLocks noGrp="1"/>
          </p:cNvSpPr>
          <p:nvPr>
            <p:ph type="sldNum" sz="quarter" idx="4"/>
          </p:nvPr>
        </p:nvSpPr>
        <p:spPr>
          <a:xfrm>
            <a:off x="7413442" y="4826640"/>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pPr defTabSz="685783"/>
            <a:fld id="{3A707DD9-E92B-45E8-BE0A-E6B2EDF345EB}" type="slidenum">
              <a:rPr lang="en-US" smtClean="0"/>
              <a:pPr defTabSz="685783"/>
              <a:t>‹#›</a:t>
            </a:fld>
            <a:endParaRPr lang="en-US"/>
          </a:p>
        </p:txBody>
      </p:sp>
    </p:spTree>
    <p:extLst>
      <p:ext uri="{BB962C8B-B14F-4D97-AF65-F5344CB8AC3E}">
        <p14:creationId xmlns:p14="http://schemas.microsoft.com/office/powerpoint/2010/main" val="394462902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Please Add Slide Headline Here</a:t>
            </a:r>
          </a:p>
        </p:txBody>
      </p:sp>
      <p:sp>
        <p:nvSpPr>
          <p:cNvPr id="3" name="Content Placeholder 5"/>
          <p:cNvSpPr>
            <a:spLocks noGrp="1"/>
          </p:cNvSpPr>
          <p:nvPr>
            <p:ph sz="quarter" idx="10" hasCustomPrompt="1"/>
          </p:nvPr>
        </p:nvSpPr>
        <p:spPr>
          <a:xfrm>
            <a:off x="357190" y="1422400"/>
            <a:ext cx="3986211" cy="3054350"/>
          </a:xfrm>
        </p:spPr>
        <p:txBody>
          <a:bodyPr/>
          <a:lstStyle>
            <a:lvl1pPr marL="171446" indent="-171446">
              <a:buFont typeface="Arial" panose="020B0604020202020204" pitchFamily="34" charset="0"/>
              <a:buChar char="•"/>
              <a:defRPr>
                <a:latin typeface="+mj-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a:t>
            </a:r>
          </a:p>
          <a:p>
            <a:pPr lvl="0"/>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r>
              <a:rPr lang="en-US" err="1"/>
              <a:t>Aliquam</a:t>
            </a:r>
            <a:r>
              <a:rPr lang="en-US"/>
              <a:t> sit </a:t>
            </a:r>
            <a:r>
              <a:rPr lang="en-US" err="1"/>
              <a:t>amet</a:t>
            </a:r>
            <a:r>
              <a:rPr lang="en-US"/>
              <a:t> </a:t>
            </a:r>
            <a:r>
              <a:rPr lang="en-US" err="1"/>
              <a:t>leo</a:t>
            </a:r>
            <a:r>
              <a:rPr lang="en-US"/>
              <a:t> semper, </a:t>
            </a:r>
            <a:r>
              <a:rPr lang="en-US" err="1"/>
              <a:t>tincidunt</a:t>
            </a:r>
            <a:r>
              <a:rPr lang="en-US"/>
              <a:t> dolor a, </a:t>
            </a:r>
            <a:r>
              <a:rPr lang="en-US" err="1"/>
              <a:t>lobortis</a:t>
            </a:r>
            <a:r>
              <a:rPr lang="en-US"/>
              <a:t> </a:t>
            </a:r>
            <a:r>
              <a:rPr lang="en-US" err="1"/>
              <a:t>elit</a:t>
            </a:r>
            <a:r>
              <a:rPr lang="en-US"/>
              <a:t>. </a:t>
            </a:r>
            <a:r>
              <a:rPr lang="en-US" err="1"/>
              <a:t>Nulla</a:t>
            </a:r>
            <a:r>
              <a:rPr lang="en-US"/>
              <a:t> ipsum dolor, </a:t>
            </a:r>
            <a:r>
              <a:rPr lang="en-US" err="1"/>
              <a:t>condimentum</a:t>
            </a:r>
            <a:r>
              <a:rPr lang="en-US"/>
              <a:t> </a:t>
            </a:r>
          </a:p>
          <a:p>
            <a:pPr lvl="0"/>
            <a:r>
              <a:rPr lang="en-US"/>
              <a:t>at nisi et, </a:t>
            </a:r>
            <a:r>
              <a:rPr lang="en-US" err="1"/>
              <a:t>varius</a:t>
            </a:r>
            <a:r>
              <a:rPr lang="en-US"/>
              <a:t> </a:t>
            </a:r>
            <a:r>
              <a:rPr lang="en-US" err="1"/>
              <a:t>lobortis</a:t>
            </a:r>
            <a:r>
              <a:rPr lang="en-US"/>
              <a:t> </a:t>
            </a:r>
            <a:r>
              <a:rPr lang="en-US" err="1"/>
              <a:t>lectus</a:t>
            </a:r>
            <a:r>
              <a:rPr lang="en-US"/>
              <a:t>. </a:t>
            </a:r>
            <a:r>
              <a:rPr lang="en-US" err="1"/>
              <a:t>Fusce</a:t>
            </a:r>
            <a:r>
              <a:rPr lang="en-US"/>
              <a:t> </a:t>
            </a:r>
            <a:r>
              <a:rPr lang="en-US" err="1"/>
              <a:t>fermentum</a:t>
            </a:r>
            <a:r>
              <a:rPr lang="en-US"/>
              <a:t> </a:t>
            </a:r>
            <a:r>
              <a:rPr lang="en-US" err="1"/>
              <a:t>bibendum</a:t>
            </a:r>
            <a:r>
              <a:rPr lang="en-US"/>
              <a:t> </a:t>
            </a:r>
            <a:r>
              <a:rPr lang="en-US" err="1"/>
              <a:t>varius</a:t>
            </a:r>
            <a:r>
              <a:rPr lang="en-US"/>
              <a:t>. </a:t>
            </a: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endParaRPr lang="en-US"/>
          </a:p>
        </p:txBody>
      </p:sp>
      <p:sp>
        <p:nvSpPr>
          <p:cNvPr id="5" name="Text Placeholder 4"/>
          <p:cNvSpPr>
            <a:spLocks noGrp="1"/>
          </p:cNvSpPr>
          <p:nvPr>
            <p:ph type="body" sz="quarter" idx="11" hasCustomPrompt="1"/>
          </p:nvPr>
        </p:nvSpPr>
        <p:spPr>
          <a:xfrm>
            <a:off x="357189" y="1079500"/>
            <a:ext cx="3986212" cy="342900"/>
          </a:xfrm>
        </p:spPr>
        <p:txBody>
          <a:bodyPr wrap="none" bIns="0">
            <a:noAutofit/>
          </a:bodyPr>
          <a:lstStyle>
            <a:lvl1pPr marL="0" indent="0">
              <a:spcBef>
                <a:spcPts val="288"/>
              </a:spcBef>
              <a:buNone/>
              <a:defRPr sz="1200" b="1" i="0" cap="all" spc="200" baseline="0">
                <a:solidFill>
                  <a:schemeClr val="accent2"/>
                </a:solidFill>
              </a:defRPr>
            </a:lvl1pPr>
          </a:lstStyle>
          <a:p>
            <a:pPr lvl="0"/>
            <a:r>
              <a:rPr lang="en-US"/>
              <a:t>Highlight goes here</a:t>
            </a:r>
          </a:p>
        </p:txBody>
      </p:sp>
      <p:sp>
        <p:nvSpPr>
          <p:cNvPr id="6" name="Content Placeholder 5"/>
          <p:cNvSpPr>
            <a:spLocks noGrp="1"/>
          </p:cNvSpPr>
          <p:nvPr>
            <p:ph sz="quarter" idx="12" hasCustomPrompt="1"/>
          </p:nvPr>
        </p:nvSpPr>
        <p:spPr>
          <a:xfrm>
            <a:off x="4800599" y="1422400"/>
            <a:ext cx="3993357" cy="3054350"/>
          </a:xfrm>
        </p:spPr>
        <p:txBody>
          <a:bodyPr/>
          <a:lstStyle>
            <a:lvl1pPr marL="171446" indent="-171446">
              <a:buFont typeface="Arial" panose="020B0604020202020204" pitchFamily="34" charset="0"/>
              <a:buChar char="•"/>
              <a:defRPr>
                <a:latin typeface="+mj-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a:t>
            </a:r>
          </a:p>
          <a:p>
            <a:pPr lvl="0"/>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r>
              <a:rPr lang="en-US" err="1"/>
              <a:t>Aliquam</a:t>
            </a:r>
            <a:r>
              <a:rPr lang="en-US"/>
              <a:t> sit </a:t>
            </a:r>
            <a:r>
              <a:rPr lang="en-US" err="1"/>
              <a:t>amet</a:t>
            </a:r>
            <a:r>
              <a:rPr lang="en-US"/>
              <a:t> </a:t>
            </a:r>
            <a:r>
              <a:rPr lang="en-US" err="1"/>
              <a:t>leo</a:t>
            </a:r>
            <a:r>
              <a:rPr lang="en-US"/>
              <a:t> semper, </a:t>
            </a:r>
            <a:r>
              <a:rPr lang="en-US" err="1"/>
              <a:t>tincidunt</a:t>
            </a:r>
            <a:r>
              <a:rPr lang="en-US"/>
              <a:t> dolor a, </a:t>
            </a:r>
            <a:r>
              <a:rPr lang="en-US" err="1"/>
              <a:t>lobortis</a:t>
            </a:r>
            <a:r>
              <a:rPr lang="en-US"/>
              <a:t> </a:t>
            </a:r>
            <a:r>
              <a:rPr lang="en-US" err="1"/>
              <a:t>elit</a:t>
            </a:r>
            <a:r>
              <a:rPr lang="en-US"/>
              <a:t>. </a:t>
            </a:r>
            <a:r>
              <a:rPr lang="en-US" err="1"/>
              <a:t>Nulla</a:t>
            </a:r>
            <a:r>
              <a:rPr lang="en-US"/>
              <a:t> ipsum dolor, </a:t>
            </a:r>
            <a:r>
              <a:rPr lang="en-US" err="1"/>
              <a:t>condimentum</a:t>
            </a:r>
            <a:r>
              <a:rPr lang="en-US"/>
              <a:t> </a:t>
            </a:r>
          </a:p>
          <a:p>
            <a:pPr lvl="0"/>
            <a:r>
              <a:rPr lang="en-US"/>
              <a:t>at nisi et, </a:t>
            </a:r>
            <a:r>
              <a:rPr lang="en-US" err="1"/>
              <a:t>varius</a:t>
            </a:r>
            <a:r>
              <a:rPr lang="en-US"/>
              <a:t> </a:t>
            </a:r>
            <a:r>
              <a:rPr lang="en-US" err="1"/>
              <a:t>lobortis</a:t>
            </a:r>
            <a:r>
              <a:rPr lang="en-US"/>
              <a:t> </a:t>
            </a:r>
            <a:r>
              <a:rPr lang="en-US" err="1"/>
              <a:t>lectus</a:t>
            </a:r>
            <a:r>
              <a:rPr lang="en-US"/>
              <a:t>. </a:t>
            </a:r>
            <a:r>
              <a:rPr lang="en-US" err="1"/>
              <a:t>Fusce</a:t>
            </a:r>
            <a:r>
              <a:rPr lang="en-US"/>
              <a:t> </a:t>
            </a:r>
            <a:r>
              <a:rPr lang="en-US" err="1"/>
              <a:t>fermentum</a:t>
            </a:r>
            <a:r>
              <a:rPr lang="en-US"/>
              <a:t> </a:t>
            </a:r>
            <a:r>
              <a:rPr lang="en-US" err="1"/>
              <a:t>bibendum</a:t>
            </a:r>
            <a:r>
              <a:rPr lang="en-US"/>
              <a:t> </a:t>
            </a:r>
            <a:r>
              <a:rPr lang="en-US" err="1"/>
              <a:t>varius</a:t>
            </a:r>
            <a:r>
              <a:rPr lang="en-US"/>
              <a:t>. </a:t>
            </a: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endParaRPr lang="en-US"/>
          </a:p>
        </p:txBody>
      </p:sp>
      <p:sp>
        <p:nvSpPr>
          <p:cNvPr id="7" name="Text Placeholder 4"/>
          <p:cNvSpPr>
            <a:spLocks noGrp="1"/>
          </p:cNvSpPr>
          <p:nvPr>
            <p:ph type="body" sz="quarter" idx="13" hasCustomPrompt="1"/>
          </p:nvPr>
        </p:nvSpPr>
        <p:spPr>
          <a:xfrm>
            <a:off x="4800598" y="1079500"/>
            <a:ext cx="3993359" cy="342900"/>
          </a:xfrm>
        </p:spPr>
        <p:txBody>
          <a:bodyPr wrap="none" bIns="0">
            <a:noAutofit/>
          </a:bodyPr>
          <a:lstStyle>
            <a:lvl1pPr marL="0" indent="0">
              <a:spcBef>
                <a:spcPts val="288"/>
              </a:spcBef>
              <a:buNone/>
              <a:defRPr sz="1200" b="1" i="0" cap="all" spc="200" baseline="0">
                <a:solidFill>
                  <a:schemeClr val="accent2"/>
                </a:solidFill>
              </a:defRPr>
            </a:lvl1pPr>
          </a:lstStyle>
          <a:p>
            <a:pPr lvl="0"/>
            <a:r>
              <a:rPr lang="en-US"/>
              <a:t>OTHER Highlight goes here</a:t>
            </a:r>
          </a:p>
        </p:txBody>
      </p:sp>
      <p:cxnSp>
        <p:nvCxnSpPr>
          <p:cNvPr id="8" name="Straight Connector 7"/>
          <p:cNvCxnSpPr/>
          <p:nvPr userDrawn="1"/>
        </p:nvCxnSpPr>
        <p:spPr>
          <a:xfrm>
            <a:off x="294410" y="716437"/>
            <a:ext cx="8555182"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10" name="Slide Number Placeholder 1"/>
          <p:cNvSpPr>
            <a:spLocks noGrp="1"/>
          </p:cNvSpPr>
          <p:nvPr>
            <p:ph type="sldNum" sz="quarter" idx="4"/>
          </p:nvPr>
        </p:nvSpPr>
        <p:spPr>
          <a:xfrm>
            <a:off x="7413442" y="4826640"/>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pPr defTabSz="685783"/>
            <a:fld id="{3A707DD9-E92B-45E8-BE0A-E6B2EDF345EB}" type="slidenum">
              <a:rPr lang="en-US" smtClean="0"/>
              <a:pPr defTabSz="685783"/>
              <a:t>‹#›</a:t>
            </a:fld>
            <a:endParaRPr lang="en-US"/>
          </a:p>
        </p:txBody>
      </p:sp>
    </p:spTree>
    <p:extLst>
      <p:ext uri="{BB962C8B-B14F-4D97-AF65-F5344CB8AC3E}">
        <p14:creationId xmlns:p14="http://schemas.microsoft.com/office/powerpoint/2010/main" val="3117986968"/>
      </p:ext>
    </p:extLst>
  </p:cSld>
  <p:clrMapOvr>
    <a:masterClrMapping/>
  </p:clrMapOvr>
  <p:extLst>
    <p:ext uri="{DCECCB84-F9BA-43D5-87BE-67443E8EF086}">
      <p15:sldGuideLst xmlns:p15="http://schemas.microsoft.com/office/powerpoint/2012/main"/>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ontent and Pictur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Please Add Slide Headline Here</a:t>
            </a:r>
          </a:p>
        </p:txBody>
      </p:sp>
      <p:sp>
        <p:nvSpPr>
          <p:cNvPr id="6" name="Content Placeholder 5"/>
          <p:cNvSpPr>
            <a:spLocks noGrp="1"/>
          </p:cNvSpPr>
          <p:nvPr>
            <p:ph sz="quarter" idx="10" hasCustomPrompt="1"/>
          </p:nvPr>
        </p:nvSpPr>
        <p:spPr>
          <a:xfrm>
            <a:off x="357190" y="1079500"/>
            <a:ext cx="3986211" cy="3397250"/>
          </a:xfrm>
        </p:spPr>
        <p:txBody>
          <a:bodyPr/>
          <a:lstStyle>
            <a:lvl1pPr marL="171446" marR="0" indent="-171446" algn="l" defTabSz="914378" rtl="0" eaLnBrk="1" fontAlgn="auto" latinLnBrk="0" hangingPunct="1">
              <a:lnSpc>
                <a:spcPts val="1600"/>
              </a:lnSpc>
              <a:spcBef>
                <a:spcPts val="264"/>
              </a:spcBef>
              <a:spcAft>
                <a:spcPts val="300"/>
              </a:spcAft>
              <a:buClrTx/>
              <a:buSzTx/>
              <a:buFont typeface="Arial" panose="020B0604020202020204" pitchFamily="34" charset="0"/>
              <a:buChar char="•"/>
              <a:tabLst/>
              <a:defRPr>
                <a:latin typeface="+mj-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a:t>
            </a:r>
          </a:p>
          <a:p>
            <a:pPr lvl="0"/>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r>
              <a:rPr lang="en-US" err="1"/>
              <a:t>Aliquam</a:t>
            </a:r>
            <a:r>
              <a:rPr lang="en-US"/>
              <a:t> sit </a:t>
            </a:r>
            <a:r>
              <a:rPr lang="en-US" err="1"/>
              <a:t>amet</a:t>
            </a:r>
            <a:r>
              <a:rPr lang="en-US"/>
              <a:t> </a:t>
            </a:r>
            <a:r>
              <a:rPr lang="en-US" err="1"/>
              <a:t>leo</a:t>
            </a:r>
            <a:r>
              <a:rPr lang="en-US"/>
              <a:t> semper, </a:t>
            </a:r>
            <a:r>
              <a:rPr lang="en-US" err="1"/>
              <a:t>tincidunt</a:t>
            </a:r>
            <a:r>
              <a:rPr lang="en-US"/>
              <a:t> dolor a, </a:t>
            </a:r>
            <a:r>
              <a:rPr lang="en-US" err="1"/>
              <a:t>lobortis</a:t>
            </a:r>
            <a:r>
              <a:rPr lang="en-US"/>
              <a:t> </a:t>
            </a:r>
            <a:r>
              <a:rPr lang="en-US" err="1"/>
              <a:t>elit</a:t>
            </a:r>
            <a:r>
              <a:rPr lang="en-US"/>
              <a:t>. </a:t>
            </a:r>
            <a:r>
              <a:rPr lang="en-US" err="1"/>
              <a:t>Nulla</a:t>
            </a:r>
            <a:r>
              <a:rPr lang="en-US"/>
              <a:t> ipsum dolor, </a:t>
            </a:r>
            <a:r>
              <a:rPr lang="en-US" err="1"/>
              <a:t>condimentum</a:t>
            </a:r>
            <a:endParaRPr lang="en-US"/>
          </a:p>
          <a:p>
            <a:pPr lvl="0"/>
            <a:r>
              <a:rPr lang="en-US"/>
              <a:t>at nisi et, </a:t>
            </a:r>
            <a:r>
              <a:rPr lang="en-US" err="1"/>
              <a:t>varius</a:t>
            </a:r>
            <a:r>
              <a:rPr lang="en-US"/>
              <a:t> </a:t>
            </a:r>
            <a:r>
              <a:rPr lang="en-US" err="1"/>
              <a:t>lobortis</a:t>
            </a:r>
            <a:r>
              <a:rPr lang="en-US"/>
              <a:t> </a:t>
            </a:r>
            <a:r>
              <a:rPr lang="en-US" err="1"/>
              <a:t>lectus</a:t>
            </a:r>
            <a:r>
              <a:rPr lang="en-US"/>
              <a:t>. </a:t>
            </a:r>
            <a:r>
              <a:rPr lang="en-US" err="1"/>
              <a:t>Fusce</a:t>
            </a:r>
            <a:r>
              <a:rPr lang="en-US"/>
              <a:t> </a:t>
            </a:r>
            <a:r>
              <a:rPr lang="en-US" err="1"/>
              <a:t>fermentum</a:t>
            </a:r>
            <a:r>
              <a:rPr lang="en-US"/>
              <a:t> </a:t>
            </a:r>
            <a:r>
              <a:rPr lang="en-US" err="1"/>
              <a:t>bibendum</a:t>
            </a:r>
            <a:r>
              <a:rPr lang="en-US"/>
              <a:t> </a:t>
            </a:r>
            <a:r>
              <a:rPr lang="en-US" err="1"/>
              <a:t>varius</a:t>
            </a:r>
            <a:r>
              <a:rPr lang="en-US"/>
              <a:t>. </a:t>
            </a: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r>
              <a:rPr lang="en-US"/>
              <a:t> </a:t>
            </a:r>
            <a:br>
              <a:rPr lang="en-US"/>
            </a:br>
            <a:r>
              <a:rPr lang="en-US"/>
              <a:t>fames ac </a:t>
            </a:r>
            <a:r>
              <a:rPr lang="en-US" err="1"/>
              <a:t>turpis</a:t>
            </a:r>
            <a:r>
              <a:rPr lang="en-US"/>
              <a:t> </a:t>
            </a:r>
            <a:r>
              <a:rPr lang="en-US" err="1"/>
              <a:t>egestas</a:t>
            </a:r>
            <a:r>
              <a:rPr lang="en-US"/>
              <a:t>.</a:t>
            </a:r>
          </a:p>
        </p:txBody>
      </p:sp>
      <p:sp>
        <p:nvSpPr>
          <p:cNvPr id="9" name="Picture Placeholder 8"/>
          <p:cNvSpPr>
            <a:spLocks noGrp="1"/>
          </p:cNvSpPr>
          <p:nvPr>
            <p:ph type="pic" sz="quarter" idx="11" hasCustomPrompt="1"/>
          </p:nvPr>
        </p:nvSpPr>
        <p:spPr>
          <a:xfrm>
            <a:off x="5334000" y="0"/>
            <a:ext cx="3810000" cy="4819650"/>
          </a:xfrm>
        </p:spPr>
        <p:txBody>
          <a:bodyPr anchor="ctr">
            <a:normAutofit/>
          </a:bodyPr>
          <a:lstStyle>
            <a:lvl1pPr marL="0" indent="0" algn="ctr">
              <a:buNone/>
              <a:defRPr sz="1600"/>
            </a:lvl1pPr>
          </a:lstStyle>
          <a:p>
            <a:r>
              <a:rPr lang="en-US"/>
              <a:t>Please add picture here</a:t>
            </a:r>
          </a:p>
          <a:p>
            <a:endParaRPr lang="en-US"/>
          </a:p>
          <a:p>
            <a:endParaRPr lang="en-US"/>
          </a:p>
        </p:txBody>
      </p:sp>
      <p:cxnSp>
        <p:nvCxnSpPr>
          <p:cNvPr id="5" name="Straight Connector 4"/>
          <p:cNvCxnSpPr/>
          <p:nvPr userDrawn="1"/>
        </p:nvCxnSpPr>
        <p:spPr>
          <a:xfrm>
            <a:off x="294410" y="716437"/>
            <a:ext cx="4222029"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8" name="Slide Number Placeholder 1"/>
          <p:cNvSpPr>
            <a:spLocks noGrp="1"/>
          </p:cNvSpPr>
          <p:nvPr>
            <p:ph type="sldNum" sz="quarter" idx="4"/>
          </p:nvPr>
        </p:nvSpPr>
        <p:spPr>
          <a:xfrm>
            <a:off x="7413442" y="4826640"/>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pPr defTabSz="685783"/>
            <a:fld id="{3A707DD9-E92B-45E8-BE0A-E6B2EDF345EB}" type="slidenum">
              <a:rPr lang="en-US" smtClean="0"/>
              <a:pPr defTabSz="685783"/>
              <a:t>‹#›</a:t>
            </a:fld>
            <a:endParaRPr lang="en-US"/>
          </a:p>
        </p:txBody>
      </p:sp>
    </p:spTree>
    <p:extLst>
      <p:ext uri="{BB962C8B-B14F-4D97-AF65-F5344CB8AC3E}">
        <p14:creationId xmlns:p14="http://schemas.microsoft.com/office/powerpoint/2010/main" val="369006706"/>
      </p:ext>
    </p:extLst>
  </p:cSld>
  <p:clrMapOvr>
    <a:masterClrMapping/>
  </p:clrMapOvr>
  <p:extLst>
    <p:ext uri="{DCECCB84-F9BA-43D5-87BE-67443E8EF086}">
      <p15:sldGuideLst xmlns:p15="http://schemas.microsoft.com/office/powerpoint/2012/main">
        <p15:guide id="1" pos="3360">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ntent with Highlight and Pictur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Please Add Slide Headline Here</a:t>
            </a:r>
          </a:p>
        </p:txBody>
      </p:sp>
      <p:sp>
        <p:nvSpPr>
          <p:cNvPr id="6" name="Content Placeholder 5"/>
          <p:cNvSpPr>
            <a:spLocks noGrp="1"/>
          </p:cNvSpPr>
          <p:nvPr>
            <p:ph sz="quarter" idx="10" hasCustomPrompt="1"/>
          </p:nvPr>
        </p:nvSpPr>
        <p:spPr>
          <a:xfrm>
            <a:off x="357189" y="1422400"/>
            <a:ext cx="3986212" cy="3054350"/>
          </a:xfrm>
        </p:spPr>
        <p:txBody>
          <a:bodyPr/>
          <a:lstStyle>
            <a:lvl1pPr marL="171446" marR="0" indent="-171446" algn="l" defTabSz="914378" rtl="0" eaLnBrk="1" fontAlgn="auto" latinLnBrk="0" hangingPunct="1">
              <a:lnSpc>
                <a:spcPts val="1600"/>
              </a:lnSpc>
              <a:spcBef>
                <a:spcPts val="264"/>
              </a:spcBef>
              <a:spcAft>
                <a:spcPts val="300"/>
              </a:spcAft>
              <a:buClrTx/>
              <a:buSzTx/>
              <a:buFont typeface="Arial" panose="020B0604020202020204" pitchFamily="34" charset="0"/>
              <a:buChar char="•"/>
              <a:tabLst/>
              <a:defRPr>
                <a:latin typeface="+mj-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 </a:t>
            </a:r>
          </a:p>
          <a:p>
            <a:pPr lvl="0"/>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r>
              <a:rPr lang="en-US" err="1"/>
              <a:t>Aliquam</a:t>
            </a:r>
            <a:r>
              <a:rPr lang="en-US"/>
              <a:t> sit </a:t>
            </a:r>
            <a:r>
              <a:rPr lang="en-US" err="1"/>
              <a:t>amet</a:t>
            </a:r>
            <a:r>
              <a:rPr lang="en-US"/>
              <a:t> </a:t>
            </a:r>
            <a:r>
              <a:rPr lang="en-US" err="1"/>
              <a:t>leo</a:t>
            </a:r>
            <a:r>
              <a:rPr lang="en-US"/>
              <a:t> semper, </a:t>
            </a:r>
            <a:r>
              <a:rPr lang="en-US" err="1"/>
              <a:t>tincidunt</a:t>
            </a:r>
            <a:r>
              <a:rPr lang="en-US"/>
              <a:t> dolor a, </a:t>
            </a:r>
            <a:r>
              <a:rPr lang="en-US" err="1"/>
              <a:t>lobortis</a:t>
            </a:r>
            <a:r>
              <a:rPr lang="en-US"/>
              <a:t> </a:t>
            </a:r>
            <a:r>
              <a:rPr lang="en-US" err="1"/>
              <a:t>elit</a:t>
            </a:r>
            <a:r>
              <a:rPr lang="en-US"/>
              <a:t>. </a:t>
            </a:r>
            <a:r>
              <a:rPr lang="en-US" err="1"/>
              <a:t>Nulla</a:t>
            </a:r>
            <a:r>
              <a:rPr lang="en-US"/>
              <a:t> ipsum dolor, </a:t>
            </a:r>
            <a:r>
              <a:rPr lang="en-US" err="1"/>
              <a:t>condimentum</a:t>
            </a:r>
            <a:r>
              <a:rPr lang="en-US"/>
              <a:t> </a:t>
            </a:r>
          </a:p>
          <a:p>
            <a:pPr lvl="0"/>
            <a:r>
              <a:rPr lang="en-US"/>
              <a:t>at nisi et, </a:t>
            </a:r>
            <a:r>
              <a:rPr lang="en-US" err="1"/>
              <a:t>varius</a:t>
            </a:r>
            <a:r>
              <a:rPr lang="en-US"/>
              <a:t> </a:t>
            </a:r>
            <a:r>
              <a:rPr lang="en-US" err="1"/>
              <a:t>lobortis</a:t>
            </a:r>
            <a:r>
              <a:rPr lang="en-US"/>
              <a:t> </a:t>
            </a:r>
            <a:r>
              <a:rPr lang="en-US" err="1"/>
              <a:t>lectus</a:t>
            </a:r>
            <a:r>
              <a:rPr lang="en-US"/>
              <a:t>. </a:t>
            </a:r>
            <a:r>
              <a:rPr lang="en-US" err="1"/>
              <a:t>Fusce</a:t>
            </a:r>
            <a:r>
              <a:rPr lang="en-US"/>
              <a:t> </a:t>
            </a:r>
            <a:r>
              <a:rPr lang="en-US" err="1"/>
              <a:t>fermentum</a:t>
            </a:r>
            <a:r>
              <a:rPr lang="en-US"/>
              <a:t> </a:t>
            </a:r>
            <a:r>
              <a:rPr lang="en-US" err="1"/>
              <a:t>bibendum</a:t>
            </a:r>
            <a:r>
              <a:rPr lang="en-US"/>
              <a:t> </a:t>
            </a:r>
            <a:r>
              <a:rPr lang="en-US" err="1"/>
              <a:t>varius</a:t>
            </a:r>
            <a:r>
              <a:rPr lang="en-US"/>
              <a:t>. </a:t>
            </a: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endParaRPr lang="en-US"/>
          </a:p>
        </p:txBody>
      </p:sp>
      <p:sp>
        <p:nvSpPr>
          <p:cNvPr id="9" name="Picture Placeholder 8"/>
          <p:cNvSpPr>
            <a:spLocks noGrp="1"/>
          </p:cNvSpPr>
          <p:nvPr>
            <p:ph type="pic" sz="quarter" idx="11" hasCustomPrompt="1"/>
          </p:nvPr>
        </p:nvSpPr>
        <p:spPr>
          <a:xfrm>
            <a:off x="5334000" y="0"/>
            <a:ext cx="3810000" cy="4819650"/>
          </a:xfrm>
        </p:spPr>
        <p:txBody>
          <a:bodyPr anchor="ctr">
            <a:normAutofit/>
          </a:bodyPr>
          <a:lstStyle>
            <a:lvl1pPr marL="0" indent="0" algn="ctr">
              <a:buNone/>
              <a:defRPr sz="1600"/>
            </a:lvl1pPr>
          </a:lstStyle>
          <a:p>
            <a:r>
              <a:rPr lang="en-US"/>
              <a:t>Please add picture here</a:t>
            </a:r>
          </a:p>
          <a:p>
            <a:endParaRPr lang="en-US"/>
          </a:p>
          <a:p>
            <a:endParaRPr lang="en-US"/>
          </a:p>
        </p:txBody>
      </p:sp>
      <p:sp>
        <p:nvSpPr>
          <p:cNvPr id="5" name="Text Placeholder 4"/>
          <p:cNvSpPr>
            <a:spLocks noGrp="1"/>
          </p:cNvSpPr>
          <p:nvPr>
            <p:ph type="body" sz="quarter" idx="12" hasCustomPrompt="1"/>
          </p:nvPr>
        </p:nvSpPr>
        <p:spPr>
          <a:xfrm>
            <a:off x="357189" y="1079500"/>
            <a:ext cx="3986212" cy="342900"/>
          </a:xfrm>
        </p:spPr>
        <p:txBody>
          <a:bodyPr wrap="none" bIns="0">
            <a:noAutofit/>
          </a:bodyPr>
          <a:lstStyle>
            <a:lvl1pPr marL="0" indent="0">
              <a:spcBef>
                <a:spcPts val="288"/>
              </a:spcBef>
              <a:buNone/>
              <a:defRPr sz="1200" b="1" i="0" cap="all" spc="200" baseline="0">
                <a:solidFill>
                  <a:schemeClr val="accent2"/>
                </a:solidFill>
              </a:defRPr>
            </a:lvl1pPr>
          </a:lstStyle>
          <a:p>
            <a:pPr lvl="0"/>
            <a:r>
              <a:rPr lang="en-US"/>
              <a:t>Highlight goes here</a:t>
            </a:r>
          </a:p>
        </p:txBody>
      </p:sp>
      <p:cxnSp>
        <p:nvCxnSpPr>
          <p:cNvPr id="7" name="Straight Connector 6"/>
          <p:cNvCxnSpPr/>
          <p:nvPr userDrawn="1"/>
        </p:nvCxnSpPr>
        <p:spPr>
          <a:xfrm>
            <a:off x="294410" y="716437"/>
            <a:ext cx="4222029"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10" name="Slide Number Placeholder 1"/>
          <p:cNvSpPr>
            <a:spLocks noGrp="1"/>
          </p:cNvSpPr>
          <p:nvPr>
            <p:ph type="sldNum" sz="quarter" idx="4"/>
          </p:nvPr>
        </p:nvSpPr>
        <p:spPr>
          <a:xfrm>
            <a:off x="7413442" y="4826640"/>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pPr defTabSz="685783"/>
            <a:fld id="{3A707DD9-E92B-45E8-BE0A-E6B2EDF345EB}" type="slidenum">
              <a:rPr lang="en-US" smtClean="0"/>
              <a:pPr defTabSz="685783"/>
              <a:t>‹#›</a:t>
            </a:fld>
            <a:endParaRPr lang="en-US"/>
          </a:p>
        </p:txBody>
      </p:sp>
    </p:spTree>
    <p:extLst>
      <p:ext uri="{BB962C8B-B14F-4D97-AF65-F5344CB8AC3E}">
        <p14:creationId xmlns:p14="http://schemas.microsoft.com/office/powerpoint/2010/main" val="3718409620"/>
      </p:ext>
    </p:extLst>
  </p:cSld>
  <p:clrMapOvr>
    <a:masterClrMapping/>
  </p:clrMapOvr>
  <p:extLst>
    <p:ext uri="{DCECCB84-F9BA-43D5-87BE-67443E8EF086}">
      <p15:sldGuideLst xmlns:p15="http://schemas.microsoft.com/office/powerpoint/2012/main">
        <p15:guide id="1" pos="3360">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List and Pictur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Please Add Slide Headline Here</a:t>
            </a:r>
          </a:p>
        </p:txBody>
      </p:sp>
      <p:sp>
        <p:nvSpPr>
          <p:cNvPr id="9" name="Picture Placeholder 8"/>
          <p:cNvSpPr>
            <a:spLocks noGrp="1"/>
          </p:cNvSpPr>
          <p:nvPr>
            <p:ph type="pic" sz="quarter" idx="11" hasCustomPrompt="1"/>
          </p:nvPr>
        </p:nvSpPr>
        <p:spPr>
          <a:xfrm>
            <a:off x="5334000" y="0"/>
            <a:ext cx="3810000" cy="4819650"/>
          </a:xfrm>
        </p:spPr>
        <p:txBody>
          <a:bodyPr anchor="ctr">
            <a:normAutofit/>
          </a:bodyPr>
          <a:lstStyle>
            <a:lvl1pPr marL="0" indent="0" algn="ctr">
              <a:buNone/>
              <a:defRPr sz="1600"/>
            </a:lvl1pPr>
          </a:lstStyle>
          <a:p>
            <a:r>
              <a:rPr lang="en-US"/>
              <a:t>Please add picture here</a:t>
            </a:r>
          </a:p>
          <a:p>
            <a:endParaRPr lang="en-US"/>
          </a:p>
          <a:p>
            <a:endParaRPr lang="en-US"/>
          </a:p>
        </p:txBody>
      </p:sp>
      <p:cxnSp>
        <p:nvCxnSpPr>
          <p:cNvPr id="7" name="Straight Connector 6"/>
          <p:cNvCxnSpPr/>
          <p:nvPr userDrawn="1"/>
        </p:nvCxnSpPr>
        <p:spPr>
          <a:xfrm>
            <a:off x="294410" y="716437"/>
            <a:ext cx="4222029"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14" name="Text Placeholder 13"/>
          <p:cNvSpPr>
            <a:spLocks noGrp="1"/>
          </p:cNvSpPr>
          <p:nvPr>
            <p:ph type="body" sz="quarter" idx="12" hasCustomPrompt="1"/>
          </p:nvPr>
        </p:nvSpPr>
        <p:spPr>
          <a:xfrm>
            <a:off x="357188" y="1092491"/>
            <a:ext cx="356616" cy="356616"/>
          </a:xfr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txBody>
          <a:bodyPr anchor="ctr">
            <a:normAutofit/>
          </a:bodyPr>
          <a:lstStyle>
            <a:lvl1pPr marL="0" indent="0" algn="ctr">
              <a:buNone/>
              <a:defRPr sz="1400" b="1">
                <a:solidFill>
                  <a:schemeClr val="accent2"/>
                </a:solidFill>
                <a:latin typeface="+mj-lt"/>
              </a:defRPr>
            </a:lvl1pPr>
            <a:lvl2pPr marL="457189" indent="0">
              <a:buNone/>
              <a:defRPr>
                <a:latin typeface="+mj-lt"/>
              </a:defRPr>
            </a:lvl2pPr>
            <a:lvl3pPr marL="914378" indent="0">
              <a:buNone/>
              <a:defRPr>
                <a:latin typeface="+mj-lt"/>
              </a:defRPr>
            </a:lvl3pPr>
            <a:lvl4pPr marL="1371566" indent="0">
              <a:buNone/>
              <a:defRPr>
                <a:latin typeface="+mj-lt"/>
              </a:defRPr>
            </a:lvl4pPr>
            <a:lvl5pPr marL="1828754" indent="0">
              <a:buFont typeface="Arial" panose="020B0604020202020204" pitchFamily="34" charset="0"/>
              <a:buNone/>
              <a:defRPr>
                <a:latin typeface="+mj-lt"/>
              </a:defRPr>
            </a:lvl5pPr>
          </a:lstStyle>
          <a:p>
            <a:pPr lvl="0"/>
            <a:r>
              <a:rPr lang="en-US"/>
              <a:t>#</a:t>
            </a:r>
          </a:p>
        </p:txBody>
      </p:sp>
      <p:sp>
        <p:nvSpPr>
          <p:cNvPr id="20" name="Text Placeholder 19"/>
          <p:cNvSpPr>
            <a:spLocks noGrp="1"/>
          </p:cNvSpPr>
          <p:nvPr>
            <p:ph type="body" sz="quarter" idx="13" hasCustomPrompt="1"/>
          </p:nvPr>
        </p:nvSpPr>
        <p:spPr>
          <a:xfrm>
            <a:off x="710973" y="1092491"/>
            <a:ext cx="3632428" cy="356616"/>
          </a:xfrm>
          <a:ln w="19050">
            <a:solidFill>
              <a:srgbClr val="F5F5F5"/>
            </a:solidFill>
          </a:ln>
        </p:spPr>
        <p:txBody>
          <a:bodyPr lIns="108000" anchor="ctr"/>
          <a:lstStyle>
            <a:lvl1pPr marL="0" indent="0">
              <a:buNone/>
              <a:defRPr b="1" i="0" cap="all" spc="200" baseline="0">
                <a:latin typeface="+mn-lt"/>
              </a:defRPr>
            </a:lvl1pPr>
            <a:lvl5pPr marL="2114498" indent="-285743">
              <a:buFont typeface="Arial" panose="020B0604020202020204" pitchFamily="34" charset="0"/>
              <a:buChar char="•"/>
              <a:defRPr/>
            </a:lvl5pPr>
          </a:lstStyle>
          <a:p>
            <a:pPr lvl="0"/>
            <a:r>
              <a:rPr lang="en-US"/>
              <a:t>Please put section one title here</a:t>
            </a:r>
          </a:p>
        </p:txBody>
      </p:sp>
      <p:sp>
        <p:nvSpPr>
          <p:cNvPr id="21" name="Text Placeholder 13"/>
          <p:cNvSpPr>
            <a:spLocks noGrp="1"/>
          </p:cNvSpPr>
          <p:nvPr>
            <p:ph type="body" sz="quarter" idx="14" hasCustomPrompt="1"/>
          </p:nvPr>
        </p:nvSpPr>
        <p:spPr>
          <a:xfrm>
            <a:off x="357188" y="4120134"/>
            <a:ext cx="356616" cy="356616"/>
          </a:xfr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txBody>
          <a:bodyPr anchor="ctr">
            <a:normAutofit/>
          </a:bodyPr>
          <a:lstStyle>
            <a:lvl1pPr marL="0" indent="0" algn="ctr">
              <a:buNone/>
              <a:defRPr sz="1400" b="1">
                <a:solidFill>
                  <a:schemeClr val="accent2"/>
                </a:solidFill>
                <a:latin typeface="+mj-lt"/>
              </a:defRPr>
            </a:lvl1pPr>
            <a:lvl2pPr marL="457189" indent="0">
              <a:buNone/>
              <a:defRPr>
                <a:latin typeface="+mj-lt"/>
              </a:defRPr>
            </a:lvl2pPr>
            <a:lvl3pPr marL="914378" indent="0">
              <a:buNone/>
              <a:defRPr>
                <a:latin typeface="+mj-lt"/>
              </a:defRPr>
            </a:lvl3pPr>
            <a:lvl4pPr marL="1371566" indent="0">
              <a:buNone/>
              <a:defRPr>
                <a:latin typeface="+mj-lt"/>
              </a:defRPr>
            </a:lvl4pPr>
            <a:lvl5pPr marL="1828754" indent="0">
              <a:buFont typeface="Arial" panose="020B0604020202020204" pitchFamily="34" charset="0"/>
              <a:buNone/>
              <a:defRPr>
                <a:latin typeface="+mj-lt"/>
              </a:defRPr>
            </a:lvl5pPr>
          </a:lstStyle>
          <a:p>
            <a:pPr lvl="0"/>
            <a:r>
              <a:rPr lang="en-US"/>
              <a:t>#</a:t>
            </a:r>
          </a:p>
        </p:txBody>
      </p:sp>
      <p:sp>
        <p:nvSpPr>
          <p:cNvPr id="22" name="Text Placeholder 13"/>
          <p:cNvSpPr>
            <a:spLocks noGrp="1"/>
          </p:cNvSpPr>
          <p:nvPr>
            <p:ph type="body" sz="quarter" idx="15" hasCustomPrompt="1"/>
          </p:nvPr>
        </p:nvSpPr>
        <p:spPr>
          <a:xfrm>
            <a:off x="357188" y="1698020"/>
            <a:ext cx="356616" cy="356616"/>
          </a:xfr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txBody>
          <a:bodyPr anchor="ctr">
            <a:normAutofit/>
          </a:bodyPr>
          <a:lstStyle>
            <a:lvl1pPr marL="0" indent="0" algn="ctr">
              <a:buNone/>
              <a:defRPr sz="1400" b="1">
                <a:solidFill>
                  <a:schemeClr val="accent2"/>
                </a:solidFill>
                <a:latin typeface="+mj-lt"/>
              </a:defRPr>
            </a:lvl1pPr>
            <a:lvl2pPr marL="457189" indent="0">
              <a:buNone/>
              <a:defRPr>
                <a:latin typeface="+mj-lt"/>
              </a:defRPr>
            </a:lvl2pPr>
            <a:lvl3pPr marL="914378" indent="0">
              <a:buNone/>
              <a:defRPr>
                <a:latin typeface="+mj-lt"/>
              </a:defRPr>
            </a:lvl3pPr>
            <a:lvl4pPr marL="1371566" indent="0">
              <a:buNone/>
              <a:defRPr>
                <a:latin typeface="+mj-lt"/>
              </a:defRPr>
            </a:lvl4pPr>
            <a:lvl5pPr marL="1828754" indent="0">
              <a:buFont typeface="Arial" panose="020B0604020202020204" pitchFamily="34" charset="0"/>
              <a:buNone/>
              <a:defRPr>
                <a:latin typeface="+mj-lt"/>
              </a:defRPr>
            </a:lvl5pPr>
          </a:lstStyle>
          <a:p>
            <a:pPr lvl="0"/>
            <a:r>
              <a:rPr lang="en-US"/>
              <a:t>#</a:t>
            </a:r>
          </a:p>
        </p:txBody>
      </p:sp>
      <p:sp>
        <p:nvSpPr>
          <p:cNvPr id="23" name="Text Placeholder 13"/>
          <p:cNvSpPr>
            <a:spLocks noGrp="1"/>
          </p:cNvSpPr>
          <p:nvPr>
            <p:ph type="body" sz="quarter" idx="16" hasCustomPrompt="1"/>
          </p:nvPr>
        </p:nvSpPr>
        <p:spPr>
          <a:xfrm>
            <a:off x="357188" y="2303549"/>
            <a:ext cx="356616" cy="356616"/>
          </a:xfr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txBody>
          <a:bodyPr anchor="ctr">
            <a:normAutofit/>
          </a:bodyPr>
          <a:lstStyle>
            <a:lvl1pPr marL="0" indent="0" algn="ctr">
              <a:buNone/>
              <a:defRPr sz="1400" b="1">
                <a:solidFill>
                  <a:schemeClr val="accent2"/>
                </a:solidFill>
                <a:latin typeface="+mj-lt"/>
              </a:defRPr>
            </a:lvl1pPr>
            <a:lvl2pPr marL="457189" indent="0">
              <a:buNone/>
              <a:defRPr>
                <a:latin typeface="+mj-lt"/>
              </a:defRPr>
            </a:lvl2pPr>
            <a:lvl3pPr marL="914378" indent="0">
              <a:buNone/>
              <a:defRPr>
                <a:latin typeface="+mj-lt"/>
              </a:defRPr>
            </a:lvl3pPr>
            <a:lvl4pPr marL="1371566" indent="0">
              <a:buNone/>
              <a:defRPr>
                <a:latin typeface="+mj-lt"/>
              </a:defRPr>
            </a:lvl4pPr>
            <a:lvl5pPr marL="1828754" indent="0">
              <a:buFont typeface="Arial" panose="020B0604020202020204" pitchFamily="34" charset="0"/>
              <a:buNone/>
              <a:defRPr>
                <a:latin typeface="+mj-lt"/>
              </a:defRPr>
            </a:lvl5pPr>
          </a:lstStyle>
          <a:p>
            <a:pPr lvl="0"/>
            <a:r>
              <a:rPr lang="en-US"/>
              <a:t>#</a:t>
            </a:r>
          </a:p>
        </p:txBody>
      </p:sp>
      <p:sp>
        <p:nvSpPr>
          <p:cNvPr id="24" name="Text Placeholder 13"/>
          <p:cNvSpPr>
            <a:spLocks noGrp="1"/>
          </p:cNvSpPr>
          <p:nvPr>
            <p:ph type="body" sz="quarter" idx="17" hasCustomPrompt="1"/>
          </p:nvPr>
        </p:nvSpPr>
        <p:spPr>
          <a:xfrm>
            <a:off x="357188" y="2909078"/>
            <a:ext cx="356616" cy="356616"/>
          </a:xfr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txBody>
          <a:bodyPr anchor="ctr">
            <a:normAutofit/>
          </a:bodyPr>
          <a:lstStyle>
            <a:lvl1pPr marL="0" indent="0" algn="ctr">
              <a:buNone/>
              <a:defRPr sz="1400" b="1">
                <a:solidFill>
                  <a:schemeClr val="accent2"/>
                </a:solidFill>
                <a:latin typeface="+mj-lt"/>
              </a:defRPr>
            </a:lvl1pPr>
            <a:lvl2pPr marL="457189" indent="0">
              <a:buNone/>
              <a:defRPr>
                <a:latin typeface="+mj-lt"/>
              </a:defRPr>
            </a:lvl2pPr>
            <a:lvl3pPr marL="914378" indent="0">
              <a:buNone/>
              <a:defRPr>
                <a:latin typeface="+mj-lt"/>
              </a:defRPr>
            </a:lvl3pPr>
            <a:lvl4pPr marL="1371566" indent="0">
              <a:buNone/>
              <a:defRPr>
                <a:latin typeface="+mj-lt"/>
              </a:defRPr>
            </a:lvl4pPr>
            <a:lvl5pPr marL="1828754" indent="0">
              <a:buFont typeface="Arial" panose="020B0604020202020204" pitchFamily="34" charset="0"/>
              <a:buNone/>
              <a:defRPr>
                <a:latin typeface="+mj-lt"/>
              </a:defRPr>
            </a:lvl5pPr>
          </a:lstStyle>
          <a:p>
            <a:pPr lvl="0"/>
            <a:r>
              <a:rPr lang="en-US"/>
              <a:t>#</a:t>
            </a:r>
          </a:p>
        </p:txBody>
      </p:sp>
      <p:sp>
        <p:nvSpPr>
          <p:cNvPr id="25" name="Text Placeholder 13"/>
          <p:cNvSpPr>
            <a:spLocks noGrp="1"/>
          </p:cNvSpPr>
          <p:nvPr>
            <p:ph type="body" sz="quarter" idx="18" hasCustomPrompt="1"/>
          </p:nvPr>
        </p:nvSpPr>
        <p:spPr>
          <a:xfrm>
            <a:off x="357188" y="3514607"/>
            <a:ext cx="356616" cy="356616"/>
          </a:xfr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txBody>
          <a:bodyPr anchor="ctr">
            <a:normAutofit/>
          </a:bodyPr>
          <a:lstStyle>
            <a:lvl1pPr marL="0" indent="0" algn="ctr">
              <a:buNone/>
              <a:defRPr sz="1400" b="1">
                <a:solidFill>
                  <a:schemeClr val="accent2"/>
                </a:solidFill>
                <a:latin typeface="+mj-lt"/>
              </a:defRPr>
            </a:lvl1pPr>
            <a:lvl2pPr marL="457189" indent="0">
              <a:buNone/>
              <a:defRPr>
                <a:latin typeface="+mj-lt"/>
              </a:defRPr>
            </a:lvl2pPr>
            <a:lvl3pPr marL="914378" indent="0">
              <a:buNone/>
              <a:defRPr>
                <a:latin typeface="+mj-lt"/>
              </a:defRPr>
            </a:lvl3pPr>
            <a:lvl4pPr marL="1371566" indent="0">
              <a:buNone/>
              <a:defRPr>
                <a:latin typeface="+mj-lt"/>
              </a:defRPr>
            </a:lvl4pPr>
            <a:lvl5pPr marL="1828754" indent="0">
              <a:buFont typeface="Arial" panose="020B0604020202020204" pitchFamily="34" charset="0"/>
              <a:buNone/>
              <a:defRPr>
                <a:latin typeface="+mj-lt"/>
              </a:defRPr>
            </a:lvl5pPr>
          </a:lstStyle>
          <a:p>
            <a:pPr lvl="0"/>
            <a:r>
              <a:rPr lang="en-US"/>
              <a:t>#</a:t>
            </a:r>
          </a:p>
        </p:txBody>
      </p:sp>
      <p:sp>
        <p:nvSpPr>
          <p:cNvPr id="26" name="Text Placeholder 19"/>
          <p:cNvSpPr>
            <a:spLocks noGrp="1"/>
          </p:cNvSpPr>
          <p:nvPr>
            <p:ph type="body" sz="quarter" idx="19" hasCustomPrompt="1"/>
          </p:nvPr>
        </p:nvSpPr>
        <p:spPr>
          <a:xfrm>
            <a:off x="710973" y="1697608"/>
            <a:ext cx="3632428" cy="356616"/>
          </a:xfrm>
          <a:ln w="19050">
            <a:solidFill>
              <a:srgbClr val="F5F5F5"/>
            </a:solidFill>
          </a:ln>
        </p:spPr>
        <p:txBody>
          <a:bodyPr lIns="108000" anchor="ctr"/>
          <a:lstStyle>
            <a:lvl1pPr marL="0" indent="0">
              <a:buNone/>
              <a:defRPr b="1" i="0" cap="all" spc="200" baseline="0">
                <a:latin typeface="+mn-lt"/>
              </a:defRPr>
            </a:lvl1pPr>
            <a:lvl5pPr marL="2114498" indent="-285743">
              <a:buFont typeface="Arial" panose="020B0604020202020204" pitchFamily="34" charset="0"/>
              <a:buChar char="•"/>
              <a:defRPr/>
            </a:lvl5pPr>
          </a:lstStyle>
          <a:p>
            <a:pPr lvl="0"/>
            <a:r>
              <a:rPr lang="en-US"/>
              <a:t>Please put section TWO title here</a:t>
            </a:r>
          </a:p>
        </p:txBody>
      </p:sp>
      <p:sp>
        <p:nvSpPr>
          <p:cNvPr id="27" name="Text Placeholder 19"/>
          <p:cNvSpPr>
            <a:spLocks noGrp="1"/>
          </p:cNvSpPr>
          <p:nvPr>
            <p:ph type="body" sz="quarter" idx="20" hasCustomPrompt="1"/>
          </p:nvPr>
        </p:nvSpPr>
        <p:spPr>
          <a:xfrm>
            <a:off x="710973" y="2302725"/>
            <a:ext cx="3632428" cy="356616"/>
          </a:xfrm>
          <a:ln w="19050">
            <a:solidFill>
              <a:srgbClr val="F5F5F5"/>
            </a:solidFill>
          </a:ln>
        </p:spPr>
        <p:txBody>
          <a:bodyPr lIns="108000" anchor="ctr"/>
          <a:lstStyle>
            <a:lvl1pPr marL="0" indent="0">
              <a:buNone/>
              <a:defRPr b="1" i="0" cap="all" spc="200" baseline="0">
                <a:latin typeface="+mn-lt"/>
              </a:defRPr>
            </a:lvl1pPr>
            <a:lvl5pPr marL="2114498" indent="-285743">
              <a:buFont typeface="Arial" panose="020B0604020202020204" pitchFamily="34" charset="0"/>
              <a:buChar char="•"/>
              <a:defRPr/>
            </a:lvl5pPr>
          </a:lstStyle>
          <a:p>
            <a:pPr lvl="0"/>
            <a:r>
              <a:rPr lang="en-US"/>
              <a:t>Please put section THREE title here</a:t>
            </a:r>
          </a:p>
        </p:txBody>
      </p:sp>
      <p:sp>
        <p:nvSpPr>
          <p:cNvPr id="28" name="Text Placeholder 19"/>
          <p:cNvSpPr>
            <a:spLocks noGrp="1"/>
          </p:cNvSpPr>
          <p:nvPr>
            <p:ph type="body" sz="quarter" idx="21" hasCustomPrompt="1"/>
          </p:nvPr>
        </p:nvSpPr>
        <p:spPr>
          <a:xfrm>
            <a:off x="710973" y="2907842"/>
            <a:ext cx="3632428" cy="356616"/>
          </a:xfrm>
          <a:ln w="19050">
            <a:solidFill>
              <a:srgbClr val="F5F5F5"/>
            </a:solidFill>
          </a:ln>
        </p:spPr>
        <p:txBody>
          <a:bodyPr lIns="108000" anchor="ctr"/>
          <a:lstStyle>
            <a:lvl1pPr marL="0" indent="0">
              <a:buNone/>
              <a:defRPr b="1" i="0" cap="all" spc="200" baseline="0">
                <a:latin typeface="+mn-lt"/>
              </a:defRPr>
            </a:lvl1pPr>
            <a:lvl5pPr marL="2114498" indent="-285743">
              <a:buFont typeface="Arial" panose="020B0604020202020204" pitchFamily="34" charset="0"/>
              <a:buChar char="•"/>
              <a:defRPr/>
            </a:lvl5pPr>
          </a:lstStyle>
          <a:p>
            <a:pPr lvl="0"/>
            <a:r>
              <a:rPr lang="en-US"/>
              <a:t>…</a:t>
            </a:r>
          </a:p>
        </p:txBody>
      </p:sp>
      <p:sp>
        <p:nvSpPr>
          <p:cNvPr id="29" name="Text Placeholder 19"/>
          <p:cNvSpPr>
            <a:spLocks noGrp="1"/>
          </p:cNvSpPr>
          <p:nvPr>
            <p:ph type="body" sz="quarter" idx="22" hasCustomPrompt="1"/>
          </p:nvPr>
        </p:nvSpPr>
        <p:spPr>
          <a:xfrm>
            <a:off x="710973" y="3512959"/>
            <a:ext cx="3632428" cy="356616"/>
          </a:xfrm>
          <a:ln w="19050">
            <a:solidFill>
              <a:srgbClr val="F5F5F5"/>
            </a:solidFill>
          </a:ln>
        </p:spPr>
        <p:txBody>
          <a:bodyPr lIns="108000" anchor="ctr"/>
          <a:lstStyle>
            <a:lvl1pPr marL="0" indent="0">
              <a:buNone/>
              <a:defRPr b="1" i="0" cap="all" spc="200" baseline="0">
                <a:latin typeface="+mn-lt"/>
              </a:defRPr>
            </a:lvl1pPr>
            <a:lvl5pPr marL="2114498" indent="-285743">
              <a:buFont typeface="Arial" panose="020B0604020202020204" pitchFamily="34" charset="0"/>
              <a:buChar char="•"/>
              <a:defRPr/>
            </a:lvl5pPr>
          </a:lstStyle>
          <a:p>
            <a:pPr lvl="0"/>
            <a:r>
              <a:rPr lang="en-US"/>
              <a:t>And delete</a:t>
            </a:r>
          </a:p>
        </p:txBody>
      </p:sp>
      <p:sp>
        <p:nvSpPr>
          <p:cNvPr id="30" name="Text Placeholder 19"/>
          <p:cNvSpPr>
            <a:spLocks noGrp="1"/>
          </p:cNvSpPr>
          <p:nvPr>
            <p:ph type="body" sz="quarter" idx="23" hasCustomPrompt="1"/>
          </p:nvPr>
        </p:nvSpPr>
        <p:spPr>
          <a:xfrm>
            <a:off x="710973" y="4118077"/>
            <a:ext cx="3632428" cy="356616"/>
          </a:xfrm>
          <a:ln w="19050">
            <a:solidFill>
              <a:srgbClr val="F5F5F5"/>
            </a:solidFill>
          </a:ln>
        </p:spPr>
        <p:txBody>
          <a:bodyPr lIns="108000" anchor="ctr"/>
          <a:lstStyle>
            <a:lvl1pPr marL="0" indent="0">
              <a:buNone/>
              <a:defRPr b="1" i="0" cap="all" spc="200" baseline="0">
                <a:latin typeface="+mn-lt"/>
              </a:defRPr>
            </a:lvl1pPr>
            <a:lvl5pPr marL="2114498" indent="-285743">
              <a:buFont typeface="Arial" panose="020B0604020202020204" pitchFamily="34" charset="0"/>
              <a:buChar char="•"/>
              <a:defRPr/>
            </a:lvl5pPr>
          </a:lstStyle>
          <a:p>
            <a:pPr lvl="0"/>
            <a:r>
              <a:rPr lang="en-US"/>
              <a:t>The extras</a:t>
            </a:r>
          </a:p>
        </p:txBody>
      </p:sp>
      <p:sp>
        <p:nvSpPr>
          <p:cNvPr id="33" name="Slide Number Placeholder 1"/>
          <p:cNvSpPr>
            <a:spLocks noGrp="1"/>
          </p:cNvSpPr>
          <p:nvPr>
            <p:ph type="sldNum" sz="quarter" idx="4"/>
          </p:nvPr>
        </p:nvSpPr>
        <p:spPr>
          <a:xfrm>
            <a:off x="7413442" y="4826640"/>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pPr defTabSz="685783"/>
            <a:fld id="{3A707DD9-E92B-45E8-BE0A-E6B2EDF345EB}" type="slidenum">
              <a:rPr lang="en-US" smtClean="0"/>
              <a:pPr defTabSz="685783"/>
              <a:t>‹#›</a:t>
            </a:fld>
            <a:endParaRPr lang="en-US"/>
          </a:p>
        </p:txBody>
      </p:sp>
    </p:spTree>
    <p:extLst>
      <p:ext uri="{BB962C8B-B14F-4D97-AF65-F5344CB8AC3E}">
        <p14:creationId xmlns:p14="http://schemas.microsoft.com/office/powerpoint/2010/main" val="2997430666"/>
      </p:ext>
    </p:extLst>
  </p:cSld>
  <p:clrMapOvr>
    <a:masterClrMapping/>
  </p:clrMapOvr>
  <p:extLst>
    <p:ext uri="{DCECCB84-F9BA-43D5-87BE-67443E8EF086}">
      <p15:sldGuideLst xmlns:p15="http://schemas.microsoft.com/office/powerpoint/2012/main">
        <p15:guide id="1" pos="3360">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Personal Profile - Right">
    <p:spTree>
      <p:nvGrpSpPr>
        <p:cNvPr id="1" name=""/>
        <p:cNvGrpSpPr/>
        <p:nvPr/>
      </p:nvGrpSpPr>
      <p:grpSpPr>
        <a:xfrm>
          <a:off x="0" y="0"/>
          <a:ext cx="0" cy="0"/>
          <a:chOff x="0" y="0"/>
          <a:chExt cx="0" cy="0"/>
        </a:xfrm>
      </p:grpSpPr>
      <p:sp>
        <p:nvSpPr>
          <p:cNvPr id="6" name="Content Placeholder 5"/>
          <p:cNvSpPr>
            <a:spLocks noGrp="1"/>
          </p:cNvSpPr>
          <p:nvPr>
            <p:ph sz="quarter" idx="10" hasCustomPrompt="1"/>
          </p:nvPr>
        </p:nvSpPr>
        <p:spPr>
          <a:xfrm>
            <a:off x="673895" y="1780394"/>
            <a:ext cx="3986211" cy="2696355"/>
          </a:xfrm>
        </p:spPr>
        <p:txBody>
          <a:bodyPr/>
          <a:lstStyle>
            <a:lvl1pPr marL="171446" marR="0" indent="-171446" algn="l" defTabSz="914378" rtl="0" eaLnBrk="1" fontAlgn="auto" latinLnBrk="0" hangingPunct="1">
              <a:lnSpc>
                <a:spcPts val="1600"/>
              </a:lnSpc>
              <a:spcBef>
                <a:spcPts val="264"/>
              </a:spcBef>
              <a:spcAft>
                <a:spcPts val="300"/>
              </a:spcAft>
              <a:buClrTx/>
              <a:buSzTx/>
              <a:buFont typeface="Arial" panose="020B0604020202020204" pitchFamily="34" charset="0"/>
              <a:buChar char="•"/>
              <a:tabLst/>
              <a:defRPr>
                <a:latin typeface="+mj-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 </a:t>
            </a:r>
          </a:p>
          <a:p>
            <a:pPr lvl="0"/>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r>
              <a:rPr lang="en-US" err="1"/>
              <a:t>Aliquam</a:t>
            </a:r>
            <a:r>
              <a:rPr lang="en-US"/>
              <a:t> sit </a:t>
            </a:r>
            <a:r>
              <a:rPr lang="en-US" err="1"/>
              <a:t>amet</a:t>
            </a:r>
            <a:r>
              <a:rPr lang="en-US"/>
              <a:t> </a:t>
            </a:r>
            <a:r>
              <a:rPr lang="en-US" err="1"/>
              <a:t>leo</a:t>
            </a:r>
            <a:r>
              <a:rPr lang="en-US"/>
              <a:t> semper, </a:t>
            </a:r>
            <a:r>
              <a:rPr lang="en-US" err="1"/>
              <a:t>tincidunt</a:t>
            </a:r>
            <a:r>
              <a:rPr lang="en-US"/>
              <a:t> dolor a, </a:t>
            </a:r>
            <a:r>
              <a:rPr lang="en-US" err="1"/>
              <a:t>lobortis</a:t>
            </a:r>
            <a:r>
              <a:rPr lang="en-US"/>
              <a:t> </a:t>
            </a:r>
            <a:r>
              <a:rPr lang="en-US" err="1"/>
              <a:t>elit</a:t>
            </a:r>
            <a:r>
              <a:rPr lang="en-US"/>
              <a:t>. </a:t>
            </a:r>
            <a:r>
              <a:rPr lang="en-US" err="1"/>
              <a:t>Nulla</a:t>
            </a:r>
            <a:r>
              <a:rPr lang="en-US"/>
              <a:t> ipsum dolor, </a:t>
            </a:r>
            <a:r>
              <a:rPr lang="en-US" err="1"/>
              <a:t>condimentum</a:t>
            </a:r>
            <a:endParaRPr lang="en-US"/>
          </a:p>
        </p:txBody>
      </p:sp>
      <p:sp>
        <p:nvSpPr>
          <p:cNvPr id="5" name="Text Placeholder 4"/>
          <p:cNvSpPr>
            <a:spLocks noGrp="1"/>
          </p:cNvSpPr>
          <p:nvPr>
            <p:ph type="body" sz="quarter" idx="12" hasCustomPrompt="1"/>
          </p:nvPr>
        </p:nvSpPr>
        <p:spPr>
          <a:xfrm>
            <a:off x="673893" y="1079500"/>
            <a:ext cx="3986212" cy="342900"/>
          </a:xfrm>
        </p:spPr>
        <p:txBody>
          <a:bodyPr wrap="none" bIns="0">
            <a:noAutofit/>
          </a:bodyPr>
          <a:lstStyle>
            <a:lvl1pPr marL="0" indent="0">
              <a:spcBef>
                <a:spcPts val="288"/>
              </a:spcBef>
              <a:buNone/>
              <a:defRPr sz="1200" b="1" i="0" cap="all" spc="200" baseline="0">
                <a:solidFill>
                  <a:schemeClr val="accent2"/>
                </a:solidFill>
              </a:defRPr>
            </a:lvl1pPr>
          </a:lstStyle>
          <a:p>
            <a:pPr lvl="0"/>
            <a:r>
              <a:rPr lang="en-US"/>
              <a:t>Highlight goes here</a:t>
            </a:r>
          </a:p>
        </p:txBody>
      </p:sp>
      <p:sp>
        <p:nvSpPr>
          <p:cNvPr id="11" name="Slide Number Placeholder 1"/>
          <p:cNvSpPr>
            <a:spLocks noGrp="1"/>
          </p:cNvSpPr>
          <p:nvPr>
            <p:ph type="sldNum" sz="quarter" idx="4"/>
          </p:nvPr>
        </p:nvSpPr>
        <p:spPr>
          <a:xfrm>
            <a:off x="7413442" y="4826640"/>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pPr defTabSz="685783"/>
            <a:fld id="{3A707DD9-E92B-45E8-BE0A-E6B2EDF345EB}" type="slidenum">
              <a:rPr lang="en-US" smtClean="0"/>
              <a:pPr defTabSz="685783"/>
              <a:t>‹#›</a:t>
            </a:fld>
            <a:endParaRPr lang="en-US"/>
          </a:p>
        </p:txBody>
      </p:sp>
      <p:sp>
        <p:nvSpPr>
          <p:cNvPr id="12" name="Text Placeholder 4"/>
          <p:cNvSpPr>
            <a:spLocks noGrp="1"/>
          </p:cNvSpPr>
          <p:nvPr>
            <p:ph type="body" sz="quarter" idx="15" hasCustomPrompt="1"/>
          </p:nvPr>
        </p:nvSpPr>
        <p:spPr>
          <a:xfrm>
            <a:off x="673893" y="1437495"/>
            <a:ext cx="3986212" cy="342900"/>
          </a:xfrm>
        </p:spPr>
        <p:txBody>
          <a:bodyPr wrap="none" bIns="0">
            <a:noAutofit/>
          </a:bodyPr>
          <a:lstStyle>
            <a:lvl1pPr marL="0" indent="0">
              <a:spcBef>
                <a:spcPts val="288"/>
              </a:spcBef>
              <a:buNone/>
              <a:defRPr sz="900" b="1" i="1" cap="none" spc="100" baseline="0">
                <a:solidFill>
                  <a:schemeClr val="tx1"/>
                </a:solidFill>
              </a:defRPr>
            </a:lvl1pPr>
          </a:lstStyle>
          <a:p>
            <a:pPr lvl="0"/>
            <a:r>
              <a:rPr lang="en-US"/>
              <a:t>Please put title here</a:t>
            </a:r>
          </a:p>
        </p:txBody>
      </p:sp>
      <p:sp>
        <p:nvSpPr>
          <p:cNvPr id="13" name="Rectangle 12"/>
          <p:cNvSpPr/>
          <p:nvPr userDrawn="1"/>
        </p:nvSpPr>
        <p:spPr>
          <a:xfrm>
            <a:off x="5334000" y="1"/>
            <a:ext cx="3810001" cy="482663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8578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FFFFFF"/>
              </a:solidFill>
              <a:effectLst/>
              <a:uLnTx/>
              <a:uFillTx/>
              <a:latin typeface="Calibri"/>
              <a:ea typeface="+mn-ea"/>
              <a:cs typeface="+mn-cs"/>
            </a:endParaRPr>
          </a:p>
        </p:txBody>
      </p:sp>
      <p:sp>
        <p:nvSpPr>
          <p:cNvPr id="14" name="Oval 13"/>
          <p:cNvSpPr/>
          <p:nvPr userDrawn="1"/>
        </p:nvSpPr>
        <p:spPr>
          <a:xfrm>
            <a:off x="6228906" y="1403226"/>
            <a:ext cx="2020186" cy="2020186"/>
          </a:xfrm>
          <a:prstGeom prst="ellipse">
            <a:avLst/>
          </a:prstGeom>
          <a:noFill/>
          <a:ln w="1905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8578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FFFFFF"/>
              </a:solidFill>
              <a:effectLst/>
              <a:uLnTx/>
              <a:uFillTx/>
              <a:latin typeface="Calibri"/>
              <a:ea typeface="+mn-ea"/>
              <a:cs typeface="+mn-cs"/>
            </a:endParaRPr>
          </a:p>
        </p:txBody>
      </p:sp>
      <p:sp>
        <p:nvSpPr>
          <p:cNvPr id="15" name="Picture Placeholder 11"/>
          <p:cNvSpPr>
            <a:spLocks noGrp="1"/>
          </p:cNvSpPr>
          <p:nvPr>
            <p:ph type="pic" sz="quarter" idx="14" hasCustomPrompt="1"/>
          </p:nvPr>
        </p:nvSpPr>
        <p:spPr>
          <a:xfrm>
            <a:off x="6406895" y="1581215"/>
            <a:ext cx="1664208" cy="1664208"/>
          </a:xfrm>
          <a:prstGeom prst="ellipse">
            <a:avLst/>
          </a:prstGeom>
        </p:spPr>
        <p:txBody>
          <a:bodyPr anchor="ctr"/>
          <a:lstStyle>
            <a:lvl1pPr marL="0" indent="0" algn="ctr">
              <a:buNone/>
              <a:defRPr b="1">
                <a:solidFill>
                  <a:schemeClr val="bg1"/>
                </a:solidFill>
              </a:defRPr>
            </a:lvl1pPr>
          </a:lstStyle>
          <a:p>
            <a:r>
              <a:rPr lang="en-US"/>
              <a:t>PLEASE INSERT PHOTO HERE</a:t>
            </a:r>
          </a:p>
        </p:txBody>
      </p:sp>
    </p:spTree>
    <p:extLst>
      <p:ext uri="{BB962C8B-B14F-4D97-AF65-F5344CB8AC3E}">
        <p14:creationId xmlns:p14="http://schemas.microsoft.com/office/powerpoint/2010/main" val="3623303390"/>
      </p:ext>
    </p:extLst>
  </p:cSld>
  <p:clrMapOvr>
    <a:masterClrMapping/>
  </p:clrMapOvr>
  <p:extLst>
    <p:ext uri="{DCECCB84-F9BA-43D5-87BE-67443E8EF086}">
      <p15:sldGuideLst xmlns:p15="http://schemas.microsoft.com/office/powerpoint/2012/main">
        <p15:guide id="1" pos="3360">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Personal Profile">
    <p:spTree>
      <p:nvGrpSpPr>
        <p:cNvPr id="1" name=""/>
        <p:cNvGrpSpPr/>
        <p:nvPr/>
      </p:nvGrpSpPr>
      <p:grpSpPr>
        <a:xfrm>
          <a:off x="0" y="0"/>
          <a:ext cx="0" cy="0"/>
          <a:chOff x="0" y="0"/>
          <a:chExt cx="0" cy="0"/>
        </a:xfrm>
      </p:grpSpPr>
      <p:sp>
        <p:nvSpPr>
          <p:cNvPr id="6" name="Content Placeholder 5"/>
          <p:cNvSpPr>
            <a:spLocks noGrp="1"/>
          </p:cNvSpPr>
          <p:nvPr>
            <p:ph sz="quarter" idx="12" hasCustomPrompt="1"/>
          </p:nvPr>
        </p:nvSpPr>
        <p:spPr>
          <a:xfrm>
            <a:off x="4480322" y="1780394"/>
            <a:ext cx="3993357" cy="2696355"/>
          </a:xfrm>
        </p:spPr>
        <p:txBody>
          <a:bodyPr/>
          <a:lstStyle>
            <a:lvl1pPr marL="171446" indent="-171446">
              <a:buFont typeface="Arial" panose="020B0604020202020204" pitchFamily="34" charset="0"/>
              <a:buChar char="•"/>
              <a:defRPr>
                <a:latin typeface="+mj-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a:t>
            </a:r>
          </a:p>
          <a:p>
            <a:pPr lvl="0"/>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r>
              <a:rPr lang="en-US" err="1"/>
              <a:t>Aliquam</a:t>
            </a:r>
            <a:r>
              <a:rPr lang="en-US"/>
              <a:t> sit </a:t>
            </a:r>
            <a:r>
              <a:rPr lang="en-US" err="1"/>
              <a:t>amet</a:t>
            </a:r>
            <a:r>
              <a:rPr lang="en-US"/>
              <a:t> </a:t>
            </a:r>
            <a:r>
              <a:rPr lang="en-US" err="1"/>
              <a:t>leo</a:t>
            </a:r>
            <a:r>
              <a:rPr lang="en-US"/>
              <a:t> semper, </a:t>
            </a:r>
            <a:r>
              <a:rPr lang="en-US" err="1"/>
              <a:t>tincidunt</a:t>
            </a:r>
            <a:r>
              <a:rPr lang="en-US"/>
              <a:t> dolor a, </a:t>
            </a:r>
            <a:r>
              <a:rPr lang="en-US" err="1"/>
              <a:t>lobortis</a:t>
            </a:r>
            <a:r>
              <a:rPr lang="en-US"/>
              <a:t> </a:t>
            </a:r>
            <a:r>
              <a:rPr lang="en-US" err="1"/>
              <a:t>elit</a:t>
            </a:r>
            <a:r>
              <a:rPr lang="en-US"/>
              <a:t>. </a:t>
            </a:r>
            <a:r>
              <a:rPr lang="en-US" err="1"/>
              <a:t>Nulla</a:t>
            </a:r>
            <a:r>
              <a:rPr lang="en-US"/>
              <a:t> ipsum dolor, </a:t>
            </a:r>
            <a:r>
              <a:rPr lang="en-US" err="1"/>
              <a:t>condimentum</a:t>
            </a:r>
            <a:endParaRPr lang="en-US"/>
          </a:p>
        </p:txBody>
      </p:sp>
      <p:sp>
        <p:nvSpPr>
          <p:cNvPr id="7" name="Text Placeholder 4"/>
          <p:cNvSpPr>
            <a:spLocks noGrp="1"/>
          </p:cNvSpPr>
          <p:nvPr>
            <p:ph type="body" sz="quarter" idx="13" hasCustomPrompt="1"/>
          </p:nvPr>
        </p:nvSpPr>
        <p:spPr>
          <a:xfrm>
            <a:off x="4480322" y="1079500"/>
            <a:ext cx="3986213" cy="342900"/>
          </a:xfrm>
        </p:spPr>
        <p:txBody>
          <a:bodyPr wrap="none" bIns="0">
            <a:noAutofit/>
          </a:bodyPr>
          <a:lstStyle>
            <a:lvl1pPr marL="0" indent="0">
              <a:spcBef>
                <a:spcPts val="288"/>
              </a:spcBef>
              <a:buNone/>
              <a:defRPr sz="1200" b="1" i="0" cap="all" spc="200" baseline="0">
                <a:solidFill>
                  <a:schemeClr val="accent2"/>
                </a:solidFill>
              </a:defRPr>
            </a:lvl1pPr>
          </a:lstStyle>
          <a:p>
            <a:pPr lvl="0"/>
            <a:r>
              <a:rPr lang="en-US"/>
              <a:t>Please put name here</a:t>
            </a:r>
          </a:p>
        </p:txBody>
      </p:sp>
      <p:sp>
        <p:nvSpPr>
          <p:cNvPr id="9" name="Rectangle 8"/>
          <p:cNvSpPr/>
          <p:nvPr userDrawn="1"/>
        </p:nvSpPr>
        <p:spPr>
          <a:xfrm>
            <a:off x="-1" y="1"/>
            <a:ext cx="3810001" cy="482663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8578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FFFFFF"/>
              </a:solidFill>
              <a:effectLst/>
              <a:uLnTx/>
              <a:uFillTx/>
              <a:latin typeface="Calibri"/>
              <a:ea typeface="+mn-ea"/>
              <a:cs typeface="+mn-cs"/>
            </a:endParaRPr>
          </a:p>
        </p:txBody>
      </p:sp>
      <p:sp>
        <p:nvSpPr>
          <p:cNvPr id="10" name="Oval 9"/>
          <p:cNvSpPr/>
          <p:nvPr userDrawn="1"/>
        </p:nvSpPr>
        <p:spPr>
          <a:xfrm>
            <a:off x="894906" y="1403226"/>
            <a:ext cx="2020186" cy="2020186"/>
          </a:xfrm>
          <a:prstGeom prst="ellipse">
            <a:avLst/>
          </a:prstGeom>
          <a:noFill/>
          <a:ln w="1905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8578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FFFFFF"/>
              </a:solidFill>
              <a:effectLst/>
              <a:uLnTx/>
              <a:uFillTx/>
              <a:latin typeface="Calibri"/>
              <a:ea typeface="+mn-ea"/>
              <a:cs typeface="+mn-cs"/>
            </a:endParaRPr>
          </a:p>
        </p:txBody>
      </p:sp>
      <p:sp>
        <p:nvSpPr>
          <p:cNvPr id="12" name="Picture Placeholder 11"/>
          <p:cNvSpPr>
            <a:spLocks noGrp="1"/>
          </p:cNvSpPr>
          <p:nvPr>
            <p:ph type="pic" sz="quarter" idx="14" hasCustomPrompt="1"/>
          </p:nvPr>
        </p:nvSpPr>
        <p:spPr>
          <a:xfrm>
            <a:off x="1072895" y="1581215"/>
            <a:ext cx="1664208" cy="1664208"/>
          </a:xfrm>
          <a:prstGeom prst="ellipse">
            <a:avLst/>
          </a:prstGeom>
        </p:spPr>
        <p:txBody>
          <a:bodyPr anchor="ctr"/>
          <a:lstStyle>
            <a:lvl1pPr marL="0" indent="0" algn="ctr">
              <a:buNone/>
              <a:defRPr b="1">
                <a:solidFill>
                  <a:schemeClr val="bg1"/>
                </a:solidFill>
              </a:defRPr>
            </a:lvl1pPr>
          </a:lstStyle>
          <a:p>
            <a:r>
              <a:rPr lang="en-US"/>
              <a:t>PLEASE INSERT PHOTO HERE</a:t>
            </a:r>
          </a:p>
        </p:txBody>
      </p:sp>
      <p:sp>
        <p:nvSpPr>
          <p:cNvPr id="13" name="Text Placeholder 4"/>
          <p:cNvSpPr>
            <a:spLocks noGrp="1"/>
          </p:cNvSpPr>
          <p:nvPr>
            <p:ph type="body" sz="quarter" idx="15" hasCustomPrompt="1"/>
          </p:nvPr>
        </p:nvSpPr>
        <p:spPr>
          <a:xfrm>
            <a:off x="4480321" y="1437495"/>
            <a:ext cx="3993542" cy="342900"/>
          </a:xfrm>
        </p:spPr>
        <p:txBody>
          <a:bodyPr wrap="none" bIns="0">
            <a:noAutofit/>
          </a:bodyPr>
          <a:lstStyle>
            <a:lvl1pPr marL="0" indent="0">
              <a:spcBef>
                <a:spcPts val="288"/>
              </a:spcBef>
              <a:buNone/>
              <a:defRPr sz="900" b="1" i="1" cap="none" spc="100" baseline="0">
                <a:solidFill>
                  <a:schemeClr val="tx1"/>
                </a:solidFill>
              </a:defRPr>
            </a:lvl1pPr>
          </a:lstStyle>
          <a:p>
            <a:pPr lvl="0"/>
            <a:r>
              <a:rPr lang="en-US"/>
              <a:t>Please put title here</a:t>
            </a:r>
          </a:p>
        </p:txBody>
      </p:sp>
      <p:sp>
        <p:nvSpPr>
          <p:cNvPr id="15" name="Slide Number Placeholder 1"/>
          <p:cNvSpPr>
            <a:spLocks noGrp="1"/>
          </p:cNvSpPr>
          <p:nvPr>
            <p:ph type="sldNum" sz="quarter" idx="4"/>
          </p:nvPr>
        </p:nvSpPr>
        <p:spPr>
          <a:xfrm>
            <a:off x="7413442" y="4826640"/>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pPr defTabSz="685783"/>
            <a:fld id="{3A707DD9-E92B-45E8-BE0A-E6B2EDF345EB}" type="slidenum">
              <a:rPr lang="en-US" smtClean="0"/>
              <a:pPr defTabSz="685783"/>
              <a:t>‹#›</a:t>
            </a:fld>
            <a:endParaRPr lang="en-US"/>
          </a:p>
        </p:txBody>
      </p:sp>
    </p:spTree>
    <p:extLst>
      <p:ext uri="{BB962C8B-B14F-4D97-AF65-F5344CB8AC3E}">
        <p14:creationId xmlns:p14="http://schemas.microsoft.com/office/powerpoint/2010/main" val="1106908686"/>
      </p:ext>
    </p:extLst>
  </p:cSld>
  <p:clrMapOvr>
    <a:masterClrMapping/>
  </p:clrMapOvr>
  <p:extLst>
    <p:ext uri="{DCECCB84-F9BA-43D5-87BE-67443E8EF086}">
      <p15:sldGuideLst xmlns:p15="http://schemas.microsoft.com/office/powerpoint/2012/main">
        <p15:guide id="1" pos="2400">
          <p15:clr>
            <a:srgbClr val="FBAE40"/>
          </p15:clr>
        </p15:guide>
        <p15:guide id="2" orient="horz" pos="1524">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ontent on Color Canvas">
    <p:bg>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bg1"/>
                </a:solidFill>
              </a:defRPr>
            </a:lvl1pPr>
          </a:lstStyle>
          <a:p>
            <a:r>
              <a:rPr lang="en-US"/>
              <a:t>Please Add Slide Headline Here</a:t>
            </a:r>
          </a:p>
        </p:txBody>
      </p:sp>
      <p:sp>
        <p:nvSpPr>
          <p:cNvPr id="6" name="Content Placeholder 5"/>
          <p:cNvSpPr>
            <a:spLocks noGrp="1"/>
          </p:cNvSpPr>
          <p:nvPr>
            <p:ph sz="quarter" idx="10" hasCustomPrompt="1"/>
          </p:nvPr>
        </p:nvSpPr>
        <p:spPr>
          <a:xfrm>
            <a:off x="357188" y="1079500"/>
            <a:ext cx="8429625" cy="3397250"/>
          </a:xfrm>
        </p:spPr>
        <p:txBody>
          <a:bodyPr/>
          <a:lstStyle>
            <a:lvl1pPr marL="171446" marR="0" indent="-171446" algn="l" defTabSz="914378" rtl="0" eaLnBrk="1" fontAlgn="auto" latinLnBrk="0" hangingPunct="1">
              <a:lnSpc>
                <a:spcPts val="1600"/>
              </a:lnSpc>
              <a:spcBef>
                <a:spcPts val="264"/>
              </a:spcBef>
              <a:spcAft>
                <a:spcPts val="300"/>
              </a:spcAft>
              <a:buClrTx/>
              <a:buSzTx/>
              <a:buFont typeface="Arial" panose="020B0604020202020204" pitchFamily="34" charset="0"/>
              <a:buChar char="•"/>
              <a:tabLst/>
              <a:defRPr>
                <a:solidFill>
                  <a:schemeClr val="bg1"/>
                </a:solidFill>
                <a:latin typeface="+mj-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 </a:t>
            </a:r>
            <a:br>
              <a:rPr lang="en-US"/>
            </a:br>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r>
              <a:rPr lang="en-US" err="1"/>
              <a:t>Aliquam</a:t>
            </a:r>
            <a:r>
              <a:rPr lang="en-US"/>
              <a:t> sit </a:t>
            </a:r>
            <a:r>
              <a:rPr lang="en-US" err="1"/>
              <a:t>amet</a:t>
            </a:r>
            <a:r>
              <a:rPr lang="en-US"/>
              <a:t> </a:t>
            </a:r>
            <a:r>
              <a:rPr lang="en-US" err="1"/>
              <a:t>leo</a:t>
            </a:r>
            <a:r>
              <a:rPr lang="en-US"/>
              <a:t> semper, </a:t>
            </a:r>
            <a:r>
              <a:rPr lang="en-US" err="1"/>
              <a:t>tincidunt</a:t>
            </a:r>
            <a:r>
              <a:rPr lang="en-US"/>
              <a:t> dolor a, </a:t>
            </a:r>
            <a:r>
              <a:rPr lang="en-US" err="1"/>
              <a:t>lobortis</a:t>
            </a:r>
            <a:r>
              <a:rPr lang="en-US"/>
              <a:t> </a:t>
            </a:r>
            <a:r>
              <a:rPr lang="en-US" err="1"/>
              <a:t>elit</a:t>
            </a:r>
            <a:r>
              <a:rPr lang="en-US"/>
              <a:t>. </a:t>
            </a:r>
            <a:r>
              <a:rPr lang="en-US" err="1"/>
              <a:t>Nulla</a:t>
            </a:r>
            <a:r>
              <a:rPr lang="en-US"/>
              <a:t> ipsum dolor, </a:t>
            </a:r>
            <a:r>
              <a:rPr lang="en-US" err="1"/>
              <a:t>condimentum</a:t>
            </a:r>
            <a:r>
              <a:rPr lang="en-US"/>
              <a:t> </a:t>
            </a:r>
            <a:br>
              <a:rPr lang="en-US"/>
            </a:br>
            <a:r>
              <a:rPr lang="en-US"/>
              <a:t>at nisi et, </a:t>
            </a:r>
            <a:r>
              <a:rPr lang="en-US" err="1"/>
              <a:t>varius</a:t>
            </a:r>
            <a:r>
              <a:rPr lang="en-US"/>
              <a:t> </a:t>
            </a:r>
            <a:r>
              <a:rPr lang="en-US" err="1"/>
              <a:t>lobortis</a:t>
            </a:r>
            <a:r>
              <a:rPr lang="en-US"/>
              <a:t> </a:t>
            </a:r>
            <a:r>
              <a:rPr lang="en-US" err="1"/>
              <a:t>lectus</a:t>
            </a:r>
            <a:r>
              <a:rPr lang="en-US"/>
              <a:t>. </a:t>
            </a:r>
            <a:r>
              <a:rPr lang="en-US" err="1"/>
              <a:t>Fusce</a:t>
            </a:r>
            <a:r>
              <a:rPr lang="en-US"/>
              <a:t> </a:t>
            </a:r>
            <a:r>
              <a:rPr lang="en-US" err="1"/>
              <a:t>fermentum</a:t>
            </a:r>
            <a:r>
              <a:rPr lang="en-US"/>
              <a:t> </a:t>
            </a:r>
            <a:r>
              <a:rPr lang="en-US" err="1"/>
              <a:t>bibendum</a:t>
            </a:r>
            <a:r>
              <a:rPr lang="en-US"/>
              <a:t> </a:t>
            </a:r>
            <a:r>
              <a:rPr lang="en-US" err="1"/>
              <a:t>varius</a:t>
            </a:r>
            <a:r>
              <a:rPr lang="en-US"/>
              <a:t>. </a:t>
            </a: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r>
              <a:rPr lang="en-US"/>
              <a:t> </a:t>
            </a:r>
            <a:br>
              <a:rPr lang="en-US"/>
            </a:br>
            <a:r>
              <a:rPr lang="en-US"/>
              <a:t>fames ac </a:t>
            </a:r>
            <a:r>
              <a:rPr lang="en-US" err="1"/>
              <a:t>turpis</a:t>
            </a:r>
            <a:r>
              <a:rPr lang="en-US"/>
              <a:t> </a:t>
            </a:r>
            <a:r>
              <a:rPr lang="en-US" err="1"/>
              <a:t>egestas</a:t>
            </a:r>
            <a:r>
              <a:rPr lang="en-US"/>
              <a:t>.</a:t>
            </a:r>
          </a:p>
          <a:p>
            <a:pPr marL="171446" marR="0" lvl="0" indent="-171446" algn="l" defTabSz="914378" rtl="0" eaLnBrk="1" fontAlgn="auto" latinLnBrk="0" hangingPunct="1">
              <a:lnSpc>
                <a:spcPts val="1600"/>
              </a:lnSpc>
              <a:spcBef>
                <a:spcPts val="264"/>
              </a:spcBef>
              <a:spcAft>
                <a:spcPts val="300"/>
              </a:spcAft>
              <a:buClrTx/>
              <a:buSzTx/>
              <a:tabLst/>
              <a:defRPr/>
            </a:pPr>
            <a:r>
              <a:rPr lang="en-US" sz="1100">
                <a:latin typeface="+mj-lt"/>
              </a:rPr>
              <a:t>In </a:t>
            </a:r>
            <a:r>
              <a:rPr lang="en-US" sz="1100" err="1">
                <a:latin typeface="+mj-lt"/>
              </a:rPr>
              <a:t>egestas</a:t>
            </a:r>
            <a:r>
              <a:rPr lang="en-US" sz="1100">
                <a:latin typeface="+mj-lt"/>
              </a:rPr>
              <a:t> </a:t>
            </a:r>
            <a:r>
              <a:rPr lang="en-US" sz="1100" err="1">
                <a:latin typeface="+mj-lt"/>
              </a:rPr>
              <a:t>orci</a:t>
            </a:r>
            <a:r>
              <a:rPr lang="en-US" sz="1100">
                <a:latin typeface="+mj-lt"/>
              </a:rPr>
              <a:t> </a:t>
            </a:r>
            <a:r>
              <a:rPr lang="en-US" sz="1100" err="1">
                <a:latin typeface="+mj-lt"/>
              </a:rPr>
              <a:t>eu</a:t>
            </a:r>
            <a:r>
              <a:rPr lang="en-US" sz="1100">
                <a:latin typeface="+mj-lt"/>
              </a:rPr>
              <a:t> </a:t>
            </a:r>
            <a:r>
              <a:rPr lang="en-US" sz="1100" err="1">
                <a:latin typeface="+mj-lt"/>
              </a:rPr>
              <a:t>lacinia</a:t>
            </a:r>
            <a:r>
              <a:rPr lang="en-US" sz="1100">
                <a:latin typeface="+mj-lt"/>
              </a:rPr>
              <a:t> </a:t>
            </a:r>
            <a:r>
              <a:rPr lang="en-US" sz="1100" err="1">
                <a:latin typeface="+mj-lt"/>
              </a:rPr>
              <a:t>consectetur</a:t>
            </a:r>
            <a:r>
              <a:rPr lang="en-US" sz="1100">
                <a:latin typeface="+mj-lt"/>
              </a:rPr>
              <a:t>. In dolor ipsum, gravida et </a:t>
            </a:r>
            <a:r>
              <a:rPr lang="en-US" sz="1100" err="1">
                <a:latin typeface="+mj-lt"/>
              </a:rPr>
              <a:t>sagittis</a:t>
            </a:r>
            <a:r>
              <a:rPr lang="en-US" sz="1100">
                <a:latin typeface="+mj-lt"/>
              </a:rPr>
              <a:t> id, </a:t>
            </a:r>
            <a:r>
              <a:rPr lang="en-US" sz="1100" err="1">
                <a:latin typeface="+mj-lt"/>
              </a:rPr>
              <a:t>sollicitudin</a:t>
            </a:r>
            <a:r>
              <a:rPr lang="en-US" sz="1100">
                <a:latin typeface="+mj-lt"/>
              </a:rPr>
              <a:t> </a:t>
            </a:r>
            <a:r>
              <a:rPr lang="en-US" sz="1100" err="1">
                <a:latin typeface="+mj-lt"/>
              </a:rPr>
              <a:t>ut</a:t>
            </a:r>
            <a:r>
              <a:rPr lang="en-US" sz="1100">
                <a:latin typeface="+mj-lt"/>
              </a:rPr>
              <a:t> </a:t>
            </a:r>
            <a:r>
              <a:rPr lang="en-US" sz="1100" err="1">
                <a:latin typeface="+mj-lt"/>
              </a:rPr>
              <a:t>nisl</a:t>
            </a:r>
            <a:r>
              <a:rPr lang="en-US" sz="1100">
                <a:latin typeface="+mj-lt"/>
              </a:rPr>
              <a:t>. </a:t>
            </a:r>
            <a:r>
              <a:rPr lang="en-US" sz="1100" err="1">
                <a:latin typeface="+mj-lt"/>
              </a:rPr>
              <a:t>Praesent</a:t>
            </a:r>
            <a:r>
              <a:rPr lang="en-US" sz="1100">
                <a:latin typeface="+mj-lt"/>
              </a:rPr>
              <a:t> </a:t>
            </a:r>
            <a:r>
              <a:rPr lang="en-US" sz="1100" err="1">
                <a:latin typeface="+mj-lt"/>
              </a:rPr>
              <a:t>bibendum</a:t>
            </a:r>
            <a:r>
              <a:rPr lang="en-US" sz="1100">
                <a:latin typeface="+mj-lt"/>
              </a:rPr>
              <a:t> tempus </a:t>
            </a:r>
            <a:r>
              <a:rPr lang="en-US" sz="1100" err="1">
                <a:latin typeface="+mj-lt"/>
              </a:rPr>
              <a:t>tellus</a:t>
            </a:r>
            <a:r>
              <a:rPr lang="en-US" sz="1100">
                <a:latin typeface="+mj-lt"/>
              </a:rPr>
              <a:t> </a:t>
            </a:r>
            <a:r>
              <a:rPr lang="en-US" sz="1100" err="1">
                <a:latin typeface="+mj-lt"/>
              </a:rPr>
              <a:t>nec</a:t>
            </a:r>
            <a:r>
              <a:rPr lang="en-US" sz="1100">
                <a:latin typeface="+mj-lt"/>
              </a:rPr>
              <a:t> </a:t>
            </a:r>
            <a:r>
              <a:rPr lang="en-US" sz="1100" err="1">
                <a:latin typeface="+mj-lt"/>
              </a:rPr>
              <a:t>hendrerit</a:t>
            </a:r>
            <a:r>
              <a:rPr lang="en-US" sz="1100">
                <a:latin typeface="+mj-lt"/>
              </a:rPr>
              <a:t>. Nam in </a:t>
            </a:r>
            <a:r>
              <a:rPr lang="en-US" sz="1100" err="1">
                <a:latin typeface="+mj-lt"/>
              </a:rPr>
              <a:t>tempor</a:t>
            </a:r>
            <a:r>
              <a:rPr lang="en-US" sz="1100">
                <a:latin typeface="+mj-lt"/>
              </a:rPr>
              <a:t> </a:t>
            </a:r>
            <a:r>
              <a:rPr lang="en-US" sz="1100" err="1">
                <a:latin typeface="+mj-lt"/>
              </a:rPr>
              <a:t>metus</a:t>
            </a:r>
            <a:r>
              <a:rPr lang="en-US" sz="1100">
                <a:latin typeface="+mj-lt"/>
              </a:rPr>
              <a:t>, ac </a:t>
            </a:r>
            <a:r>
              <a:rPr lang="en-US" sz="1100" err="1">
                <a:latin typeface="+mj-lt"/>
              </a:rPr>
              <a:t>finibus</a:t>
            </a:r>
            <a:r>
              <a:rPr lang="en-US" sz="1100">
                <a:latin typeface="+mj-lt"/>
              </a:rPr>
              <a:t> </a:t>
            </a:r>
            <a:r>
              <a:rPr lang="en-US" sz="1100" err="1">
                <a:latin typeface="+mj-lt"/>
              </a:rPr>
              <a:t>purus</a:t>
            </a:r>
            <a:r>
              <a:rPr lang="en-US" sz="1100">
                <a:latin typeface="+mj-lt"/>
              </a:rPr>
              <a:t>. </a:t>
            </a:r>
            <a:r>
              <a:rPr lang="en-US" sz="1100" err="1">
                <a:latin typeface="+mj-lt"/>
              </a:rPr>
              <a:t>Praesent</a:t>
            </a:r>
            <a:r>
              <a:rPr lang="en-US" sz="1100">
                <a:latin typeface="+mj-lt"/>
              </a:rPr>
              <a:t> </a:t>
            </a:r>
            <a:r>
              <a:rPr lang="en-US" sz="1100" err="1">
                <a:latin typeface="+mj-lt"/>
              </a:rPr>
              <a:t>consequat</a:t>
            </a:r>
            <a:r>
              <a:rPr lang="en-US" sz="1100">
                <a:latin typeface="+mj-lt"/>
              </a:rPr>
              <a:t> </a:t>
            </a:r>
            <a:r>
              <a:rPr lang="en-US" sz="1100" err="1">
                <a:latin typeface="+mj-lt"/>
              </a:rPr>
              <a:t>lectus</a:t>
            </a:r>
            <a:r>
              <a:rPr lang="en-US" sz="1100">
                <a:latin typeface="+mj-lt"/>
              </a:rPr>
              <a:t> sit </a:t>
            </a:r>
            <a:r>
              <a:rPr lang="en-US" sz="1100" err="1">
                <a:latin typeface="+mj-lt"/>
              </a:rPr>
              <a:t>amet</a:t>
            </a:r>
            <a:r>
              <a:rPr lang="en-US" sz="1100">
                <a:latin typeface="+mj-lt"/>
              </a:rPr>
              <a:t> </a:t>
            </a:r>
            <a:r>
              <a:rPr lang="en-US" sz="1100" err="1">
                <a:latin typeface="+mj-lt"/>
              </a:rPr>
              <a:t>tortor</a:t>
            </a:r>
            <a:r>
              <a:rPr lang="en-US" sz="1100">
                <a:latin typeface="+mj-lt"/>
              </a:rPr>
              <a:t> pharetra, </a:t>
            </a:r>
            <a:r>
              <a:rPr lang="en-US" sz="1100" err="1">
                <a:latin typeface="+mj-lt"/>
              </a:rPr>
              <a:t>sed</a:t>
            </a:r>
            <a:r>
              <a:rPr lang="en-US" sz="1100">
                <a:latin typeface="+mj-lt"/>
              </a:rPr>
              <a:t> </a:t>
            </a:r>
            <a:r>
              <a:rPr lang="en-US" sz="1100" err="1">
                <a:latin typeface="+mj-lt"/>
              </a:rPr>
              <a:t>venenatis</a:t>
            </a:r>
            <a:r>
              <a:rPr lang="en-US" sz="1100">
                <a:latin typeface="+mj-lt"/>
              </a:rPr>
              <a:t> </a:t>
            </a:r>
            <a:r>
              <a:rPr lang="en-US" sz="1100" err="1">
                <a:latin typeface="+mj-lt"/>
              </a:rPr>
              <a:t>eros</a:t>
            </a:r>
            <a:r>
              <a:rPr lang="en-US" sz="1100">
                <a:latin typeface="+mj-lt"/>
              </a:rPr>
              <a:t> </a:t>
            </a:r>
            <a:r>
              <a:rPr lang="en-US" sz="1100" err="1">
                <a:latin typeface="+mj-lt"/>
              </a:rPr>
              <a:t>lacinia</a:t>
            </a:r>
            <a:r>
              <a:rPr lang="en-US" sz="1100">
                <a:latin typeface="+mj-lt"/>
              </a:rPr>
              <a:t>. In </a:t>
            </a:r>
            <a:r>
              <a:rPr lang="en-US" sz="1100" err="1">
                <a:latin typeface="+mj-lt"/>
              </a:rPr>
              <a:t>sed</a:t>
            </a:r>
            <a:r>
              <a:rPr lang="en-US" sz="1100">
                <a:latin typeface="+mj-lt"/>
              </a:rPr>
              <a:t> </a:t>
            </a:r>
            <a:r>
              <a:rPr lang="en-US" sz="1100" err="1">
                <a:latin typeface="+mj-lt"/>
              </a:rPr>
              <a:t>erat</a:t>
            </a:r>
            <a:r>
              <a:rPr lang="en-US" sz="1100">
                <a:latin typeface="+mj-lt"/>
              </a:rPr>
              <a:t> libero. </a:t>
            </a:r>
            <a:r>
              <a:rPr lang="en-US" sz="1100" err="1">
                <a:latin typeface="+mj-lt"/>
              </a:rPr>
              <a:t>Sed</a:t>
            </a:r>
            <a:r>
              <a:rPr lang="en-US" sz="1100">
                <a:latin typeface="+mj-lt"/>
              </a:rPr>
              <a:t> lorem </a:t>
            </a:r>
            <a:r>
              <a:rPr lang="en-US" sz="1100" err="1">
                <a:latin typeface="+mj-lt"/>
              </a:rPr>
              <a:t>neque</a:t>
            </a:r>
            <a:r>
              <a:rPr lang="en-US" sz="1100">
                <a:latin typeface="+mj-lt"/>
              </a:rPr>
              <a:t>, </a:t>
            </a:r>
            <a:r>
              <a:rPr lang="en-US" sz="1100" err="1">
                <a:latin typeface="+mj-lt"/>
              </a:rPr>
              <a:t>commodo</a:t>
            </a:r>
            <a:r>
              <a:rPr lang="en-US" sz="1100">
                <a:latin typeface="+mj-lt"/>
              </a:rPr>
              <a:t> vitae ex at, pharetra convallis </a:t>
            </a:r>
            <a:r>
              <a:rPr lang="en-US" sz="1100" err="1">
                <a:latin typeface="+mj-lt"/>
              </a:rPr>
              <a:t>nunc</a:t>
            </a:r>
            <a:r>
              <a:rPr lang="en-US" sz="1100">
                <a:latin typeface="+mj-lt"/>
              </a:rPr>
              <a:t>. In </a:t>
            </a:r>
            <a:r>
              <a:rPr lang="en-US" sz="1100" err="1">
                <a:latin typeface="+mj-lt"/>
              </a:rPr>
              <a:t>vehicula</a:t>
            </a:r>
            <a:r>
              <a:rPr lang="en-US" sz="1100">
                <a:latin typeface="+mj-lt"/>
              </a:rPr>
              <a:t> </a:t>
            </a:r>
            <a:r>
              <a:rPr lang="en-US" sz="1100" err="1">
                <a:latin typeface="+mj-lt"/>
              </a:rPr>
              <a:t>mauris</a:t>
            </a:r>
            <a:r>
              <a:rPr lang="en-US" sz="1100">
                <a:latin typeface="+mj-lt"/>
              </a:rPr>
              <a:t> ligula. </a:t>
            </a:r>
            <a:r>
              <a:rPr lang="en-US" sz="1100" err="1">
                <a:latin typeface="+mj-lt"/>
              </a:rPr>
              <a:t>Suspendisse</a:t>
            </a:r>
            <a:r>
              <a:rPr lang="en-US" sz="1100">
                <a:latin typeface="+mj-lt"/>
              </a:rPr>
              <a:t> in </a:t>
            </a:r>
            <a:r>
              <a:rPr lang="en-US" sz="1100" err="1">
                <a:latin typeface="+mj-lt"/>
              </a:rPr>
              <a:t>tellus</a:t>
            </a:r>
            <a:r>
              <a:rPr lang="en-US" sz="1100">
                <a:latin typeface="+mj-lt"/>
              </a:rPr>
              <a:t> </a:t>
            </a:r>
            <a:r>
              <a:rPr lang="en-US" sz="1100" err="1">
                <a:latin typeface="+mj-lt"/>
              </a:rPr>
              <a:t>congue</a:t>
            </a:r>
            <a:r>
              <a:rPr lang="en-US" sz="1100">
                <a:latin typeface="+mj-lt"/>
              </a:rPr>
              <a:t> </a:t>
            </a:r>
            <a:r>
              <a:rPr lang="en-US" sz="1100" err="1">
                <a:latin typeface="+mj-lt"/>
              </a:rPr>
              <a:t>odio</a:t>
            </a:r>
            <a:r>
              <a:rPr lang="en-US" sz="1100">
                <a:latin typeface="+mj-lt"/>
              </a:rPr>
              <a:t> pharetra </a:t>
            </a:r>
            <a:r>
              <a:rPr lang="en-US" sz="1100" err="1">
                <a:latin typeface="+mj-lt"/>
              </a:rPr>
              <a:t>finibus</a:t>
            </a:r>
            <a:r>
              <a:rPr lang="en-US" sz="1100">
                <a:latin typeface="+mj-lt"/>
              </a:rPr>
              <a:t>. Nam </a:t>
            </a:r>
            <a:r>
              <a:rPr lang="en-US" sz="1100" err="1">
                <a:latin typeface="+mj-lt"/>
              </a:rPr>
              <a:t>vel</a:t>
            </a:r>
            <a:r>
              <a:rPr lang="en-US" sz="1100">
                <a:latin typeface="+mj-lt"/>
              </a:rPr>
              <a:t> </a:t>
            </a:r>
            <a:r>
              <a:rPr lang="en-US" sz="1100" err="1">
                <a:latin typeface="+mj-lt"/>
              </a:rPr>
              <a:t>auctor</a:t>
            </a:r>
            <a:r>
              <a:rPr lang="en-US" sz="1100">
                <a:latin typeface="+mj-lt"/>
              </a:rPr>
              <a:t> </a:t>
            </a:r>
            <a:r>
              <a:rPr lang="en-US" sz="1100" err="1">
                <a:latin typeface="+mj-lt"/>
              </a:rPr>
              <a:t>justo</a:t>
            </a:r>
            <a:r>
              <a:rPr lang="en-US" sz="1100">
                <a:latin typeface="+mj-lt"/>
              </a:rPr>
              <a:t>, vitae </a:t>
            </a:r>
            <a:r>
              <a:rPr lang="en-US" sz="1100" err="1">
                <a:latin typeface="+mj-lt"/>
              </a:rPr>
              <a:t>hendrerit</a:t>
            </a:r>
            <a:r>
              <a:rPr lang="en-US" sz="1100">
                <a:latin typeface="+mj-lt"/>
              </a:rPr>
              <a:t> </a:t>
            </a:r>
            <a:r>
              <a:rPr lang="en-US" sz="1100" err="1">
                <a:latin typeface="+mj-lt"/>
              </a:rPr>
              <a:t>orci</a:t>
            </a:r>
            <a:r>
              <a:rPr lang="en-US" sz="1100">
                <a:latin typeface="+mj-lt"/>
              </a:rPr>
              <a:t>. </a:t>
            </a:r>
            <a:r>
              <a:rPr lang="en-US" sz="1100" err="1">
                <a:latin typeface="+mj-lt"/>
              </a:rPr>
              <a:t>Duis</a:t>
            </a:r>
            <a:r>
              <a:rPr lang="en-US" sz="1100">
                <a:latin typeface="+mj-lt"/>
              </a:rPr>
              <a:t> </a:t>
            </a:r>
            <a:r>
              <a:rPr lang="en-US" sz="1100" err="1">
                <a:latin typeface="+mj-lt"/>
              </a:rPr>
              <a:t>nec</a:t>
            </a:r>
            <a:r>
              <a:rPr lang="en-US" sz="1100">
                <a:latin typeface="+mj-lt"/>
              </a:rPr>
              <a:t> </a:t>
            </a:r>
            <a:r>
              <a:rPr lang="en-US" sz="1100" err="1">
                <a:latin typeface="+mj-lt"/>
              </a:rPr>
              <a:t>sapien</a:t>
            </a:r>
            <a:r>
              <a:rPr lang="en-US" sz="1100">
                <a:latin typeface="+mj-lt"/>
              </a:rPr>
              <a:t> </a:t>
            </a:r>
            <a:r>
              <a:rPr lang="en-US" sz="1100" err="1">
                <a:latin typeface="+mj-lt"/>
              </a:rPr>
              <a:t>viverra</a:t>
            </a:r>
            <a:r>
              <a:rPr lang="en-US" sz="1100">
                <a:latin typeface="+mj-lt"/>
              </a:rPr>
              <a:t>, </a:t>
            </a:r>
            <a:r>
              <a:rPr lang="en-US" sz="1100" err="1">
                <a:latin typeface="+mj-lt"/>
              </a:rPr>
              <a:t>bibendum</a:t>
            </a:r>
            <a:r>
              <a:rPr lang="en-US" sz="1100">
                <a:latin typeface="+mj-lt"/>
              </a:rPr>
              <a:t> </a:t>
            </a:r>
            <a:r>
              <a:rPr lang="en-US" sz="1100" err="1">
                <a:latin typeface="+mj-lt"/>
              </a:rPr>
              <a:t>tellus</a:t>
            </a:r>
            <a:r>
              <a:rPr lang="en-US" sz="1100">
                <a:latin typeface="+mj-lt"/>
              </a:rPr>
              <a:t> </a:t>
            </a:r>
            <a:r>
              <a:rPr lang="en-US" sz="1100" err="1">
                <a:latin typeface="+mj-lt"/>
              </a:rPr>
              <a:t>eget</a:t>
            </a:r>
            <a:r>
              <a:rPr lang="en-US" sz="1100">
                <a:latin typeface="+mj-lt"/>
              </a:rPr>
              <a:t>, </a:t>
            </a:r>
            <a:r>
              <a:rPr lang="en-US" sz="1100" err="1">
                <a:latin typeface="+mj-lt"/>
              </a:rPr>
              <a:t>pellentesque</a:t>
            </a:r>
            <a:r>
              <a:rPr lang="en-US" sz="1100">
                <a:latin typeface="+mj-lt"/>
              </a:rPr>
              <a:t> </a:t>
            </a:r>
            <a:r>
              <a:rPr lang="en-US" sz="1100" err="1">
                <a:latin typeface="+mj-lt"/>
              </a:rPr>
              <a:t>massa</a:t>
            </a:r>
            <a:r>
              <a:rPr lang="en-US" sz="1100">
                <a:latin typeface="+mj-lt"/>
              </a:rPr>
              <a:t>. </a:t>
            </a:r>
            <a:r>
              <a:rPr lang="en-US" sz="1100" err="1">
                <a:latin typeface="+mj-lt"/>
              </a:rPr>
              <a:t>Nulla</a:t>
            </a:r>
            <a:r>
              <a:rPr lang="en-US" sz="1100">
                <a:latin typeface="+mj-lt"/>
              </a:rPr>
              <a:t> </a:t>
            </a:r>
            <a:r>
              <a:rPr lang="en-US" sz="1100" err="1">
                <a:latin typeface="+mj-lt"/>
              </a:rPr>
              <a:t>feugiat</a:t>
            </a:r>
            <a:r>
              <a:rPr lang="en-US" sz="1100">
                <a:latin typeface="+mj-lt"/>
              </a:rPr>
              <a:t>, </a:t>
            </a:r>
            <a:r>
              <a:rPr lang="en-US" sz="1100" err="1">
                <a:latin typeface="+mj-lt"/>
              </a:rPr>
              <a:t>turpis</a:t>
            </a:r>
            <a:r>
              <a:rPr lang="en-US" sz="1100">
                <a:latin typeface="+mj-lt"/>
              </a:rPr>
              <a:t> et </a:t>
            </a:r>
            <a:r>
              <a:rPr lang="en-US" sz="1100" err="1">
                <a:latin typeface="+mj-lt"/>
              </a:rPr>
              <a:t>posuere</a:t>
            </a:r>
            <a:r>
              <a:rPr lang="en-US" sz="1100">
                <a:latin typeface="+mj-lt"/>
              </a:rPr>
              <a:t> </a:t>
            </a:r>
            <a:r>
              <a:rPr lang="en-US" sz="1100" err="1">
                <a:latin typeface="+mj-lt"/>
              </a:rPr>
              <a:t>viverra</a:t>
            </a:r>
            <a:r>
              <a:rPr lang="en-US" sz="1100">
                <a:latin typeface="+mj-lt"/>
              </a:rPr>
              <a:t>, ipsum </a:t>
            </a:r>
            <a:r>
              <a:rPr lang="en-US" sz="1100" err="1">
                <a:latin typeface="+mj-lt"/>
              </a:rPr>
              <a:t>sem</a:t>
            </a:r>
            <a:r>
              <a:rPr lang="en-US" sz="1100">
                <a:latin typeface="+mj-lt"/>
              </a:rPr>
              <a:t> </a:t>
            </a:r>
            <a:r>
              <a:rPr lang="en-US" sz="1100" err="1">
                <a:latin typeface="+mj-lt"/>
              </a:rPr>
              <a:t>tincidunt</a:t>
            </a:r>
            <a:r>
              <a:rPr lang="en-US" sz="1100">
                <a:latin typeface="+mj-lt"/>
              </a:rPr>
              <a:t> </a:t>
            </a:r>
            <a:r>
              <a:rPr lang="en-US" sz="1100" err="1">
                <a:latin typeface="+mj-lt"/>
              </a:rPr>
              <a:t>est</a:t>
            </a:r>
            <a:r>
              <a:rPr lang="en-US" sz="1100">
                <a:latin typeface="+mj-lt"/>
              </a:rPr>
              <a:t>, </a:t>
            </a:r>
            <a:r>
              <a:rPr lang="en-US" sz="1100" err="1">
                <a:latin typeface="+mj-lt"/>
              </a:rPr>
              <a:t>finibus</a:t>
            </a:r>
            <a:r>
              <a:rPr lang="en-US" sz="1100">
                <a:latin typeface="+mj-lt"/>
              </a:rPr>
              <a:t> </a:t>
            </a:r>
            <a:r>
              <a:rPr lang="en-US" sz="1100" err="1">
                <a:latin typeface="+mj-lt"/>
              </a:rPr>
              <a:t>tempor</a:t>
            </a:r>
            <a:r>
              <a:rPr lang="en-US" sz="1100">
                <a:latin typeface="+mj-lt"/>
              </a:rPr>
              <a:t> </a:t>
            </a:r>
            <a:r>
              <a:rPr lang="en-US" sz="1100" err="1">
                <a:latin typeface="+mj-lt"/>
              </a:rPr>
              <a:t>nibh</a:t>
            </a:r>
            <a:r>
              <a:rPr lang="en-US" sz="1100">
                <a:latin typeface="+mj-lt"/>
              </a:rPr>
              <a:t> ante semper diam. </a:t>
            </a:r>
            <a:r>
              <a:rPr lang="en-US" sz="1100" err="1">
                <a:latin typeface="+mj-lt"/>
              </a:rPr>
              <a:t>Nullam</a:t>
            </a:r>
            <a:r>
              <a:rPr lang="en-US" sz="1100">
                <a:latin typeface="+mj-lt"/>
              </a:rPr>
              <a:t> </a:t>
            </a:r>
            <a:r>
              <a:rPr lang="en-US" sz="1100" err="1">
                <a:latin typeface="+mj-lt"/>
              </a:rPr>
              <a:t>quis</a:t>
            </a:r>
            <a:r>
              <a:rPr lang="en-US" sz="1100">
                <a:latin typeface="+mj-lt"/>
              </a:rPr>
              <a:t> </a:t>
            </a:r>
            <a:r>
              <a:rPr lang="en-US" sz="1100" err="1">
                <a:latin typeface="+mj-lt"/>
              </a:rPr>
              <a:t>euismod</a:t>
            </a:r>
            <a:r>
              <a:rPr lang="en-US" sz="1100">
                <a:latin typeface="+mj-lt"/>
              </a:rPr>
              <a:t> </a:t>
            </a:r>
            <a:r>
              <a:rPr lang="en-US" sz="1100" err="1">
                <a:latin typeface="+mj-lt"/>
              </a:rPr>
              <a:t>neque</a:t>
            </a:r>
            <a:r>
              <a:rPr lang="en-US" sz="1100">
                <a:latin typeface="+mj-lt"/>
              </a:rPr>
              <a:t>, </a:t>
            </a:r>
            <a:r>
              <a:rPr lang="en-US" sz="1100" err="1">
                <a:latin typeface="+mj-lt"/>
              </a:rPr>
              <a:t>nec</a:t>
            </a:r>
            <a:r>
              <a:rPr lang="en-US" sz="1100">
                <a:latin typeface="+mj-lt"/>
              </a:rPr>
              <a:t> </a:t>
            </a:r>
            <a:r>
              <a:rPr lang="en-US" sz="1100" err="1">
                <a:latin typeface="+mj-lt"/>
              </a:rPr>
              <a:t>facilisis</a:t>
            </a:r>
            <a:r>
              <a:rPr lang="en-US" sz="1100">
                <a:latin typeface="+mj-lt"/>
              </a:rPr>
              <a:t> sem. </a:t>
            </a:r>
            <a:r>
              <a:rPr lang="en-US" sz="1100" err="1">
                <a:latin typeface="+mj-lt"/>
              </a:rPr>
              <a:t>Morbi</a:t>
            </a:r>
            <a:r>
              <a:rPr lang="en-US" sz="1100">
                <a:latin typeface="+mj-lt"/>
              </a:rPr>
              <a:t> </a:t>
            </a:r>
            <a:r>
              <a:rPr lang="en-US" sz="1100" err="1">
                <a:latin typeface="+mj-lt"/>
              </a:rPr>
              <a:t>egestas</a:t>
            </a:r>
            <a:r>
              <a:rPr lang="en-US" sz="1100">
                <a:latin typeface="+mj-lt"/>
              </a:rPr>
              <a:t> </a:t>
            </a:r>
            <a:r>
              <a:rPr lang="en-US" sz="1100" err="1">
                <a:latin typeface="+mj-lt"/>
              </a:rPr>
              <a:t>iaculis</a:t>
            </a:r>
            <a:r>
              <a:rPr lang="en-US" sz="1100">
                <a:latin typeface="+mj-lt"/>
              </a:rPr>
              <a:t> </a:t>
            </a:r>
            <a:r>
              <a:rPr lang="en-US" sz="1100" err="1">
                <a:latin typeface="+mj-lt"/>
              </a:rPr>
              <a:t>dignissim</a:t>
            </a:r>
            <a:r>
              <a:rPr lang="en-US" sz="1100">
                <a:latin typeface="+mj-lt"/>
              </a:rPr>
              <a:t>. In </a:t>
            </a:r>
            <a:r>
              <a:rPr lang="en-US" sz="1100" err="1">
                <a:latin typeface="+mj-lt"/>
              </a:rPr>
              <a:t>accumsan</a:t>
            </a:r>
            <a:r>
              <a:rPr lang="en-US" sz="1100">
                <a:latin typeface="+mj-lt"/>
              </a:rPr>
              <a:t> </a:t>
            </a:r>
            <a:r>
              <a:rPr lang="en-US" sz="1100" err="1">
                <a:latin typeface="+mj-lt"/>
              </a:rPr>
              <a:t>tortor</a:t>
            </a:r>
            <a:r>
              <a:rPr lang="en-US" sz="1100">
                <a:latin typeface="+mj-lt"/>
              </a:rPr>
              <a:t> </a:t>
            </a:r>
            <a:r>
              <a:rPr lang="en-US" sz="1100" err="1">
                <a:latin typeface="+mj-lt"/>
              </a:rPr>
              <a:t>elit</a:t>
            </a:r>
            <a:r>
              <a:rPr lang="en-US" sz="1100">
                <a:latin typeface="+mj-lt"/>
              </a:rPr>
              <a:t>, non </a:t>
            </a:r>
            <a:r>
              <a:rPr lang="en-US" sz="1100" err="1">
                <a:latin typeface="+mj-lt"/>
              </a:rPr>
              <a:t>euismod</a:t>
            </a:r>
            <a:r>
              <a:rPr lang="en-US" sz="1100">
                <a:latin typeface="+mj-lt"/>
              </a:rPr>
              <a:t> </a:t>
            </a:r>
            <a:r>
              <a:rPr lang="en-US" sz="1100" err="1">
                <a:latin typeface="+mj-lt"/>
              </a:rPr>
              <a:t>eros</a:t>
            </a:r>
            <a:r>
              <a:rPr lang="en-US" sz="1100">
                <a:latin typeface="+mj-lt"/>
              </a:rPr>
              <a:t> </a:t>
            </a:r>
            <a:r>
              <a:rPr lang="en-US" sz="1100" err="1">
                <a:latin typeface="+mj-lt"/>
              </a:rPr>
              <a:t>accumsan</a:t>
            </a:r>
            <a:r>
              <a:rPr lang="en-US" sz="1100">
                <a:latin typeface="+mj-lt"/>
              </a:rPr>
              <a:t> ac. </a:t>
            </a:r>
            <a:r>
              <a:rPr lang="en-US" sz="1100" err="1">
                <a:latin typeface="+mj-lt"/>
              </a:rPr>
              <a:t>Sed</a:t>
            </a:r>
            <a:r>
              <a:rPr lang="en-US" sz="1100">
                <a:latin typeface="+mj-lt"/>
              </a:rPr>
              <a:t> </a:t>
            </a:r>
            <a:r>
              <a:rPr lang="en-US" sz="1100" err="1">
                <a:latin typeface="+mj-lt"/>
              </a:rPr>
              <a:t>ultrices</a:t>
            </a:r>
            <a:r>
              <a:rPr lang="en-US" sz="1100">
                <a:latin typeface="+mj-lt"/>
              </a:rPr>
              <a:t> mi lorem, </a:t>
            </a:r>
            <a:r>
              <a:rPr lang="en-US" sz="1100" err="1">
                <a:latin typeface="+mj-lt"/>
              </a:rPr>
              <a:t>ut</a:t>
            </a:r>
            <a:r>
              <a:rPr lang="en-US" sz="1100">
                <a:latin typeface="+mj-lt"/>
              </a:rPr>
              <a:t> </a:t>
            </a:r>
            <a:r>
              <a:rPr lang="en-US" sz="1100" err="1">
                <a:latin typeface="+mj-lt"/>
              </a:rPr>
              <a:t>dignissim</a:t>
            </a:r>
            <a:r>
              <a:rPr lang="en-US" sz="1100">
                <a:latin typeface="+mj-lt"/>
              </a:rPr>
              <a:t> </a:t>
            </a:r>
            <a:r>
              <a:rPr lang="en-US" sz="1100" err="1">
                <a:latin typeface="+mj-lt"/>
              </a:rPr>
              <a:t>nibh</a:t>
            </a:r>
            <a:r>
              <a:rPr lang="en-US" sz="1100">
                <a:latin typeface="+mj-lt"/>
              </a:rPr>
              <a:t> </a:t>
            </a:r>
            <a:r>
              <a:rPr lang="en-US" sz="1100" err="1">
                <a:latin typeface="+mj-lt"/>
              </a:rPr>
              <a:t>facilisis</a:t>
            </a:r>
            <a:r>
              <a:rPr lang="en-US" sz="1100">
                <a:latin typeface="+mj-lt"/>
              </a:rPr>
              <a:t> vel.</a:t>
            </a:r>
          </a:p>
        </p:txBody>
      </p:sp>
      <p:cxnSp>
        <p:nvCxnSpPr>
          <p:cNvPr id="4" name="Straight Connector 3"/>
          <p:cNvCxnSpPr/>
          <p:nvPr userDrawn="1"/>
        </p:nvCxnSpPr>
        <p:spPr>
          <a:xfrm>
            <a:off x="294410" y="716437"/>
            <a:ext cx="8555182"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7" name="Slide Number Placeholder 1"/>
          <p:cNvSpPr>
            <a:spLocks noGrp="1"/>
          </p:cNvSpPr>
          <p:nvPr>
            <p:ph type="sldNum" sz="quarter" idx="4"/>
          </p:nvPr>
        </p:nvSpPr>
        <p:spPr>
          <a:xfrm>
            <a:off x="7413442" y="4826640"/>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pPr defTabSz="685783"/>
            <a:fld id="{3A707DD9-E92B-45E8-BE0A-E6B2EDF345EB}" type="slidenum">
              <a:rPr lang="en-US" smtClean="0"/>
              <a:pPr defTabSz="685783"/>
              <a:t>‹#›</a:t>
            </a:fld>
            <a:endParaRPr lang="en-US"/>
          </a:p>
        </p:txBody>
      </p:sp>
    </p:spTree>
    <p:extLst>
      <p:ext uri="{BB962C8B-B14F-4D97-AF65-F5344CB8AC3E}">
        <p14:creationId xmlns:p14="http://schemas.microsoft.com/office/powerpoint/2010/main" val="119496370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omparison on Color Canvas">
    <p:bg>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bg1"/>
                </a:solidFill>
              </a:defRPr>
            </a:lvl1pPr>
          </a:lstStyle>
          <a:p>
            <a:r>
              <a:rPr lang="en-US"/>
              <a:t>Please Add Slide Headline Here</a:t>
            </a:r>
          </a:p>
        </p:txBody>
      </p:sp>
      <p:sp>
        <p:nvSpPr>
          <p:cNvPr id="3" name="Content Placeholder 5"/>
          <p:cNvSpPr>
            <a:spLocks noGrp="1"/>
          </p:cNvSpPr>
          <p:nvPr>
            <p:ph sz="quarter" idx="10" hasCustomPrompt="1"/>
          </p:nvPr>
        </p:nvSpPr>
        <p:spPr>
          <a:xfrm>
            <a:off x="357190" y="1422400"/>
            <a:ext cx="3986211" cy="3054350"/>
          </a:xfrm>
        </p:spPr>
        <p:txBody>
          <a:bodyPr/>
          <a:lstStyle>
            <a:lvl1pPr>
              <a:defRPr>
                <a:solidFill>
                  <a:schemeClr val="bg1"/>
                </a:solidFill>
                <a:latin typeface="+mj-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 </a:t>
            </a:r>
          </a:p>
          <a:p>
            <a:pPr lvl="0"/>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r>
              <a:rPr lang="en-US" err="1"/>
              <a:t>Aliquam</a:t>
            </a:r>
            <a:r>
              <a:rPr lang="en-US"/>
              <a:t> sit </a:t>
            </a:r>
            <a:r>
              <a:rPr lang="en-US" err="1"/>
              <a:t>amet</a:t>
            </a:r>
            <a:r>
              <a:rPr lang="en-US"/>
              <a:t> </a:t>
            </a:r>
            <a:r>
              <a:rPr lang="en-US" err="1"/>
              <a:t>leo</a:t>
            </a:r>
            <a:r>
              <a:rPr lang="en-US"/>
              <a:t> semper, </a:t>
            </a:r>
            <a:r>
              <a:rPr lang="en-US" err="1"/>
              <a:t>tincidunt</a:t>
            </a:r>
            <a:r>
              <a:rPr lang="en-US"/>
              <a:t> dolor a, </a:t>
            </a:r>
            <a:r>
              <a:rPr lang="en-US" err="1"/>
              <a:t>lobortis</a:t>
            </a:r>
            <a:r>
              <a:rPr lang="en-US"/>
              <a:t> </a:t>
            </a:r>
            <a:r>
              <a:rPr lang="en-US" err="1"/>
              <a:t>elit</a:t>
            </a:r>
            <a:r>
              <a:rPr lang="en-US"/>
              <a:t>. </a:t>
            </a:r>
            <a:r>
              <a:rPr lang="en-US" err="1"/>
              <a:t>Nulla</a:t>
            </a:r>
            <a:r>
              <a:rPr lang="en-US"/>
              <a:t> ipsum dolor, </a:t>
            </a:r>
            <a:r>
              <a:rPr lang="en-US" err="1"/>
              <a:t>condimentum</a:t>
            </a:r>
            <a:r>
              <a:rPr lang="en-US"/>
              <a:t> </a:t>
            </a:r>
          </a:p>
          <a:p>
            <a:pPr lvl="0"/>
            <a:r>
              <a:rPr lang="en-US"/>
              <a:t>at nisi et, </a:t>
            </a:r>
            <a:r>
              <a:rPr lang="en-US" err="1"/>
              <a:t>varius</a:t>
            </a:r>
            <a:r>
              <a:rPr lang="en-US"/>
              <a:t> </a:t>
            </a:r>
            <a:r>
              <a:rPr lang="en-US" err="1"/>
              <a:t>lobortis</a:t>
            </a:r>
            <a:r>
              <a:rPr lang="en-US"/>
              <a:t> </a:t>
            </a:r>
            <a:r>
              <a:rPr lang="en-US" err="1"/>
              <a:t>lectus</a:t>
            </a:r>
            <a:r>
              <a:rPr lang="en-US"/>
              <a:t>. </a:t>
            </a:r>
            <a:r>
              <a:rPr lang="en-US" err="1"/>
              <a:t>Fusce</a:t>
            </a:r>
            <a:r>
              <a:rPr lang="en-US"/>
              <a:t> </a:t>
            </a:r>
            <a:r>
              <a:rPr lang="en-US" err="1"/>
              <a:t>fermentum</a:t>
            </a:r>
            <a:r>
              <a:rPr lang="en-US"/>
              <a:t> </a:t>
            </a:r>
            <a:r>
              <a:rPr lang="en-US" err="1"/>
              <a:t>bibendum</a:t>
            </a:r>
            <a:r>
              <a:rPr lang="en-US"/>
              <a:t> </a:t>
            </a:r>
            <a:r>
              <a:rPr lang="en-US" err="1"/>
              <a:t>varius</a:t>
            </a:r>
            <a:r>
              <a:rPr lang="en-US"/>
              <a:t>. </a:t>
            </a: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endParaRPr lang="en-US"/>
          </a:p>
        </p:txBody>
      </p:sp>
      <p:sp>
        <p:nvSpPr>
          <p:cNvPr id="5" name="Text Placeholder 4"/>
          <p:cNvSpPr>
            <a:spLocks noGrp="1"/>
          </p:cNvSpPr>
          <p:nvPr>
            <p:ph type="body" sz="quarter" idx="11" hasCustomPrompt="1"/>
          </p:nvPr>
        </p:nvSpPr>
        <p:spPr>
          <a:xfrm>
            <a:off x="357189" y="1079500"/>
            <a:ext cx="3986212" cy="342900"/>
          </a:xfrm>
        </p:spPr>
        <p:txBody>
          <a:bodyPr wrap="none" bIns="0">
            <a:noAutofit/>
          </a:bodyPr>
          <a:lstStyle>
            <a:lvl1pPr marL="0" indent="0">
              <a:spcBef>
                <a:spcPts val="288"/>
              </a:spcBef>
              <a:buNone/>
              <a:defRPr sz="1200" b="1" i="0" cap="all" spc="200" baseline="0">
                <a:solidFill>
                  <a:schemeClr val="bg1"/>
                </a:solidFill>
              </a:defRPr>
            </a:lvl1pPr>
          </a:lstStyle>
          <a:p>
            <a:pPr lvl="0"/>
            <a:r>
              <a:rPr lang="en-US"/>
              <a:t>Highlight goes here</a:t>
            </a:r>
          </a:p>
        </p:txBody>
      </p:sp>
      <p:sp>
        <p:nvSpPr>
          <p:cNvPr id="6" name="Content Placeholder 5"/>
          <p:cNvSpPr>
            <a:spLocks noGrp="1"/>
          </p:cNvSpPr>
          <p:nvPr>
            <p:ph sz="quarter" idx="12" hasCustomPrompt="1"/>
          </p:nvPr>
        </p:nvSpPr>
        <p:spPr>
          <a:xfrm>
            <a:off x="4800599" y="1422400"/>
            <a:ext cx="3993357" cy="3054350"/>
          </a:xfrm>
        </p:spPr>
        <p:txBody>
          <a:bodyPr/>
          <a:lstStyle>
            <a:lvl1pPr>
              <a:defRPr>
                <a:solidFill>
                  <a:schemeClr val="bg1"/>
                </a:solidFill>
                <a:latin typeface="+mj-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 </a:t>
            </a:r>
          </a:p>
          <a:p>
            <a:pPr lvl="0"/>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r>
              <a:rPr lang="en-US" err="1"/>
              <a:t>Aliquam</a:t>
            </a:r>
            <a:r>
              <a:rPr lang="en-US"/>
              <a:t> sit </a:t>
            </a:r>
            <a:r>
              <a:rPr lang="en-US" err="1"/>
              <a:t>amet</a:t>
            </a:r>
            <a:r>
              <a:rPr lang="en-US"/>
              <a:t> </a:t>
            </a:r>
            <a:r>
              <a:rPr lang="en-US" err="1"/>
              <a:t>leo</a:t>
            </a:r>
            <a:r>
              <a:rPr lang="en-US"/>
              <a:t> semper, </a:t>
            </a:r>
            <a:r>
              <a:rPr lang="en-US" err="1"/>
              <a:t>tincidunt</a:t>
            </a:r>
            <a:r>
              <a:rPr lang="en-US"/>
              <a:t> dolor a, </a:t>
            </a:r>
            <a:r>
              <a:rPr lang="en-US" err="1"/>
              <a:t>lobortis</a:t>
            </a:r>
            <a:r>
              <a:rPr lang="en-US"/>
              <a:t> </a:t>
            </a:r>
            <a:r>
              <a:rPr lang="en-US" err="1"/>
              <a:t>elit</a:t>
            </a:r>
            <a:r>
              <a:rPr lang="en-US"/>
              <a:t>. </a:t>
            </a:r>
            <a:r>
              <a:rPr lang="en-US" err="1"/>
              <a:t>Nulla</a:t>
            </a:r>
            <a:r>
              <a:rPr lang="en-US"/>
              <a:t> ipsum dolor, </a:t>
            </a:r>
            <a:r>
              <a:rPr lang="en-US" err="1"/>
              <a:t>condimentum</a:t>
            </a:r>
            <a:r>
              <a:rPr lang="en-US"/>
              <a:t> </a:t>
            </a:r>
          </a:p>
          <a:p>
            <a:pPr lvl="0"/>
            <a:r>
              <a:rPr lang="en-US"/>
              <a:t>at nisi et, </a:t>
            </a:r>
            <a:r>
              <a:rPr lang="en-US" err="1"/>
              <a:t>varius</a:t>
            </a:r>
            <a:r>
              <a:rPr lang="en-US"/>
              <a:t> </a:t>
            </a:r>
            <a:r>
              <a:rPr lang="en-US" err="1"/>
              <a:t>lobortis</a:t>
            </a:r>
            <a:r>
              <a:rPr lang="en-US"/>
              <a:t> </a:t>
            </a:r>
            <a:r>
              <a:rPr lang="en-US" err="1"/>
              <a:t>lectus</a:t>
            </a:r>
            <a:r>
              <a:rPr lang="en-US"/>
              <a:t>. </a:t>
            </a:r>
            <a:r>
              <a:rPr lang="en-US" err="1"/>
              <a:t>Fusce</a:t>
            </a:r>
            <a:r>
              <a:rPr lang="en-US"/>
              <a:t> </a:t>
            </a:r>
            <a:r>
              <a:rPr lang="en-US" err="1"/>
              <a:t>fermentum</a:t>
            </a:r>
            <a:r>
              <a:rPr lang="en-US"/>
              <a:t> </a:t>
            </a:r>
            <a:r>
              <a:rPr lang="en-US" err="1"/>
              <a:t>bibendum</a:t>
            </a:r>
            <a:r>
              <a:rPr lang="en-US"/>
              <a:t> </a:t>
            </a:r>
            <a:r>
              <a:rPr lang="en-US" err="1"/>
              <a:t>varius</a:t>
            </a:r>
            <a:r>
              <a:rPr lang="en-US"/>
              <a:t>. </a:t>
            </a: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endParaRPr lang="en-US"/>
          </a:p>
        </p:txBody>
      </p:sp>
      <p:sp>
        <p:nvSpPr>
          <p:cNvPr id="7" name="Text Placeholder 4"/>
          <p:cNvSpPr>
            <a:spLocks noGrp="1"/>
          </p:cNvSpPr>
          <p:nvPr>
            <p:ph type="body" sz="quarter" idx="13" hasCustomPrompt="1"/>
          </p:nvPr>
        </p:nvSpPr>
        <p:spPr>
          <a:xfrm>
            <a:off x="4800599" y="1079500"/>
            <a:ext cx="3986214" cy="342900"/>
          </a:xfrm>
        </p:spPr>
        <p:txBody>
          <a:bodyPr wrap="none" bIns="0">
            <a:noAutofit/>
          </a:bodyPr>
          <a:lstStyle>
            <a:lvl1pPr marL="0" indent="0">
              <a:spcBef>
                <a:spcPts val="288"/>
              </a:spcBef>
              <a:buNone/>
              <a:defRPr sz="1200" b="1" i="0" cap="all" spc="200" baseline="0">
                <a:solidFill>
                  <a:schemeClr val="bg1"/>
                </a:solidFill>
              </a:defRPr>
            </a:lvl1pPr>
          </a:lstStyle>
          <a:p>
            <a:pPr lvl="0"/>
            <a:r>
              <a:rPr lang="en-US"/>
              <a:t>OTHER Highlight goes here</a:t>
            </a:r>
          </a:p>
        </p:txBody>
      </p:sp>
      <p:cxnSp>
        <p:nvCxnSpPr>
          <p:cNvPr id="8" name="Straight Connector 7"/>
          <p:cNvCxnSpPr/>
          <p:nvPr userDrawn="1"/>
        </p:nvCxnSpPr>
        <p:spPr>
          <a:xfrm>
            <a:off x="294410" y="716437"/>
            <a:ext cx="8555182"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10" name="Slide Number Placeholder 1"/>
          <p:cNvSpPr>
            <a:spLocks noGrp="1"/>
          </p:cNvSpPr>
          <p:nvPr>
            <p:ph type="sldNum" sz="quarter" idx="4"/>
          </p:nvPr>
        </p:nvSpPr>
        <p:spPr>
          <a:xfrm>
            <a:off x="7413442" y="4826640"/>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pPr defTabSz="685783"/>
            <a:fld id="{3A707DD9-E92B-45E8-BE0A-E6B2EDF345EB}" type="slidenum">
              <a:rPr lang="en-US" smtClean="0"/>
              <a:pPr defTabSz="685783"/>
              <a:t>‹#›</a:t>
            </a:fld>
            <a:endParaRPr lang="en-US"/>
          </a:p>
        </p:txBody>
      </p:sp>
    </p:spTree>
    <p:extLst>
      <p:ext uri="{BB962C8B-B14F-4D97-AF65-F5344CB8AC3E}">
        <p14:creationId xmlns:p14="http://schemas.microsoft.com/office/powerpoint/2010/main" val="109079248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hree Content on Color Canvas">
    <p:bg>
      <p:bgPr>
        <a:solidFill>
          <a:schemeClr val="accent6"/>
        </a:solidFill>
        <a:effectLst/>
      </p:bgPr>
    </p:bg>
    <p:spTree>
      <p:nvGrpSpPr>
        <p:cNvPr id="1" name=""/>
        <p:cNvGrpSpPr/>
        <p:nvPr/>
      </p:nvGrpSpPr>
      <p:grpSpPr>
        <a:xfrm>
          <a:off x="0" y="0"/>
          <a:ext cx="0" cy="0"/>
          <a:chOff x="0" y="0"/>
          <a:chExt cx="0" cy="0"/>
        </a:xfrm>
      </p:grpSpPr>
      <p:sp>
        <p:nvSpPr>
          <p:cNvPr id="15" name="Content Placeholder 14"/>
          <p:cNvSpPr>
            <a:spLocks noGrp="1"/>
          </p:cNvSpPr>
          <p:nvPr>
            <p:ph sz="quarter" idx="16" hasCustomPrompt="1"/>
          </p:nvPr>
        </p:nvSpPr>
        <p:spPr>
          <a:xfrm>
            <a:off x="1127175" y="1238584"/>
            <a:ext cx="2304288" cy="2903538"/>
          </a:xfrm>
          <a:ln>
            <a:solidFill>
              <a:schemeClr val="bg1"/>
            </a:solidFill>
          </a:ln>
        </p:spPr>
        <p:txBody>
          <a:bodyPr vert="horz" lIns="182880" tIns="274320" rIns="182880" bIns="274320" rtlCol="0">
            <a:normAutofit/>
          </a:bodyPr>
          <a:lstStyle>
            <a:lvl1pPr>
              <a:defRPr lang="en-US" sz="1000" dirty="0" smtClean="0">
                <a:solidFill>
                  <a:schemeClr val="bg1"/>
                </a:solidFill>
              </a:defRPr>
            </a:lvl1pPr>
            <a:lvl2pPr>
              <a:defRPr lang="en-US" sz="1000" dirty="0" smtClean="0">
                <a:solidFill>
                  <a:schemeClr val="bg1"/>
                </a:solidFill>
              </a:defRPr>
            </a:lvl2pPr>
            <a:lvl3pPr>
              <a:defRPr lang="en-US" sz="1000" dirty="0" smtClean="0">
                <a:solidFill>
                  <a:schemeClr val="bg1"/>
                </a:solidFill>
              </a:defRPr>
            </a:lvl3pPr>
            <a:lvl4pPr>
              <a:defRPr lang="en-US" sz="1000" dirty="0" smtClean="0">
                <a:solidFill>
                  <a:schemeClr val="bg1"/>
                </a:solidFill>
              </a:defRPr>
            </a:lvl4pPr>
            <a:lvl5pPr>
              <a:defRPr lang="en-US" sz="1000" dirty="0">
                <a:solidFill>
                  <a:schemeClr val="bg1"/>
                </a:solidFill>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p>
          <a:p>
            <a:pPr lvl="0"/>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 </a:t>
            </a:r>
          </a:p>
        </p:txBody>
      </p:sp>
      <p:sp>
        <p:nvSpPr>
          <p:cNvPr id="5" name="Title Placeholder 3"/>
          <p:cNvSpPr>
            <a:spLocks noGrp="1"/>
          </p:cNvSpPr>
          <p:nvPr>
            <p:ph type="body" sz="quarter" idx="11" hasCustomPrompt="1"/>
          </p:nvPr>
        </p:nvSpPr>
        <p:spPr>
          <a:xfrm>
            <a:off x="5735751" y="799672"/>
            <a:ext cx="2304288" cy="438912"/>
          </a:xfrm>
          <a:solidFill>
            <a:schemeClr val="bg1"/>
          </a:solidFill>
          <a:ln>
            <a:solidFill>
              <a:schemeClr val="bg1"/>
            </a:solidFill>
          </a:ln>
        </p:spPr>
        <p:txBody>
          <a:bodyPr wrap="none" lIns="91440" tIns="0" rIns="91440" bIns="0" anchor="ctr">
            <a:noAutofit/>
          </a:bodyPr>
          <a:lstStyle>
            <a:lvl1pPr marL="0" indent="0" algn="ctr">
              <a:buNone/>
              <a:defRPr sz="1200" b="1" i="0" cap="all" spc="200" baseline="0"/>
            </a:lvl1pPr>
            <a:lvl2pPr marL="457189" indent="0">
              <a:buNone/>
              <a:defRPr b="1" i="0" cap="all" spc="200" baseline="0"/>
            </a:lvl2pPr>
            <a:lvl3pPr marL="914378" indent="0">
              <a:buNone/>
              <a:defRPr b="1" i="0" cap="all" spc="200" baseline="0"/>
            </a:lvl3pPr>
            <a:lvl4pPr marL="1371566" indent="0">
              <a:buNone/>
              <a:defRPr b="1" i="0" cap="all" spc="200" baseline="0"/>
            </a:lvl4pPr>
            <a:lvl5pPr marL="1828754" indent="0">
              <a:buFont typeface="Arial" panose="020B0604020202020204" pitchFamily="34" charset="0"/>
              <a:buNone/>
              <a:defRPr b="1" i="0" cap="all" spc="200" baseline="0"/>
            </a:lvl5pPr>
          </a:lstStyle>
          <a:p>
            <a:pPr lvl="0"/>
            <a:r>
              <a:rPr lang="en-US"/>
              <a:t>ADD TITILE HERE</a:t>
            </a:r>
          </a:p>
        </p:txBody>
      </p:sp>
      <p:sp>
        <p:nvSpPr>
          <p:cNvPr id="4" name="Title Placeholder 2"/>
          <p:cNvSpPr>
            <a:spLocks noGrp="1"/>
          </p:cNvSpPr>
          <p:nvPr>
            <p:ph type="body" sz="quarter" idx="10" hasCustomPrompt="1"/>
          </p:nvPr>
        </p:nvSpPr>
        <p:spPr>
          <a:xfrm>
            <a:off x="3431463" y="799672"/>
            <a:ext cx="2304288" cy="438912"/>
          </a:xfrm>
          <a:solidFill>
            <a:schemeClr val="bg1"/>
          </a:solidFill>
          <a:ln>
            <a:solidFill>
              <a:schemeClr val="bg1"/>
            </a:solidFill>
          </a:ln>
        </p:spPr>
        <p:txBody>
          <a:bodyPr wrap="none" lIns="91440" tIns="0" rIns="91440" bIns="0" anchor="ctr">
            <a:noAutofit/>
          </a:bodyPr>
          <a:lstStyle>
            <a:lvl1pPr marL="0" indent="0" algn="ctr">
              <a:buNone/>
              <a:defRPr sz="1200" b="1" i="0" cap="all" spc="200" baseline="0"/>
            </a:lvl1pPr>
            <a:lvl2pPr marL="457189" indent="0">
              <a:buNone/>
              <a:defRPr b="1" i="0" cap="all" spc="200" baseline="0"/>
            </a:lvl2pPr>
            <a:lvl3pPr marL="914378" indent="0">
              <a:buNone/>
              <a:defRPr b="1" i="0" cap="all" spc="200" baseline="0"/>
            </a:lvl3pPr>
            <a:lvl4pPr marL="1371566" indent="0">
              <a:buNone/>
              <a:defRPr b="1" i="0" cap="all" spc="200" baseline="0"/>
            </a:lvl4pPr>
            <a:lvl5pPr marL="1828754" indent="0">
              <a:buFont typeface="Arial" panose="020B0604020202020204" pitchFamily="34" charset="0"/>
              <a:buNone/>
              <a:defRPr b="1" i="0" cap="all" spc="200" baseline="0"/>
            </a:lvl5pPr>
          </a:lstStyle>
          <a:p>
            <a:pPr lvl="0"/>
            <a:r>
              <a:rPr lang="en-US"/>
              <a:t>ADD TITILE HERE</a:t>
            </a:r>
          </a:p>
        </p:txBody>
      </p:sp>
      <p:sp>
        <p:nvSpPr>
          <p:cNvPr id="6" name="Title Placeholder 1"/>
          <p:cNvSpPr>
            <a:spLocks noGrp="1"/>
          </p:cNvSpPr>
          <p:nvPr>
            <p:ph type="body" sz="quarter" idx="12" hasCustomPrompt="1"/>
          </p:nvPr>
        </p:nvSpPr>
        <p:spPr>
          <a:xfrm>
            <a:off x="1127175" y="799672"/>
            <a:ext cx="2304288" cy="438912"/>
          </a:xfrm>
          <a:solidFill>
            <a:schemeClr val="bg1"/>
          </a:solidFill>
          <a:ln>
            <a:solidFill>
              <a:schemeClr val="bg1"/>
            </a:solidFill>
          </a:ln>
        </p:spPr>
        <p:txBody>
          <a:bodyPr wrap="none" lIns="91440" tIns="0" rIns="91440" bIns="0" anchor="ctr">
            <a:noAutofit/>
          </a:bodyPr>
          <a:lstStyle>
            <a:lvl1pPr marL="0" indent="0" algn="ctr">
              <a:buNone/>
              <a:defRPr sz="1200" b="1" i="0" cap="all" spc="200" baseline="0"/>
            </a:lvl1pPr>
            <a:lvl2pPr marL="457189" indent="0">
              <a:buNone/>
              <a:defRPr b="1" i="0" cap="all" spc="200" baseline="0"/>
            </a:lvl2pPr>
            <a:lvl3pPr marL="914378" indent="0">
              <a:buNone/>
              <a:defRPr b="1" i="0" cap="all" spc="200" baseline="0"/>
            </a:lvl3pPr>
            <a:lvl4pPr marL="1371566" indent="0">
              <a:buNone/>
              <a:defRPr b="1" i="0" cap="all" spc="200" baseline="0"/>
            </a:lvl4pPr>
            <a:lvl5pPr marL="1828754" indent="0">
              <a:buFont typeface="Arial" panose="020B0604020202020204" pitchFamily="34" charset="0"/>
              <a:buNone/>
              <a:defRPr b="1" i="0" cap="all" spc="200" baseline="0"/>
            </a:lvl5pPr>
          </a:lstStyle>
          <a:p>
            <a:pPr lvl="0"/>
            <a:r>
              <a:rPr lang="en-US"/>
              <a:t>ADD TITILE HERE</a:t>
            </a:r>
          </a:p>
        </p:txBody>
      </p:sp>
      <p:sp>
        <p:nvSpPr>
          <p:cNvPr id="13" name="Slide Number Placeholder 1"/>
          <p:cNvSpPr>
            <a:spLocks noGrp="1"/>
          </p:cNvSpPr>
          <p:nvPr>
            <p:ph type="sldNum" sz="quarter" idx="4"/>
          </p:nvPr>
        </p:nvSpPr>
        <p:spPr>
          <a:xfrm>
            <a:off x="7413442" y="4826640"/>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pPr defTabSz="685783"/>
            <a:fld id="{3A707DD9-E92B-45E8-BE0A-E6B2EDF345EB}" type="slidenum">
              <a:rPr lang="en-US" smtClean="0"/>
              <a:pPr defTabSz="685783"/>
              <a:t>‹#›</a:t>
            </a:fld>
            <a:endParaRPr lang="en-US"/>
          </a:p>
        </p:txBody>
      </p:sp>
      <p:sp>
        <p:nvSpPr>
          <p:cNvPr id="16" name="Content Placeholder 14"/>
          <p:cNvSpPr>
            <a:spLocks noGrp="1"/>
          </p:cNvSpPr>
          <p:nvPr>
            <p:ph sz="quarter" idx="17" hasCustomPrompt="1"/>
          </p:nvPr>
        </p:nvSpPr>
        <p:spPr>
          <a:xfrm>
            <a:off x="5735751" y="1238584"/>
            <a:ext cx="2304288" cy="2903538"/>
          </a:xfrm>
          <a:ln>
            <a:solidFill>
              <a:schemeClr val="bg1"/>
            </a:solidFill>
          </a:ln>
        </p:spPr>
        <p:txBody>
          <a:bodyPr vert="horz" lIns="182880" tIns="274320" rIns="182880" bIns="274320" rtlCol="0">
            <a:normAutofit/>
          </a:bodyPr>
          <a:lstStyle>
            <a:lvl1pPr>
              <a:defRPr lang="en-US" sz="1000" dirty="0" smtClean="0">
                <a:solidFill>
                  <a:schemeClr val="bg1"/>
                </a:solidFill>
              </a:defRPr>
            </a:lvl1pPr>
            <a:lvl2pPr>
              <a:defRPr lang="en-US" sz="1000" dirty="0" smtClean="0">
                <a:solidFill>
                  <a:schemeClr val="bg1"/>
                </a:solidFill>
              </a:defRPr>
            </a:lvl2pPr>
            <a:lvl3pPr>
              <a:defRPr lang="en-US" sz="1000" dirty="0" smtClean="0">
                <a:solidFill>
                  <a:schemeClr val="bg1"/>
                </a:solidFill>
              </a:defRPr>
            </a:lvl3pPr>
            <a:lvl4pPr>
              <a:defRPr lang="en-US" sz="1000" dirty="0" smtClean="0">
                <a:solidFill>
                  <a:schemeClr val="bg1"/>
                </a:solidFill>
              </a:defRPr>
            </a:lvl4pPr>
            <a:lvl5pPr>
              <a:defRPr lang="en-US" sz="1000" dirty="0">
                <a:solidFill>
                  <a:schemeClr val="bg1"/>
                </a:solidFill>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p>
          <a:p>
            <a:pPr lvl="0"/>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 </a:t>
            </a:r>
          </a:p>
        </p:txBody>
      </p:sp>
      <p:sp>
        <p:nvSpPr>
          <p:cNvPr id="17" name="Content Placeholder 14"/>
          <p:cNvSpPr>
            <a:spLocks noGrp="1"/>
          </p:cNvSpPr>
          <p:nvPr>
            <p:ph sz="quarter" idx="18" hasCustomPrompt="1"/>
          </p:nvPr>
        </p:nvSpPr>
        <p:spPr>
          <a:xfrm>
            <a:off x="3431463" y="1238584"/>
            <a:ext cx="2304288" cy="2903538"/>
          </a:xfrm>
          <a:ln>
            <a:solidFill>
              <a:schemeClr val="bg1"/>
            </a:solidFill>
          </a:ln>
        </p:spPr>
        <p:txBody>
          <a:bodyPr vert="horz" lIns="182880" tIns="274320" rIns="182880" bIns="274320" rtlCol="0">
            <a:normAutofit/>
          </a:bodyPr>
          <a:lstStyle>
            <a:lvl1pPr>
              <a:defRPr lang="en-US" sz="1000" dirty="0" smtClean="0">
                <a:solidFill>
                  <a:schemeClr val="bg1"/>
                </a:solidFill>
              </a:defRPr>
            </a:lvl1pPr>
            <a:lvl2pPr>
              <a:defRPr lang="en-US" sz="1000" dirty="0" smtClean="0">
                <a:solidFill>
                  <a:schemeClr val="bg1"/>
                </a:solidFill>
              </a:defRPr>
            </a:lvl2pPr>
            <a:lvl3pPr>
              <a:defRPr lang="en-US" sz="1000" dirty="0" smtClean="0">
                <a:solidFill>
                  <a:schemeClr val="bg1"/>
                </a:solidFill>
              </a:defRPr>
            </a:lvl3pPr>
            <a:lvl4pPr>
              <a:defRPr lang="en-US" sz="1000" dirty="0" smtClean="0">
                <a:solidFill>
                  <a:schemeClr val="bg1"/>
                </a:solidFill>
              </a:defRPr>
            </a:lvl4pPr>
            <a:lvl5pPr>
              <a:defRPr lang="en-US" sz="1000" dirty="0">
                <a:solidFill>
                  <a:schemeClr val="bg1"/>
                </a:solidFill>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p>
          <a:p>
            <a:pPr lvl="0"/>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 </a:t>
            </a:r>
          </a:p>
        </p:txBody>
      </p:sp>
    </p:spTree>
    <p:extLst>
      <p:ext uri="{BB962C8B-B14F-4D97-AF65-F5344CB8AC3E}">
        <p14:creationId xmlns:p14="http://schemas.microsoft.com/office/powerpoint/2010/main" val="367429727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Quote - EPAM Blue">
    <p:bg>
      <p:bgPr>
        <a:solidFill>
          <a:schemeClr val="accent2"/>
        </a:solidFill>
        <a:effectLst/>
      </p:bgPr>
    </p:bg>
    <p:spTree>
      <p:nvGrpSpPr>
        <p:cNvPr id="1" name=""/>
        <p:cNvGrpSpPr/>
        <p:nvPr/>
      </p:nvGrpSpPr>
      <p:grpSpPr>
        <a:xfrm>
          <a:off x="0" y="0"/>
          <a:ext cx="0" cy="0"/>
          <a:chOff x="0" y="0"/>
          <a:chExt cx="0" cy="0"/>
        </a:xfrm>
      </p:grpSpPr>
      <p:sp>
        <p:nvSpPr>
          <p:cNvPr id="9" name="Text Placeholder 8"/>
          <p:cNvSpPr>
            <a:spLocks noGrp="1"/>
          </p:cNvSpPr>
          <p:nvPr>
            <p:ph type="body" sz="quarter" idx="10" hasCustomPrompt="1"/>
          </p:nvPr>
        </p:nvSpPr>
        <p:spPr>
          <a:xfrm>
            <a:off x="1780954" y="2098360"/>
            <a:ext cx="5582093" cy="587388"/>
          </a:xfrm>
          <a:prstGeom prst="rect">
            <a:avLst/>
          </a:prstGeom>
        </p:spPr>
        <p:txBody>
          <a:bodyPr anchor="ctr"/>
          <a:lstStyle>
            <a:lvl1pPr marL="0" indent="0" algn="ctr">
              <a:lnSpc>
                <a:spcPts val="1800"/>
              </a:lnSpc>
              <a:buNone/>
              <a:defRPr sz="1600">
                <a:solidFill>
                  <a:schemeClr val="bg1"/>
                </a:solidFill>
                <a:latin typeface="+mj-lt"/>
              </a:defRPr>
            </a:lvl1pPr>
            <a:lvl2pPr marL="457189" indent="0">
              <a:buNone/>
              <a:defRPr sz="1600">
                <a:latin typeface="+mj-lt"/>
              </a:defRPr>
            </a:lvl2pPr>
            <a:lvl3pPr marL="914378" indent="0">
              <a:buNone/>
              <a:defRPr sz="1600">
                <a:latin typeface="+mj-lt"/>
              </a:defRPr>
            </a:lvl3pPr>
            <a:lvl4pPr marL="1371566" indent="0">
              <a:buNone/>
              <a:defRPr sz="1600">
                <a:latin typeface="+mj-lt"/>
              </a:defRPr>
            </a:lvl4pPr>
            <a:lvl5pPr marL="1828754" indent="0">
              <a:buNone/>
              <a:defRPr sz="1600">
                <a:latin typeface="+mj-lt"/>
              </a:defRPr>
            </a:lvl5pPr>
          </a:lstStyle>
          <a:p>
            <a:pPr algn="ctr">
              <a:lnSpc>
                <a:spcPts val="2400"/>
              </a:lnSpc>
            </a:pPr>
            <a:r>
              <a:rPr lang="en-US" sz="1600" baseline="0">
                <a:solidFill>
                  <a:schemeClr val="bg1"/>
                </a:solidFill>
                <a:latin typeface="+mj-lt"/>
              </a:rPr>
              <a:t>Please add call out or quote here</a:t>
            </a:r>
            <a:br>
              <a:rPr lang="en-US" sz="1600" baseline="0">
                <a:solidFill>
                  <a:schemeClr val="bg1"/>
                </a:solidFill>
                <a:latin typeface="+mj-lt"/>
              </a:rPr>
            </a:br>
            <a:r>
              <a:rPr lang="en-US" sz="1600" baseline="0">
                <a:solidFill>
                  <a:schemeClr val="bg1"/>
                </a:solidFill>
                <a:latin typeface="+mj-lt"/>
              </a:rPr>
              <a:t>sit </a:t>
            </a:r>
            <a:r>
              <a:rPr lang="en-US" sz="1600" baseline="0" err="1">
                <a:solidFill>
                  <a:schemeClr val="bg1"/>
                </a:solidFill>
                <a:latin typeface="+mj-lt"/>
              </a:rPr>
              <a:t>amet</a:t>
            </a:r>
            <a:r>
              <a:rPr lang="en-US" sz="1600" baseline="0">
                <a:solidFill>
                  <a:schemeClr val="bg1"/>
                </a:solidFill>
                <a:latin typeface="+mj-lt"/>
              </a:rPr>
              <a:t>, </a:t>
            </a:r>
            <a:r>
              <a:rPr lang="en-US" sz="1600" baseline="0" err="1">
                <a:solidFill>
                  <a:schemeClr val="bg1"/>
                </a:solidFill>
                <a:latin typeface="+mj-lt"/>
              </a:rPr>
              <a:t>consectetur</a:t>
            </a:r>
            <a:r>
              <a:rPr lang="en-US" sz="1600" baseline="0">
                <a:solidFill>
                  <a:schemeClr val="bg1"/>
                </a:solidFill>
                <a:latin typeface="+mj-lt"/>
              </a:rPr>
              <a:t> </a:t>
            </a:r>
            <a:r>
              <a:rPr lang="en-US" sz="1600" baseline="0" err="1">
                <a:solidFill>
                  <a:schemeClr val="bg1"/>
                </a:solidFill>
                <a:latin typeface="+mj-lt"/>
              </a:rPr>
              <a:t>adipiscing</a:t>
            </a:r>
            <a:r>
              <a:rPr lang="en-US" sz="1600" baseline="0">
                <a:solidFill>
                  <a:schemeClr val="bg1"/>
                </a:solidFill>
                <a:latin typeface="+mj-lt"/>
              </a:rPr>
              <a:t> </a:t>
            </a:r>
            <a:r>
              <a:rPr lang="en-US" sz="1600" baseline="0" err="1">
                <a:solidFill>
                  <a:schemeClr val="bg1"/>
                </a:solidFill>
                <a:latin typeface="+mj-lt"/>
              </a:rPr>
              <a:t>elit</a:t>
            </a:r>
            <a:r>
              <a:rPr lang="en-US" sz="1600" baseline="0">
                <a:solidFill>
                  <a:schemeClr val="bg1"/>
                </a:solidFill>
                <a:latin typeface="+mj-lt"/>
              </a:rPr>
              <a:t>. </a:t>
            </a:r>
            <a:r>
              <a:rPr lang="en-US" sz="1600" baseline="0" err="1">
                <a:solidFill>
                  <a:schemeClr val="bg1"/>
                </a:solidFill>
                <a:latin typeface="+mj-lt"/>
              </a:rPr>
              <a:t>Sed</a:t>
            </a:r>
            <a:r>
              <a:rPr lang="en-US" sz="1600" baseline="0">
                <a:solidFill>
                  <a:schemeClr val="bg1"/>
                </a:solidFill>
                <a:latin typeface="+mj-lt"/>
              </a:rPr>
              <a:t> </a:t>
            </a:r>
            <a:r>
              <a:rPr lang="en-US" sz="1600" baseline="0" err="1">
                <a:solidFill>
                  <a:schemeClr val="bg1"/>
                </a:solidFill>
                <a:latin typeface="+mj-lt"/>
              </a:rPr>
              <a:t>nec</a:t>
            </a:r>
            <a:r>
              <a:rPr lang="en-US" sz="1600" baseline="0">
                <a:solidFill>
                  <a:schemeClr val="bg1"/>
                </a:solidFill>
                <a:latin typeface="+mj-lt"/>
              </a:rPr>
              <a:t> </a:t>
            </a:r>
            <a:r>
              <a:rPr lang="en-US" sz="1600" baseline="0" err="1">
                <a:solidFill>
                  <a:schemeClr val="bg1"/>
                </a:solidFill>
                <a:latin typeface="+mj-lt"/>
              </a:rPr>
              <a:t>sem</a:t>
            </a:r>
            <a:r>
              <a:rPr lang="en-US" sz="1600" baseline="0">
                <a:solidFill>
                  <a:schemeClr val="bg1"/>
                </a:solidFill>
                <a:latin typeface="+mj-lt"/>
              </a:rPr>
              <a:t> gravida, </a:t>
            </a:r>
            <a:r>
              <a:rPr lang="en-US" sz="1600" baseline="0" err="1">
                <a:solidFill>
                  <a:schemeClr val="bg1"/>
                </a:solidFill>
                <a:latin typeface="+mj-lt"/>
              </a:rPr>
              <a:t>dapibus</a:t>
            </a:r>
            <a:r>
              <a:rPr lang="en-US" sz="1600" baseline="0">
                <a:solidFill>
                  <a:schemeClr val="bg1"/>
                </a:solidFill>
                <a:latin typeface="+mj-lt"/>
              </a:rPr>
              <a:t> </a:t>
            </a:r>
            <a:r>
              <a:rPr lang="en-US" sz="1600" baseline="0" err="1">
                <a:solidFill>
                  <a:schemeClr val="bg1"/>
                </a:solidFill>
                <a:latin typeface="+mj-lt"/>
              </a:rPr>
              <a:t>turpis</a:t>
            </a:r>
            <a:r>
              <a:rPr lang="en-US" sz="1600" baseline="0">
                <a:solidFill>
                  <a:schemeClr val="bg1"/>
                </a:solidFill>
                <a:latin typeface="+mj-lt"/>
              </a:rPr>
              <a:t> </a:t>
            </a:r>
            <a:r>
              <a:rPr lang="en-US" sz="1600" baseline="0" err="1">
                <a:solidFill>
                  <a:schemeClr val="bg1"/>
                </a:solidFill>
                <a:latin typeface="+mj-lt"/>
              </a:rPr>
              <a:t>porttitor</a:t>
            </a:r>
            <a:r>
              <a:rPr lang="en-US" sz="1600" baseline="0">
                <a:solidFill>
                  <a:schemeClr val="bg1"/>
                </a:solidFill>
                <a:latin typeface="+mj-lt"/>
              </a:rPr>
              <a:t>, </a:t>
            </a:r>
            <a:r>
              <a:rPr lang="en-US" sz="1600" baseline="0" err="1">
                <a:solidFill>
                  <a:schemeClr val="bg1"/>
                </a:solidFill>
                <a:latin typeface="+mj-lt"/>
              </a:rPr>
              <a:t>tincidunt</a:t>
            </a:r>
            <a:r>
              <a:rPr lang="en-US" sz="1600" baseline="0">
                <a:solidFill>
                  <a:schemeClr val="bg1"/>
                </a:solidFill>
                <a:latin typeface="+mj-lt"/>
              </a:rPr>
              <a:t> </a:t>
            </a:r>
            <a:r>
              <a:rPr lang="en-US" sz="1600" baseline="0" err="1">
                <a:solidFill>
                  <a:schemeClr val="bg1"/>
                </a:solidFill>
                <a:latin typeface="+mj-lt"/>
              </a:rPr>
              <a:t>nibh</a:t>
            </a:r>
            <a:r>
              <a:rPr lang="en-US" sz="1600" baseline="0">
                <a:solidFill>
                  <a:schemeClr val="bg1"/>
                </a:solidFill>
                <a:latin typeface="+mj-lt"/>
              </a:rPr>
              <a:t>. </a:t>
            </a:r>
            <a:r>
              <a:rPr lang="en-US" sz="1600" baseline="0" err="1">
                <a:solidFill>
                  <a:schemeClr val="bg1"/>
                </a:solidFill>
                <a:latin typeface="+mj-lt"/>
              </a:rPr>
              <a:t>Orci</a:t>
            </a:r>
            <a:r>
              <a:rPr lang="en-US" sz="1600" baseline="0">
                <a:solidFill>
                  <a:schemeClr val="bg1"/>
                </a:solidFill>
                <a:latin typeface="+mj-lt"/>
              </a:rPr>
              <a:t> </a:t>
            </a:r>
            <a:r>
              <a:rPr lang="en-US" sz="1600" baseline="0" err="1">
                <a:solidFill>
                  <a:schemeClr val="bg1"/>
                </a:solidFill>
                <a:latin typeface="+mj-lt"/>
              </a:rPr>
              <a:t>varius</a:t>
            </a:r>
            <a:r>
              <a:rPr lang="en-US" sz="1600" baseline="0">
                <a:solidFill>
                  <a:schemeClr val="bg1"/>
                </a:solidFill>
                <a:latin typeface="+mj-lt"/>
              </a:rPr>
              <a:t> </a:t>
            </a:r>
            <a:r>
              <a:rPr lang="en-US" sz="1600" baseline="0" err="1">
                <a:solidFill>
                  <a:schemeClr val="bg1"/>
                </a:solidFill>
                <a:latin typeface="+mj-lt"/>
              </a:rPr>
              <a:t>natoque</a:t>
            </a:r>
            <a:r>
              <a:rPr lang="en-US" sz="1600" baseline="0">
                <a:solidFill>
                  <a:schemeClr val="bg1"/>
                </a:solidFill>
                <a:latin typeface="+mj-lt"/>
              </a:rPr>
              <a:t> </a:t>
            </a:r>
            <a:r>
              <a:rPr lang="en-US" sz="1600" baseline="0" err="1">
                <a:solidFill>
                  <a:schemeClr val="bg1"/>
                </a:solidFill>
                <a:latin typeface="+mj-lt"/>
              </a:rPr>
              <a:t>penatibus</a:t>
            </a:r>
            <a:r>
              <a:rPr lang="en-US" sz="1600" baseline="0">
                <a:solidFill>
                  <a:schemeClr val="bg1"/>
                </a:solidFill>
                <a:latin typeface="+mj-lt"/>
              </a:rPr>
              <a:t> et </a:t>
            </a:r>
            <a:r>
              <a:rPr lang="en-US" sz="1600" baseline="0" err="1">
                <a:solidFill>
                  <a:schemeClr val="bg1"/>
                </a:solidFill>
                <a:latin typeface="+mj-lt"/>
              </a:rPr>
              <a:t>magnis</a:t>
            </a:r>
            <a:r>
              <a:rPr lang="en-US" sz="1600" baseline="0">
                <a:solidFill>
                  <a:schemeClr val="bg1"/>
                </a:solidFill>
                <a:latin typeface="+mj-lt"/>
              </a:rPr>
              <a:t> dis parturient </a:t>
            </a:r>
            <a:r>
              <a:rPr lang="en-US" sz="1600" baseline="0" err="1">
                <a:solidFill>
                  <a:schemeClr val="bg1"/>
                </a:solidFill>
                <a:latin typeface="+mj-lt"/>
              </a:rPr>
              <a:t>montes</a:t>
            </a:r>
            <a:r>
              <a:rPr lang="en-US" sz="1600" baseline="0">
                <a:solidFill>
                  <a:schemeClr val="bg1"/>
                </a:solidFill>
                <a:latin typeface="+mj-lt"/>
              </a:rPr>
              <a:t>, </a:t>
            </a:r>
            <a:r>
              <a:rPr lang="en-US" sz="1600" baseline="0" err="1">
                <a:solidFill>
                  <a:schemeClr val="bg1"/>
                </a:solidFill>
                <a:latin typeface="+mj-lt"/>
              </a:rPr>
              <a:t>nascetur</a:t>
            </a:r>
            <a:r>
              <a:rPr lang="en-US" sz="1600" baseline="0">
                <a:solidFill>
                  <a:schemeClr val="bg1"/>
                </a:solidFill>
                <a:latin typeface="+mj-lt"/>
              </a:rPr>
              <a:t> </a:t>
            </a:r>
            <a:r>
              <a:rPr lang="en-US" sz="1600" baseline="0" err="1">
                <a:solidFill>
                  <a:schemeClr val="bg1"/>
                </a:solidFill>
                <a:latin typeface="+mj-lt"/>
              </a:rPr>
              <a:t>ridiculus</a:t>
            </a:r>
            <a:r>
              <a:rPr lang="en-US" sz="1600" baseline="0">
                <a:solidFill>
                  <a:schemeClr val="bg1"/>
                </a:solidFill>
                <a:latin typeface="+mj-lt"/>
              </a:rPr>
              <a:t> mus. Nam </a:t>
            </a:r>
            <a:r>
              <a:rPr lang="en-US" sz="1600" baseline="0" err="1">
                <a:solidFill>
                  <a:schemeClr val="bg1"/>
                </a:solidFill>
                <a:latin typeface="+mj-lt"/>
              </a:rPr>
              <a:t>eget</a:t>
            </a:r>
            <a:r>
              <a:rPr lang="en-US" sz="1600" baseline="0">
                <a:solidFill>
                  <a:schemeClr val="bg1"/>
                </a:solidFill>
                <a:latin typeface="+mj-lt"/>
              </a:rPr>
              <a:t> </a:t>
            </a:r>
            <a:r>
              <a:rPr lang="en-US" sz="1600" baseline="0" err="1">
                <a:solidFill>
                  <a:schemeClr val="bg1"/>
                </a:solidFill>
                <a:latin typeface="+mj-lt"/>
              </a:rPr>
              <a:t>enim</a:t>
            </a:r>
            <a:r>
              <a:rPr lang="en-US" sz="1600" baseline="0">
                <a:solidFill>
                  <a:schemeClr val="bg1"/>
                </a:solidFill>
                <a:latin typeface="+mj-lt"/>
              </a:rPr>
              <a:t> </a:t>
            </a:r>
            <a:r>
              <a:rPr lang="en-US" sz="1600" baseline="0" err="1">
                <a:solidFill>
                  <a:schemeClr val="bg1"/>
                </a:solidFill>
                <a:latin typeface="+mj-lt"/>
              </a:rPr>
              <a:t>mauris</a:t>
            </a:r>
            <a:r>
              <a:rPr lang="en-US" sz="1600" baseline="0">
                <a:solidFill>
                  <a:schemeClr val="bg1"/>
                </a:solidFill>
                <a:latin typeface="+mj-lt"/>
              </a:rPr>
              <a:t>. </a:t>
            </a:r>
            <a:r>
              <a:rPr lang="en-US" sz="1600" baseline="0" err="1">
                <a:solidFill>
                  <a:schemeClr val="bg1"/>
                </a:solidFill>
                <a:latin typeface="+mj-lt"/>
              </a:rPr>
              <a:t>Vivamus</a:t>
            </a:r>
            <a:r>
              <a:rPr lang="en-US" sz="1600" baseline="0">
                <a:solidFill>
                  <a:schemeClr val="bg1"/>
                </a:solidFill>
                <a:latin typeface="+mj-lt"/>
              </a:rPr>
              <a:t> sit </a:t>
            </a:r>
            <a:r>
              <a:rPr lang="en-US" sz="1600" baseline="0" err="1">
                <a:solidFill>
                  <a:schemeClr val="bg1"/>
                </a:solidFill>
                <a:latin typeface="+mj-lt"/>
              </a:rPr>
              <a:t>amet</a:t>
            </a:r>
            <a:r>
              <a:rPr lang="en-US" sz="1600" baseline="0">
                <a:solidFill>
                  <a:schemeClr val="bg1"/>
                </a:solidFill>
                <a:latin typeface="+mj-lt"/>
              </a:rPr>
              <a:t> </a:t>
            </a:r>
            <a:r>
              <a:rPr lang="en-US" sz="1600" baseline="0" err="1">
                <a:solidFill>
                  <a:schemeClr val="bg1"/>
                </a:solidFill>
                <a:latin typeface="+mj-lt"/>
              </a:rPr>
              <a:t>congue</a:t>
            </a:r>
            <a:r>
              <a:rPr lang="en-US" sz="1600" baseline="0">
                <a:solidFill>
                  <a:schemeClr val="bg1"/>
                </a:solidFill>
                <a:latin typeface="+mj-lt"/>
              </a:rPr>
              <a:t> </a:t>
            </a:r>
            <a:r>
              <a:rPr lang="en-US" sz="1600" baseline="0" err="1">
                <a:solidFill>
                  <a:schemeClr val="bg1"/>
                </a:solidFill>
                <a:latin typeface="+mj-lt"/>
              </a:rPr>
              <a:t>nunc</a:t>
            </a:r>
            <a:r>
              <a:rPr lang="en-US" sz="1600" baseline="0">
                <a:solidFill>
                  <a:schemeClr val="bg1"/>
                </a:solidFill>
                <a:latin typeface="+mj-lt"/>
              </a:rPr>
              <a:t>. </a:t>
            </a:r>
            <a:r>
              <a:rPr lang="en-US" sz="1600" baseline="0" err="1">
                <a:solidFill>
                  <a:schemeClr val="bg1"/>
                </a:solidFill>
                <a:latin typeface="+mj-lt"/>
              </a:rPr>
              <a:t>Duis</a:t>
            </a:r>
            <a:r>
              <a:rPr lang="en-US" sz="1600" baseline="0">
                <a:solidFill>
                  <a:schemeClr val="bg1"/>
                </a:solidFill>
                <a:latin typeface="+mj-lt"/>
              </a:rPr>
              <a:t> </a:t>
            </a:r>
            <a:r>
              <a:rPr lang="en-US" sz="1600" baseline="0" err="1">
                <a:solidFill>
                  <a:schemeClr val="bg1"/>
                </a:solidFill>
                <a:latin typeface="+mj-lt"/>
              </a:rPr>
              <a:t>pellentesque</a:t>
            </a:r>
            <a:r>
              <a:rPr lang="en-US" sz="1600" baseline="0">
                <a:solidFill>
                  <a:schemeClr val="bg1"/>
                </a:solidFill>
                <a:latin typeface="+mj-lt"/>
              </a:rPr>
              <a:t> </a:t>
            </a:r>
            <a:r>
              <a:rPr lang="en-US" sz="1600" baseline="0" err="1">
                <a:solidFill>
                  <a:schemeClr val="bg1"/>
                </a:solidFill>
                <a:latin typeface="+mj-lt"/>
              </a:rPr>
              <a:t>posuere</a:t>
            </a:r>
            <a:r>
              <a:rPr lang="en-US" sz="1600" baseline="0">
                <a:solidFill>
                  <a:schemeClr val="bg1"/>
                </a:solidFill>
                <a:latin typeface="+mj-lt"/>
              </a:rPr>
              <a:t> </a:t>
            </a:r>
            <a:r>
              <a:rPr lang="en-US" sz="1600" baseline="0" err="1">
                <a:solidFill>
                  <a:schemeClr val="bg1"/>
                </a:solidFill>
                <a:latin typeface="+mj-lt"/>
              </a:rPr>
              <a:t>rutrum</a:t>
            </a:r>
            <a:r>
              <a:rPr lang="en-US" sz="1600" baseline="0">
                <a:solidFill>
                  <a:schemeClr val="bg1"/>
                </a:solidFill>
                <a:latin typeface="+mj-lt"/>
              </a:rPr>
              <a:t>. </a:t>
            </a:r>
            <a:r>
              <a:rPr lang="en-US" sz="1600" baseline="0" err="1">
                <a:solidFill>
                  <a:schemeClr val="bg1"/>
                </a:solidFill>
                <a:latin typeface="+mj-lt"/>
              </a:rPr>
              <a:t>Pellentesque</a:t>
            </a:r>
            <a:r>
              <a:rPr lang="en-US" sz="1600" baseline="0">
                <a:solidFill>
                  <a:schemeClr val="bg1"/>
                </a:solidFill>
                <a:latin typeface="+mj-lt"/>
              </a:rPr>
              <a:t> ac </a:t>
            </a:r>
            <a:r>
              <a:rPr lang="en-US" sz="1600" baseline="0" err="1">
                <a:solidFill>
                  <a:schemeClr val="bg1"/>
                </a:solidFill>
                <a:latin typeface="+mj-lt"/>
              </a:rPr>
              <a:t>diam</a:t>
            </a:r>
            <a:r>
              <a:rPr lang="en-US" sz="1600" baseline="0">
                <a:solidFill>
                  <a:schemeClr val="bg1"/>
                </a:solidFill>
                <a:latin typeface="+mj-lt"/>
              </a:rPr>
              <a:t> </a:t>
            </a:r>
            <a:r>
              <a:rPr lang="en-US" sz="1600" baseline="0" err="1">
                <a:solidFill>
                  <a:schemeClr val="bg1"/>
                </a:solidFill>
                <a:latin typeface="+mj-lt"/>
              </a:rPr>
              <a:t>quis</a:t>
            </a:r>
            <a:r>
              <a:rPr lang="en-US" sz="1600" baseline="0">
                <a:solidFill>
                  <a:schemeClr val="bg1"/>
                </a:solidFill>
                <a:latin typeface="+mj-lt"/>
              </a:rPr>
              <a:t> </a:t>
            </a:r>
            <a:r>
              <a:rPr lang="en-US" sz="1600" baseline="0" err="1">
                <a:solidFill>
                  <a:schemeClr val="bg1"/>
                </a:solidFill>
                <a:latin typeface="+mj-lt"/>
              </a:rPr>
              <a:t>justo</a:t>
            </a:r>
            <a:r>
              <a:rPr lang="en-US" sz="1600" baseline="0">
                <a:solidFill>
                  <a:schemeClr val="bg1"/>
                </a:solidFill>
                <a:latin typeface="+mj-lt"/>
              </a:rPr>
              <a:t> </a:t>
            </a:r>
            <a:r>
              <a:rPr lang="en-US" sz="1600" baseline="0" err="1">
                <a:solidFill>
                  <a:schemeClr val="bg1"/>
                </a:solidFill>
                <a:latin typeface="+mj-lt"/>
              </a:rPr>
              <a:t>placerat</a:t>
            </a:r>
            <a:r>
              <a:rPr lang="en-US" sz="1600" baseline="0">
                <a:solidFill>
                  <a:schemeClr val="bg1"/>
                </a:solidFill>
                <a:latin typeface="+mj-lt"/>
              </a:rPr>
              <a:t> porta. </a:t>
            </a:r>
            <a:r>
              <a:rPr lang="en-US" sz="1600" baseline="0" err="1">
                <a:solidFill>
                  <a:schemeClr val="bg1"/>
                </a:solidFill>
                <a:latin typeface="+mj-lt"/>
              </a:rPr>
              <a:t>Phasellus</a:t>
            </a:r>
            <a:r>
              <a:rPr lang="en-US" sz="1600" baseline="0">
                <a:solidFill>
                  <a:schemeClr val="bg1"/>
                </a:solidFill>
                <a:latin typeface="+mj-lt"/>
              </a:rPr>
              <a:t> </a:t>
            </a:r>
            <a:r>
              <a:rPr lang="en-US" sz="1600" baseline="0" err="1">
                <a:solidFill>
                  <a:schemeClr val="bg1"/>
                </a:solidFill>
                <a:latin typeface="+mj-lt"/>
              </a:rPr>
              <a:t>bibendum</a:t>
            </a:r>
            <a:r>
              <a:rPr lang="en-US" sz="1600" baseline="0">
                <a:solidFill>
                  <a:schemeClr val="bg1"/>
                </a:solidFill>
                <a:latin typeface="+mj-lt"/>
              </a:rPr>
              <a:t> </a:t>
            </a:r>
            <a:r>
              <a:rPr lang="en-US" sz="1600" baseline="0" err="1">
                <a:solidFill>
                  <a:schemeClr val="bg1"/>
                </a:solidFill>
                <a:latin typeface="+mj-lt"/>
              </a:rPr>
              <a:t>vehicula</a:t>
            </a:r>
            <a:r>
              <a:rPr lang="en-US" sz="1600" baseline="0">
                <a:solidFill>
                  <a:schemeClr val="bg1"/>
                </a:solidFill>
                <a:latin typeface="+mj-lt"/>
              </a:rPr>
              <a:t> </a:t>
            </a:r>
            <a:r>
              <a:rPr lang="en-US" sz="1600" baseline="0" err="1">
                <a:solidFill>
                  <a:schemeClr val="bg1"/>
                </a:solidFill>
                <a:latin typeface="+mj-lt"/>
              </a:rPr>
              <a:t>sem</a:t>
            </a:r>
            <a:r>
              <a:rPr lang="en-US" sz="1600" baseline="0">
                <a:solidFill>
                  <a:schemeClr val="bg1"/>
                </a:solidFill>
                <a:latin typeface="+mj-lt"/>
              </a:rPr>
              <a:t> id </a:t>
            </a:r>
            <a:r>
              <a:rPr lang="en-US" sz="1600" baseline="0" err="1">
                <a:solidFill>
                  <a:schemeClr val="bg1"/>
                </a:solidFill>
                <a:latin typeface="+mj-lt"/>
              </a:rPr>
              <a:t>ornare</a:t>
            </a:r>
            <a:r>
              <a:rPr lang="en-US" sz="1600" baseline="0">
                <a:solidFill>
                  <a:schemeClr val="bg1"/>
                </a:solidFill>
                <a:latin typeface="+mj-lt"/>
              </a:rPr>
              <a:t>. Nam </a:t>
            </a:r>
            <a:r>
              <a:rPr lang="en-US" sz="1600" baseline="0" err="1">
                <a:solidFill>
                  <a:schemeClr val="bg1"/>
                </a:solidFill>
                <a:latin typeface="+mj-lt"/>
              </a:rPr>
              <a:t>commodo</a:t>
            </a:r>
            <a:r>
              <a:rPr lang="en-US" sz="1600" baseline="0">
                <a:solidFill>
                  <a:schemeClr val="bg1"/>
                </a:solidFill>
                <a:latin typeface="+mj-lt"/>
              </a:rPr>
              <a:t> ac </a:t>
            </a:r>
            <a:r>
              <a:rPr lang="en-US" sz="1600" baseline="0" err="1">
                <a:solidFill>
                  <a:schemeClr val="bg1"/>
                </a:solidFill>
                <a:latin typeface="+mj-lt"/>
              </a:rPr>
              <a:t>purus</a:t>
            </a:r>
            <a:r>
              <a:rPr lang="en-US" sz="1600" baseline="0">
                <a:solidFill>
                  <a:schemeClr val="bg1"/>
                </a:solidFill>
                <a:latin typeface="+mj-lt"/>
              </a:rPr>
              <a:t> </a:t>
            </a:r>
            <a:r>
              <a:rPr lang="en-US" sz="1600" baseline="0" err="1">
                <a:solidFill>
                  <a:schemeClr val="bg1"/>
                </a:solidFill>
                <a:latin typeface="+mj-lt"/>
              </a:rPr>
              <a:t>condimentum</a:t>
            </a:r>
            <a:r>
              <a:rPr lang="en-US" sz="1600" baseline="0">
                <a:solidFill>
                  <a:schemeClr val="bg1"/>
                </a:solidFill>
                <a:latin typeface="+mj-lt"/>
              </a:rPr>
              <a:t> porta. </a:t>
            </a:r>
            <a:r>
              <a:rPr lang="en-US" sz="1600" baseline="0" err="1">
                <a:solidFill>
                  <a:schemeClr val="bg1"/>
                </a:solidFill>
                <a:latin typeface="+mj-lt"/>
              </a:rPr>
              <a:t>Proin</a:t>
            </a:r>
            <a:r>
              <a:rPr lang="en-US" sz="1600" baseline="0">
                <a:solidFill>
                  <a:schemeClr val="bg1"/>
                </a:solidFill>
                <a:latin typeface="+mj-lt"/>
              </a:rPr>
              <a:t> </a:t>
            </a:r>
            <a:r>
              <a:rPr lang="en-US" sz="1600" baseline="0" err="1">
                <a:solidFill>
                  <a:schemeClr val="bg1"/>
                </a:solidFill>
                <a:latin typeface="+mj-lt"/>
              </a:rPr>
              <a:t>condimentum</a:t>
            </a:r>
            <a:r>
              <a:rPr lang="en-US" sz="1600" baseline="0">
                <a:solidFill>
                  <a:schemeClr val="bg1"/>
                </a:solidFill>
                <a:latin typeface="+mj-lt"/>
              </a:rPr>
              <a:t> </a:t>
            </a:r>
            <a:r>
              <a:rPr lang="en-US" sz="1600" baseline="0" err="1">
                <a:solidFill>
                  <a:schemeClr val="bg1"/>
                </a:solidFill>
                <a:latin typeface="+mj-lt"/>
              </a:rPr>
              <a:t>lectus</a:t>
            </a:r>
            <a:r>
              <a:rPr lang="en-US" sz="1600" baseline="0">
                <a:solidFill>
                  <a:schemeClr val="bg1"/>
                </a:solidFill>
                <a:latin typeface="+mj-lt"/>
              </a:rPr>
              <a:t> </a:t>
            </a:r>
            <a:r>
              <a:rPr lang="en-US" sz="1600" baseline="0" err="1">
                <a:solidFill>
                  <a:schemeClr val="bg1"/>
                </a:solidFill>
                <a:latin typeface="+mj-lt"/>
              </a:rPr>
              <a:t>leo</a:t>
            </a:r>
            <a:r>
              <a:rPr lang="en-US" sz="1600" baseline="0">
                <a:solidFill>
                  <a:schemeClr val="bg1"/>
                </a:solidFill>
                <a:latin typeface="+mj-lt"/>
              </a:rPr>
              <a:t>, in </a:t>
            </a:r>
            <a:r>
              <a:rPr lang="en-US" sz="1600" baseline="0" err="1">
                <a:solidFill>
                  <a:schemeClr val="bg1"/>
                </a:solidFill>
                <a:latin typeface="+mj-lt"/>
              </a:rPr>
              <a:t>lacinia</a:t>
            </a:r>
            <a:r>
              <a:rPr lang="en-US" sz="1600" baseline="0">
                <a:solidFill>
                  <a:schemeClr val="bg1"/>
                </a:solidFill>
                <a:latin typeface="+mj-lt"/>
              </a:rPr>
              <a:t> </a:t>
            </a:r>
            <a:r>
              <a:rPr lang="en-US" sz="1600" baseline="0" err="1">
                <a:solidFill>
                  <a:schemeClr val="bg1"/>
                </a:solidFill>
                <a:latin typeface="+mj-lt"/>
              </a:rPr>
              <a:t>diam</a:t>
            </a:r>
            <a:r>
              <a:rPr lang="en-US" sz="1600" baseline="0">
                <a:solidFill>
                  <a:schemeClr val="bg1"/>
                </a:solidFill>
                <a:latin typeface="+mj-lt"/>
              </a:rPr>
              <a:t> </a:t>
            </a:r>
            <a:r>
              <a:rPr lang="en-US" sz="1600" baseline="0" err="1">
                <a:solidFill>
                  <a:schemeClr val="bg1"/>
                </a:solidFill>
                <a:latin typeface="+mj-lt"/>
              </a:rPr>
              <a:t>placerat</a:t>
            </a:r>
            <a:r>
              <a:rPr lang="en-US" sz="1600" baseline="0">
                <a:solidFill>
                  <a:schemeClr val="bg1"/>
                </a:solidFill>
                <a:latin typeface="+mj-lt"/>
              </a:rPr>
              <a:t> convallis. </a:t>
            </a:r>
            <a:endParaRPr lang="en-US" sz="1600" b="1" spc="200" baseline="0">
              <a:solidFill>
                <a:schemeClr val="bg1"/>
              </a:solidFill>
              <a:latin typeface="+mj-lt"/>
              <a:ea typeface="Calibri" charset="0"/>
              <a:cs typeface="Calibri" charset="0"/>
            </a:endParaRPr>
          </a:p>
        </p:txBody>
      </p:sp>
      <p:pic>
        <p:nvPicPr>
          <p:cNvPr id="3" name="Picture 2"/>
          <p:cNvPicPr>
            <a:picLocks noChangeAspect="1"/>
          </p:cNvPicPr>
          <p:nvPr userDrawn="1"/>
        </p:nvPicPr>
        <p:blipFill rotWithShape="1">
          <a:blip r:embed="rId2" cstate="screen">
            <a:alphaModFix amt="16000"/>
            <a:extLst>
              <a:ext uri="{28A0092B-C50C-407E-A947-70E740481C1C}">
                <a14:useLocalDpi xmlns:a14="http://schemas.microsoft.com/office/drawing/2010/main"/>
              </a:ext>
            </a:extLst>
          </a:blip>
          <a:srcRect t="63049" r="42496"/>
          <a:stretch/>
        </p:blipFill>
        <p:spPr>
          <a:xfrm>
            <a:off x="2" y="-122439"/>
            <a:ext cx="1548202" cy="1187447"/>
          </a:xfrm>
          <a:prstGeom prst="rect">
            <a:avLst/>
          </a:prstGeom>
        </p:spPr>
      </p:pic>
      <p:pic>
        <p:nvPicPr>
          <p:cNvPr id="4" name="Picture 3"/>
          <p:cNvPicPr>
            <a:picLocks noChangeAspect="1"/>
          </p:cNvPicPr>
          <p:nvPr userDrawn="1"/>
        </p:nvPicPr>
        <p:blipFill rotWithShape="1">
          <a:blip r:embed="rId2" cstate="screen">
            <a:alphaModFix amt="16000"/>
            <a:extLst>
              <a:ext uri="{28A0092B-C50C-407E-A947-70E740481C1C}">
                <a14:useLocalDpi xmlns:a14="http://schemas.microsoft.com/office/drawing/2010/main"/>
              </a:ext>
            </a:extLst>
          </a:blip>
          <a:srcRect t="63049" r="42496"/>
          <a:stretch/>
        </p:blipFill>
        <p:spPr>
          <a:xfrm rot="10800000">
            <a:off x="7595799" y="3681860"/>
            <a:ext cx="1548202" cy="1187447"/>
          </a:xfrm>
          <a:prstGeom prst="rect">
            <a:avLst/>
          </a:prstGeom>
        </p:spPr>
      </p:pic>
      <p:sp>
        <p:nvSpPr>
          <p:cNvPr id="7" name="Slide Number Placeholder 1"/>
          <p:cNvSpPr>
            <a:spLocks noGrp="1"/>
          </p:cNvSpPr>
          <p:nvPr>
            <p:ph type="sldNum" sz="quarter" idx="4"/>
          </p:nvPr>
        </p:nvSpPr>
        <p:spPr>
          <a:xfrm>
            <a:off x="7413442" y="4826640"/>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pPr defTabSz="685783"/>
            <a:fld id="{3A707DD9-E92B-45E8-BE0A-E6B2EDF345EB}" type="slidenum">
              <a:rPr lang="en-US" smtClean="0"/>
              <a:pPr defTabSz="685783"/>
              <a:t>‹#›</a:t>
            </a:fld>
            <a:endParaRPr lang="en-US"/>
          </a:p>
        </p:txBody>
      </p:sp>
    </p:spTree>
    <p:extLst>
      <p:ext uri="{BB962C8B-B14F-4D97-AF65-F5344CB8AC3E}">
        <p14:creationId xmlns:p14="http://schemas.microsoft.com/office/powerpoint/2010/main" val="717531408"/>
      </p:ext>
    </p:extLst>
  </p:cSld>
  <p:clrMapOvr>
    <a:masterClrMapping/>
  </p:clrMapOvr>
  <p:extLst>
    <p:ext uri="{DCECCB84-F9BA-43D5-87BE-67443E8EF086}">
      <p15:sldGuideLst xmlns:p15="http://schemas.microsoft.com/office/powerpoint/2012/main">
        <p15:guide id="1" orient="horz" pos="1524">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Please Add Slide Headline Here</a:t>
            </a:r>
          </a:p>
        </p:txBody>
      </p:sp>
      <p:cxnSp>
        <p:nvCxnSpPr>
          <p:cNvPr id="4" name="Straight Connector 3"/>
          <p:cNvCxnSpPr/>
          <p:nvPr userDrawn="1"/>
        </p:nvCxnSpPr>
        <p:spPr>
          <a:xfrm>
            <a:off x="294410" y="716437"/>
            <a:ext cx="8555182"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8" name="Slide Number Placeholder 1"/>
          <p:cNvSpPr>
            <a:spLocks noGrp="1"/>
          </p:cNvSpPr>
          <p:nvPr>
            <p:ph type="sldNum" sz="quarter" idx="4"/>
          </p:nvPr>
        </p:nvSpPr>
        <p:spPr>
          <a:xfrm>
            <a:off x="7413442" y="4826640"/>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pPr defTabSz="685783"/>
            <a:fld id="{3A707DD9-E92B-45E8-BE0A-E6B2EDF345EB}" type="slidenum">
              <a:rPr lang="en-US" smtClean="0"/>
              <a:pPr defTabSz="685783"/>
              <a:t>‹#›</a:t>
            </a:fld>
            <a:endParaRPr lang="en-US"/>
          </a:p>
        </p:txBody>
      </p:sp>
    </p:spTree>
    <p:extLst>
      <p:ext uri="{BB962C8B-B14F-4D97-AF65-F5344CB8AC3E}">
        <p14:creationId xmlns:p14="http://schemas.microsoft.com/office/powerpoint/2010/main" val="142348443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1_CaseStud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Please Add Slide Headline Here</a:t>
            </a:r>
          </a:p>
        </p:txBody>
      </p:sp>
      <p:cxnSp>
        <p:nvCxnSpPr>
          <p:cNvPr id="4" name="Straight Connector 3"/>
          <p:cNvCxnSpPr/>
          <p:nvPr userDrawn="1"/>
        </p:nvCxnSpPr>
        <p:spPr>
          <a:xfrm>
            <a:off x="294410" y="716437"/>
            <a:ext cx="8555182"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8" name="Slide Number Placeholder 1"/>
          <p:cNvSpPr>
            <a:spLocks noGrp="1"/>
          </p:cNvSpPr>
          <p:nvPr>
            <p:ph type="sldNum" sz="quarter" idx="4"/>
          </p:nvPr>
        </p:nvSpPr>
        <p:spPr>
          <a:xfrm>
            <a:off x="7413442" y="4826640"/>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pPr defTabSz="685783"/>
            <a:fld id="{3A707DD9-E92B-45E8-BE0A-E6B2EDF345EB}" type="slidenum">
              <a:rPr lang="en-US" smtClean="0"/>
              <a:pPr defTabSz="685783"/>
              <a:t>‹#›</a:t>
            </a:fld>
            <a:endParaRPr lang="en-US" dirty="0"/>
          </a:p>
        </p:txBody>
      </p:sp>
      <p:cxnSp>
        <p:nvCxnSpPr>
          <p:cNvPr id="5" name="Straight Connector 4">
            <a:extLst>
              <a:ext uri="{FF2B5EF4-FFF2-40B4-BE49-F238E27FC236}">
                <a16:creationId xmlns:a16="http://schemas.microsoft.com/office/drawing/2014/main" id="{03040C60-A39E-8442-A520-BA092303AC98}"/>
              </a:ext>
            </a:extLst>
          </p:cNvPr>
          <p:cNvCxnSpPr/>
          <p:nvPr userDrawn="1"/>
        </p:nvCxnSpPr>
        <p:spPr>
          <a:xfrm flipV="1">
            <a:off x="5986464" y="703219"/>
            <a:ext cx="0" cy="4123421"/>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6" name="Picture Placeholder 8">
            <a:extLst>
              <a:ext uri="{FF2B5EF4-FFF2-40B4-BE49-F238E27FC236}">
                <a16:creationId xmlns:a16="http://schemas.microsoft.com/office/drawing/2014/main" id="{21FF28FE-B84E-5D44-B6A6-4B55087B1239}"/>
              </a:ext>
            </a:extLst>
          </p:cNvPr>
          <p:cNvSpPr>
            <a:spLocks noGrp="1"/>
          </p:cNvSpPr>
          <p:nvPr>
            <p:ph type="pic" sz="quarter" idx="11" hasCustomPrompt="1"/>
          </p:nvPr>
        </p:nvSpPr>
        <p:spPr>
          <a:xfrm>
            <a:off x="0" y="711727"/>
            <a:ext cx="5986464" cy="4089993"/>
          </a:xfrm>
        </p:spPr>
        <p:txBody>
          <a:bodyPr anchor="ctr">
            <a:normAutofit/>
          </a:bodyPr>
          <a:lstStyle>
            <a:lvl1pPr marL="0" indent="0" algn="ctr">
              <a:buNone/>
              <a:defRPr sz="1600"/>
            </a:lvl1pPr>
          </a:lstStyle>
          <a:p>
            <a:r>
              <a:rPr lang="en-US" dirty="0"/>
              <a:t>Please add picture here</a:t>
            </a:r>
          </a:p>
          <a:p>
            <a:endParaRPr lang="en-US" dirty="0"/>
          </a:p>
          <a:p>
            <a:endParaRPr lang="en-US" dirty="0"/>
          </a:p>
        </p:txBody>
      </p:sp>
      <p:sp>
        <p:nvSpPr>
          <p:cNvPr id="7" name="Shape 920">
            <a:extLst>
              <a:ext uri="{FF2B5EF4-FFF2-40B4-BE49-F238E27FC236}">
                <a16:creationId xmlns:a16="http://schemas.microsoft.com/office/drawing/2014/main" id="{D1A5E50C-7A92-6F49-870C-2507B203D755}"/>
              </a:ext>
            </a:extLst>
          </p:cNvPr>
          <p:cNvSpPr/>
          <p:nvPr userDrawn="1"/>
        </p:nvSpPr>
        <p:spPr>
          <a:xfrm>
            <a:off x="5986464" y="711727"/>
            <a:ext cx="3157536" cy="518593"/>
          </a:xfrm>
          <a:prstGeom prst="rect">
            <a:avLst/>
          </a:prstGeom>
          <a:solidFill>
            <a:schemeClr val="accent2"/>
          </a:solidFill>
          <a:ln w="12700">
            <a:miter lim="400000"/>
          </a:ln>
          <a:extLst>
            <a:ext uri="{C572A759-6A51-4108-AA02-DFA0A04FC94B}">
              <ma14:wrappingTextBoxFlag xmlns="" xmlns:ma14="http://schemas.microsoft.com/office/mac/drawingml/2011/main" val="1"/>
            </a:ext>
          </a:extLst>
        </p:spPr>
        <p:txBody>
          <a:bodyPr wrap="square" lIns="0" tIns="28575" rIns="0" bIns="28575" anchor="ctr">
            <a:noAutofit/>
          </a:bodyPr>
          <a:lstStyle/>
          <a:p>
            <a:pPr marL="0" marR="23813" lvl="0" indent="23813" algn="ctr" defTabSz="309560" rtl="0" eaLnBrk="1" fontAlgn="auto" latinLnBrk="0" hangingPunct="1">
              <a:lnSpc>
                <a:spcPct val="90000"/>
              </a:lnSpc>
              <a:spcBef>
                <a:spcPts val="0"/>
              </a:spcBef>
              <a:spcAft>
                <a:spcPts val="0"/>
              </a:spcAft>
              <a:buClrTx/>
              <a:buSzTx/>
              <a:buFontTx/>
              <a:buNone/>
              <a:tabLst/>
              <a:defRPr sz="2800" cap="all">
                <a:solidFill>
                  <a:srgbClr val="FFFFFF"/>
                </a:solidFill>
                <a:latin typeface="Oswald DemiBold"/>
                <a:ea typeface="Oswald DemiBold"/>
                <a:cs typeface="Oswald DemiBold"/>
                <a:sym typeface="Oswald DemiBold"/>
              </a:defRPr>
            </a:pPr>
            <a:endParaRPr kumimoji="0" sz="1200" b="1" i="0" u="none" strike="noStrike" kern="0" cap="all" spc="100" normalizeH="0" baseline="0" noProof="0" dirty="0">
              <a:ln>
                <a:noFill/>
              </a:ln>
              <a:solidFill>
                <a:srgbClr val="FFFFFF"/>
              </a:solidFill>
              <a:effectLst/>
              <a:uLnTx/>
              <a:uFillTx/>
              <a:latin typeface="Calibri" charset="0"/>
              <a:ea typeface="Calibri" charset="0"/>
              <a:cs typeface="Calibri" charset="0"/>
              <a:sym typeface="Oswald DemiBold"/>
            </a:endParaRPr>
          </a:p>
        </p:txBody>
      </p:sp>
      <p:sp>
        <p:nvSpPr>
          <p:cNvPr id="9" name="Title Placeholder 1">
            <a:extLst>
              <a:ext uri="{FF2B5EF4-FFF2-40B4-BE49-F238E27FC236}">
                <a16:creationId xmlns:a16="http://schemas.microsoft.com/office/drawing/2014/main" id="{D86B7237-6AD3-844E-9A6E-C3E0C1013AD4}"/>
              </a:ext>
            </a:extLst>
          </p:cNvPr>
          <p:cNvSpPr>
            <a:spLocks noGrp="1"/>
          </p:cNvSpPr>
          <p:nvPr>
            <p:ph type="body" sz="quarter" idx="12" hasCustomPrompt="1"/>
          </p:nvPr>
        </p:nvSpPr>
        <p:spPr>
          <a:xfrm>
            <a:off x="5986463" y="769496"/>
            <a:ext cx="3157537" cy="438912"/>
          </a:xfrm>
          <a:noFill/>
          <a:ln>
            <a:noFill/>
          </a:ln>
        </p:spPr>
        <p:txBody>
          <a:bodyPr wrap="none" lIns="91440" tIns="0" rIns="91440" bIns="0" anchor="ctr">
            <a:noAutofit/>
          </a:bodyPr>
          <a:lstStyle>
            <a:lvl1pPr marL="0" indent="0" algn="ctr">
              <a:buNone/>
              <a:defRPr sz="1200" b="1" i="0" cap="all" spc="200" baseline="0">
                <a:solidFill>
                  <a:schemeClr val="bg1"/>
                </a:solidFill>
              </a:defRPr>
            </a:lvl1pPr>
            <a:lvl2pPr marL="457189" indent="0">
              <a:buNone/>
              <a:defRPr b="1" i="0" cap="all" spc="200" baseline="0"/>
            </a:lvl2pPr>
            <a:lvl3pPr marL="914378" indent="0">
              <a:buNone/>
              <a:defRPr b="1" i="0" cap="all" spc="200" baseline="0"/>
            </a:lvl3pPr>
            <a:lvl4pPr marL="1371566" indent="0">
              <a:buNone/>
              <a:defRPr b="1" i="0" cap="all" spc="200" baseline="0"/>
            </a:lvl4pPr>
            <a:lvl5pPr marL="1828754" indent="0">
              <a:buFont typeface="Arial" panose="020B0604020202020204" pitchFamily="34" charset="0"/>
              <a:buNone/>
              <a:defRPr b="1" i="0" cap="all" spc="200" baseline="0"/>
            </a:lvl5pPr>
          </a:lstStyle>
          <a:p>
            <a:pPr lvl="0"/>
            <a:r>
              <a:rPr lang="en-US" dirty="0"/>
              <a:t>ADD TITILE HERE</a:t>
            </a:r>
          </a:p>
        </p:txBody>
      </p:sp>
      <p:sp>
        <p:nvSpPr>
          <p:cNvPr id="10" name="Content Placeholder 5">
            <a:extLst>
              <a:ext uri="{FF2B5EF4-FFF2-40B4-BE49-F238E27FC236}">
                <a16:creationId xmlns:a16="http://schemas.microsoft.com/office/drawing/2014/main" id="{94328E10-B013-0A4C-A50C-6D1D6CFD70B7}"/>
              </a:ext>
            </a:extLst>
          </p:cNvPr>
          <p:cNvSpPr>
            <a:spLocks noGrp="1"/>
          </p:cNvSpPr>
          <p:nvPr>
            <p:ph sz="quarter" idx="10" hasCustomPrompt="1"/>
          </p:nvPr>
        </p:nvSpPr>
        <p:spPr>
          <a:xfrm>
            <a:off x="6193214" y="1772290"/>
            <a:ext cx="2656378" cy="3054350"/>
          </a:xfrm>
        </p:spPr>
        <p:txBody>
          <a:bodyPr/>
          <a:lstStyle>
            <a:lvl1pPr marL="0" marR="0" indent="0" algn="l" defTabSz="914378" rtl="0" eaLnBrk="1" fontAlgn="auto" latinLnBrk="0" hangingPunct="1">
              <a:lnSpc>
                <a:spcPts val="1480"/>
              </a:lnSpc>
              <a:spcBef>
                <a:spcPts val="264"/>
              </a:spcBef>
              <a:spcAft>
                <a:spcPts val="300"/>
              </a:spcAft>
              <a:buClrTx/>
              <a:buSzTx/>
              <a:buFont typeface="Arial" panose="020B0604020202020204" pitchFamily="34" charset="0"/>
              <a:buNone/>
              <a:tabLst/>
              <a:defRPr sz="900">
                <a:latin typeface="+mj-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Etiam</a:t>
            </a:r>
            <a:r>
              <a:rPr lang="en-US" dirty="0"/>
              <a:t> </a:t>
            </a:r>
            <a:r>
              <a:rPr lang="en-US" dirty="0" err="1"/>
              <a:t>lacinia</a:t>
            </a:r>
            <a:r>
              <a:rPr lang="en-US" dirty="0"/>
              <a:t>, </a:t>
            </a:r>
            <a:r>
              <a:rPr lang="en-US" dirty="0" err="1"/>
              <a:t>diam</a:t>
            </a:r>
            <a:r>
              <a:rPr lang="en-US" dirty="0"/>
              <a:t> </a:t>
            </a:r>
            <a:r>
              <a:rPr lang="en-US" dirty="0" err="1"/>
              <a:t>eget</a:t>
            </a:r>
            <a:r>
              <a:rPr lang="en-US" dirty="0"/>
              <a:t> </a:t>
            </a:r>
            <a:r>
              <a:rPr lang="en-US" dirty="0" err="1"/>
              <a:t>lobortis</a:t>
            </a:r>
            <a:r>
              <a:rPr lang="en-US" dirty="0"/>
              <a:t> </a:t>
            </a:r>
            <a:r>
              <a:rPr lang="en-US" dirty="0" err="1"/>
              <a:t>aliquet</a:t>
            </a:r>
            <a:r>
              <a:rPr lang="en-US" dirty="0"/>
              <a:t>, lacus lorem </a:t>
            </a:r>
            <a:r>
              <a:rPr lang="en-US" dirty="0" err="1"/>
              <a:t>placerat</a:t>
            </a:r>
            <a:r>
              <a:rPr lang="en-US" dirty="0"/>
              <a:t> libero, </a:t>
            </a:r>
            <a:r>
              <a:rPr lang="en-US" dirty="0" err="1"/>
              <a:t>nec</a:t>
            </a:r>
            <a:r>
              <a:rPr lang="en-US" dirty="0"/>
              <a:t> </a:t>
            </a:r>
            <a:r>
              <a:rPr lang="en-US" dirty="0" err="1"/>
              <a:t>vulputate</a:t>
            </a:r>
            <a:r>
              <a:rPr lang="en-US" dirty="0"/>
              <a:t> </a:t>
            </a:r>
            <a:br>
              <a:rPr lang="en-US" dirty="0"/>
            </a:br>
            <a:r>
              <a:rPr lang="en-US" dirty="0" err="1"/>
              <a:t>est</a:t>
            </a:r>
            <a:r>
              <a:rPr lang="en-US" dirty="0"/>
              <a:t> </a:t>
            </a:r>
            <a:r>
              <a:rPr lang="en-US" dirty="0" err="1"/>
              <a:t>mauris</a:t>
            </a:r>
            <a:r>
              <a:rPr lang="en-US" dirty="0"/>
              <a:t> et </a:t>
            </a:r>
            <a:r>
              <a:rPr lang="en-US" dirty="0" err="1"/>
              <a:t>turpis</a:t>
            </a:r>
            <a:r>
              <a:rPr lang="en-US" dirty="0"/>
              <a:t>. </a:t>
            </a:r>
            <a:r>
              <a:rPr lang="en-US" dirty="0" err="1"/>
              <a:t>Suspendisse</a:t>
            </a:r>
            <a:r>
              <a:rPr lang="en-US" dirty="0"/>
              <a:t> </a:t>
            </a:r>
            <a:r>
              <a:rPr lang="en-US" dirty="0" err="1"/>
              <a:t>eleifend</a:t>
            </a:r>
            <a:r>
              <a:rPr lang="en-US" dirty="0"/>
              <a:t> </a:t>
            </a:r>
            <a:r>
              <a:rPr lang="en-US" dirty="0" err="1"/>
              <a:t>ornare</a:t>
            </a:r>
            <a:r>
              <a:rPr lang="en-US" dirty="0"/>
              <a:t> </a:t>
            </a:r>
            <a:r>
              <a:rPr lang="en-US" dirty="0" err="1"/>
              <a:t>diam</a:t>
            </a:r>
            <a:r>
              <a:rPr lang="en-US" dirty="0"/>
              <a:t> sit </a:t>
            </a:r>
            <a:r>
              <a:rPr lang="en-US" dirty="0" err="1"/>
              <a:t>amet</a:t>
            </a:r>
            <a:r>
              <a:rPr lang="en-US" dirty="0"/>
              <a:t> </a:t>
            </a:r>
            <a:r>
              <a:rPr lang="en-US" dirty="0" err="1"/>
              <a:t>facilisis</a:t>
            </a:r>
            <a:r>
              <a:rPr lang="en-US" dirty="0"/>
              <a:t>. Nunc lacus </a:t>
            </a:r>
            <a:r>
              <a:rPr lang="en-US" dirty="0" err="1"/>
              <a:t>mauris</a:t>
            </a:r>
            <a:r>
              <a:rPr lang="en-US" dirty="0"/>
              <a:t>, </a:t>
            </a:r>
            <a:r>
              <a:rPr lang="en-US" dirty="0" err="1"/>
              <a:t>sagittis</a:t>
            </a:r>
            <a:r>
              <a:rPr lang="en-US" dirty="0"/>
              <a:t> in </a:t>
            </a:r>
            <a:r>
              <a:rPr lang="en-US" dirty="0" err="1"/>
              <a:t>tortor</a:t>
            </a:r>
            <a:r>
              <a:rPr lang="en-US" dirty="0"/>
              <a:t> a, </a:t>
            </a:r>
            <a:r>
              <a:rPr lang="en-US" dirty="0" err="1"/>
              <a:t>scelerisque</a:t>
            </a:r>
            <a:r>
              <a:rPr lang="en-US" dirty="0"/>
              <a:t> </a:t>
            </a:r>
            <a:r>
              <a:rPr lang="en-US" dirty="0" err="1"/>
              <a:t>feugiat</a:t>
            </a:r>
            <a:r>
              <a:rPr lang="en-US" dirty="0"/>
              <a:t> </a:t>
            </a:r>
            <a:r>
              <a:rPr lang="en-US" dirty="0" err="1"/>
              <a:t>velit</a:t>
            </a:r>
            <a:r>
              <a:rPr lang="en-US" dirty="0"/>
              <a:t>. </a:t>
            </a:r>
          </a:p>
          <a:p>
            <a:pPr lvl="0"/>
            <a:r>
              <a:rPr lang="en-US" dirty="0" err="1"/>
              <a:t>Nullam</a:t>
            </a:r>
            <a:r>
              <a:rPr lang="en-US" dirty="0"/>
              <a:t> sit </a:t>
            </a:r>
            <a:r>
              <a:rPr lang="en-US" dirty="0" err="1"/>
              <a:t>amet</a:t>
            </a:r>
            <a:r>
              <a:rPr lang="en-US" dirty="0"/>
              <a:t> </a:t>
            </a:r>
            <a:r>
              <a:rPr lang="en-US" dirty="0" err="1"/>
              <a:t>lobortis</a:t>
            </a:r>
            <a:r>
              <a:rPr lang="en-US" dirty="0"/>
              <a:t> </a:t>
            </a:r>
            <a:r>
              <a:rPr lang="en-US" dirty="0" err="1"/>
              <a:t>urna</a:t>
            </a:r>
            <a:r>
              <a:rPr lang="en-US" dirty="0"/>
              <a:t>. </a:t>
            </a:r>
            <a:r>
              <a:rPr lang="en-US" dirty="0" err="1"/>
              <a:t>Aenean</a:t>
            </a:r>
            <a:r>
              <a:rPr lang="en-US" dirty="0"/>
              <a:t> </a:t>
            </a:r>
            <a:r>
              <a:rPr lang="en-US" dirty="0" err="1"/>
              <a:t>auctor</a:t>
            </a:r>
            <a:r>
              <a:rPr lang="en-US" dirty="0"/>
              <a:t> ligula </a:t>
            </a:r>
            <a:r>
              <a:rPr lang="en-US" dirty="0" err="1"/>
              <a:t>feugiat</a:t>
            </a:r>
            <a:r>
              <a:rPr lang="en-US" dirty="0"/>
              <a:t>, </a:t>
            </a:r>
            <a:r>
              <a:rPr lang="en-US" dirty="0" err="1"/>
              <a:t>tempor</a:t>
            </a:r>
            <a:r>
              <a:rPr lang="en-US" dirty="0"/>
              <a:t> </a:t>
            </a:r>
            <a:r>
              <a:rPr lang="en-US" dirty="0" err="1"/>
              <a:t>diam</a:t>
            </a:r>
            <a:r>
              <a:rPr lang="en-US" dirty="0"/>
              <a:t> non, </a:t>
            </a:r>
            <a:r>
              <a:rPr lang="en-US" dirty="0" err="1"/>
              <a:t>viverra</a:t>
            </a:r>
            <a:r>
              <a:rPr lang="en-US" dirty="0"/>
              <a:t> </a:t>
            </a:r>
            <a:r>
              <a:rPr lang="en-US" dirty="0" err="1"/>
              <a:t>eros</a:t>
            </a:r>
            <a:r>
              <a:rPr lang="en-US" dirty="0"/>
              <a:t>. </a:t>
            </a:r>
            <a:r>
              <a:rPr lang="en-US" dirty="0" err="1"/>
              <a:t>Morbi</a:t>
            </a:r>
            <a:r>
              <a:rPr lang="en-US" dirty="0"/>
              <a:t> </a:t>
            </a:r>
            <a:r>
              <a:rPr lang="en-US" dirty="0" err="1"/>
              <a:t>hendrerit</a:t>
            </a:r>
            <a:r>
              <a:rPr lang="en-US" dirty="0"/>
              <a:t> </a:t>
            </a:r>
            <a:r>
              <a:rPr lang="en-US" dirty="0" err="1"/>
              <a:t>egestas</a:t>
            </a:r>
            <a:r>
              <a:rPr lang="en-US" dirty="0"/>
              <a:t> </a:t>
            </a:r>
            <a:r>
              <a:rPr lang="en-US" dirty="0" err="1"/>
              <a:t>nunc</a:t>
            </a:r>
            <a:r>
              <a:rPr lang="en-US" dirty="0"/>
              <a:t> vitae </a:t>
            </a:r>
            <a:r>
              <a:rPr lang="en-US" dirty="0" err="1"/>
              <a:t>commodo</a:t>
            </a:r>
            <a:r>
              <a:rPr lang="en-US" dirty="0"/>
              <a:t>. </a:t>
            </a:r>
            <a:r>
              <a:rPr lang="en-US" dirty="0" err="1"/>
              <a:t>Vestibulum</a:t>
            </a:r>
            <a:r>
              <a:rPr lang="en-US" dirty="0"/>
              <a:t> </a:t>
            </a:r>
            <a:r>
              <a:rPr lang="en-US" dirty="0" err="1"/>
              <a:t>pulvinar</a:t>
            </a:r>
            <a:r>
              <a:rPr lang="en-US" dirty="0"/>
              <a:t> nisi at </a:t>
            </a:r>
            <a:r>
              <a:rPr lang="en-US" dirty="0" err="1"/>
              <a:t>sollicitudin</a:t>
            </a:r>
            <a:r>
              <a:rPr lang="en-US" dirty="0"/>
              <a:t> </a:t>
            </a:r>
            <a:r>
              <a:rPr lang="en-US" dirty="0" err="1"/>
              <a:t>placerat</a:t>
            </a:r>
            <a:r>
              <a:rPr lang="en-US" dirty="0"/>
              <a:t>. </a:t>
            </a:r>
          </a:p>
          <a:p>
            <a:pPr marL="171446" marR="0" lvl="0" indent="-171446" algn="l" defTabSz="914378" rtl="0" eaLnBrk="1" fontAlgn="auto" latinLnBrk="0" hangingPunct="1">
              <a:lnSpc>
                <a:spcPts val="1480"/>
              </a:lnSpc>
              <a:spcBef>
                <a:spcPts val="264"/>
              </a:spcBef>
              <a:spcAft>
                <a:spcPts val="300"/>
              </a:spcAft>
              <a:buClrTx/>
              <a:buSzTx/>
              <a:buFont typeface="Arial" panose="020B0604020202020204" pitchFamily="34" charset="0"/>
              <a:buChar char="•"/>
              <a:tabLst/>
              <a:defRPr/>
            </a:pPr>
            <a:r>
              <a:rPr lang="en-US" dirty="0" err="1"/>
              <a:t>Nullam</a:t>
            </a:r>
            <a:r>
              <a:rPr lang="en-US" dirty="0"/>
              <a:t> sit </a:t>
            </a:r>
            <a:r>
              <a:rPr lang="en-US" dirty="0" err="1"/>
              <a:t>amet</a:t>
            </a:r>
            <a:r>
              <a:rPr lang="en-US" dirty="0"/>
              <a:t> </a:t>
            </a:r>
            <a:r>
              <a:rPr lang="en-US" dirty="0" err="1"/>
              <a:t>lobortis</a:t>
            </a:r>
            <a:r>
              <a:rPr lang="en-US" dirty="0"/>
              <a:t> </a:t>
            </a:r>
            <a:r>
              <a:rPr lang="en-US" dirty="0" err="1"/>
              <a:t>urna</a:t>
            </a:r>
            <a:r>
              <a:rPr lang="en-US" dirty="0"/>
              <a:t>. </a:t>
            </a:r>
            <a:r>
              <a:rPr lang="en-US" dirty="0" err="1"/>
              <a:t>Aenean</a:t>
            </a:r>
            <a:r>
              <a:rPr lang="en-US" dirty="0"/>
              <a:t> </a:t>
            </a:r>
            <a:r>
              <a:rPr lang="en-US" dirty="0" err="1"/>
              <a:t>auctor</a:t>
            </a:r>
            <a:r>
              <a:rPr lang="en-US" dirty="0"/>
              <a:t> ligula </a:t>
            </a:r>
            <a:r>
              <a:rPr lang="en-US" dirty="0" err="1"/>
              <a:t>feugiat</a:t>
            </a:r>
            <a:r>
              <a:rPr lang="en-US" dirty="0"/>
              <a:t>, </a:t>
            </a:r>
            <a:r>
              <a:rPr lang="en-US" dirty="0" err="1"/>
              <a:t>tempor</a:t>
            </a:r>
            <a:r>
              <a:rPr lang="en-US" dirty="0"/>
              <a:t> </a:t>
            </a:r>
            <a:r>
              <a:rPr lang="en-US" dirty="0" err="1"/>
              <a:t>diam</a:t>
            </a:r>
            <a:r>
              <a:rPr lang="en-US" dirty="0"/>
              <a:t> non, </a:t>
            </a:r>
            <a:r>
              <a:rPr lang="en-US" dirty="0" err="1"/>
              <a:t>viverra</a:t>
            </a:r>
            <a:r>
              <a:rPr lang="en-US" dirty="0"/>
              <a:t> </a:t>
            </a:r>
            <a:r>
              <a:rPr lang="en-US" dirty="0" err="1"/>
              <a:t>eros</a:t>
            </a:r>
            <a:r>
              <a:rPr lang="en-US" dirty="0"/>
              <a:t>. </a:t>
            </a:r>
            <a:r>
              <a:rPr lang="en-US" dirty="0" err="1"/>
              <a:t>Morbi</a:t>
            </a:r>
            <a:r>
              <a:rPr lang="en-US" dirty="0"/>
              <a:t> </a:t>
            </a:r>
            <a:r>
              <a:rPr lang="en-US" dirty="0" err="1"/>
              <a:t>hendrerit</a:t>
            </a:r>
            <a:r>
              <a:rPr lang="en-US" dirty="0"/>
              <a:t> </a:t>
            </a:r>
            <a:r>
              <a:rPr lang="en-US" dirty="0" err="1"/>
              <a:t>egestas</a:t>
            </a:r>
            <a:r>
              <a:rPr lang="en-US" dirty="0"/>
              <a:t> </a:t>
            </a:r>
            <a:r>
              <a:rPr lang="en-US" dirty="0" err="1"/>
              <a:t>nunc</a:t>
            </a:r>
            <a:r>
              <a:rPr lang="en-US" dirty="0"/>
              <a:t> vitae </a:t>
            </a:r>
            <a:r>
              <a:rPr lang="en-US" dirty="0" err="1"/>
              <a:t>commodo</a:t>
            </a:r>
            <a:r>
              <a:rPr lang="en-US" dirty="0"/>
              <a:t>. </a:t>
            </a:r>
            <a:r>
              <a:rPr lang="en-US" dirty="0" err="1"/>
              <a:t>Vestibulum</a:t>
            </a:r>
            <a:r>
              <a:rPr lang="en-US" dirty="0"/>
              <a:t> </a:t>
            </a:r>
            <a:r>
              <a:rPr lang="en-US" dirty="0" err="1"/>
              <a:t>pulvinar</a:t>
            </a:r>
            <a:r>
              <a:rPr lang="en-US" dirty="0"/>
              <a:t> nisi at </a:t>
            </a:r>
            <a:r>
              <a:rPr lang="en-US" dirty="0" err="1"/>
              <a:t>sollicitudin</a:t>
            </a:r>
            <a:r>
              <a:rPr lang="en-US" dirty="0"/>
              <a:t> </a:t>
            </a:r>
            <a:r>
              <a:rPr lang="en-US" dirty="0" err="1"/>
              <a:t>placerat</a:t>
            </a:r>
            <a:r>
              <a:rPr lang="en-US" dirty="0"/>
              <a:t>. </a:t>
            </a:r>
          </a:p>
        </p:txBody>
      </p:sp>
      <p:sp>
        <p:nvSpPr>
          <p:cNvPr id="11" name="Text Placeholder 4">
            <a:extLst>
              <a:ext uri="{FF2B5EF4-FFF2-40B4-BE49-F238E27FC236}">
                <a16:creationId xmlns:a16="http://schemas.microsoft.com/office/drawing/2014/main" id="{ABD56F5B-8455-0345-910E-53CDD8476F9B}"/>
              </a:ext>
            </a:extLst>
          </p:cNvPr>
          <p:cNvSpPr>
            <a:spLocks noGrp="1"/>
          </p:cNvSpPr>
          <p:nvPr>
            <p:ph type="body" sz="quarter" idx="13" hasCustomPrompt="1"/>
          </p:nvPr>
        </p:nvSpPr>
        <p:spPr>
          <a:xfrm>
            <a:off x="6193214" y="1429389"/>
            <a:ext cx="2656378" cy="342900"/>
          </a:xfrm>
        </p:spPr>
        <p:txBody>
          <a:bodyPr wrap="none" bIns="0">
            <a:noAutofit/>
          </a:bodyPr>
          <a:lstStyle>
            <a:lvl1pPr marL="0" indent="0">
              <a:spcBef>
                <a:spcPts val="288"/>
              </a:spcBef>
              <a:buNone/>
              <a:defRPr sz="1200" b="1" i="0" cap="all" spc="200" baseline="0">
                <a:solidFill>
                  <a:schemeClr val="accent2"/>
                </a:solidFill>
              </a:defRPr>
            </a:lvl1pPr>
          </a:lstStyle>
          <a:p>
            <a:pPr lvl="0"/>
            <a:r>
              <a:rPr lang="en-US" dirty="0"/>
              <a:t>Highlight goes here</a:t>
            </a:r>
          </a:p>
        </p:txBody>
      </p:sp>
    </p:spTree>
    <p:extLst>
      <p:ext uri="{BB962C8B-B14F-4D97-AF65-F5344CB8AC3E}">
        <p14:creationId xmlns:p14="http://schemas.microsoft.com/office/powerpoint/2010/main" val="326453591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6" name="Slide Number Placeholder 1"/>
          <p:cNvSpPr>
            <a:spLocks noGrp="1"/>
          </p:cNvSpPr>
          <p:nvPr>
            <p:ph type="sldNum" sz="quarter" idx="4"/>
          </p:nvPr>
        </p:nvSpPr>
        <p:spPr>
          <a:xfrm>
            <a:off x="7413442" y="4826640"/>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pPr defTabSz="685783"/>
            <a:fld id="{3A707DD9-E92B-45E8-BE0A-E6B2EDF345EB}" type="slidenum">
              <a:rPr lang="en-US" smtClean="0"/>
              <a:pPr defTabSz="685783"/>
              <a:t>‹#›</a:t>
            </a:fld>
            <a:endParaRPr lang="en-US"/>
          </a:p>
        </p:txBody>
      </p:sp>
    </p:spTree>
    <p:extLst>
      <p:ext uri="{BB962C8B-B14F-4D97-AF65-F5344CB8AC3E}">
        <p14:creationId xmlns:p14="http://schemas.microsoft.com/office/powerpoint/2010/main" val="215314269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Please Add Slide Headline Here</a:t>
            </a:r>
          </a:p>
        </p:txBody>
      </p:sp>
      <p:sp>
        <p:nvSpPr>
          <p:cNvPr id="6" name="Content Placeholder 5"/>
          <p:cNvSpPr>
            <a:spLocks noGrp="1"/>
          </p:cNvSpPr>
          <p:nvPr>
            <p:ph sz="quarter" idx="10" hasCustomPrompt="1"/>
          </p:nvPr>
        </p:nvSpPr>
        <p:spPr>
          <a:xfrm>
            <a:off x="357188" y="1079500"/>
            <a:ext cx="8429625" cy="3397250"/>
          </a:xfrm>
        </p:spPr>
        <p:txBody>
          <a:bodyPr/>
          <a:lstStyle>
            <a:lvl1pPr marL="171450" marR="0" indent="-171450" algn="l" defTabSz="914400" rtl="0" eaLnBrk="1" fontAlgn="auto" latinLnBrk="0" hangingPunct="1">
              <a:lnSpc>
                <a:spcPts val="1600"/>
              </a:lnSpc>
              <a:spcBef>
                <a:spcPts val="264"/>
              </a:spcBef>
              <a:spcAft>
                <a:spcPts val="300"/>
              </a:spcAft>
              <a:buClrTx/>
              <a:buSzTx/>
              <a:buFont typeface="Arial" panose="020B0604020202020204" pitchFamily="34" charset="0"/>
              <a:buChar char="•"/>
              <a:tabLst/>
              <a:defRPr>
                <a:latin typeface="+mj-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 </a:t>
            </a:r>
            <a:br>
              <a:rPr lang="en-US"/>
            </a:br>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r>
              <a:rPr lang="en-US" err="1"/>
              <a:t>Aliquam</a:t>
            </a:r>
            <a:r>
              <a:rPr lang="en-US"/>
              <a:t> sit </a:t>
            </a:r>
            <a:r>
              <a:rPr lang="en-US" err="1"/>
              <a:t>amet</a:t>
            </a:r>
            <a:r>
              <a:rPr lang="en-US"/>
              <a:t> </a:t>
            </a:r>
            <a:r>
              <a:rPr lang="en-US" err="1"/>
              <a:t>leo</a:t>
            </a:r>
            <a:r>
              <a:rPr lang="en-US"/>
              <a:t> semper, </a:t>
            </a:r>
            <a:r>
              <a:rPr lang="en-US" err="1"/>
              <a:t>tincidunt</a:t>
            </a:r>
            <a:r>
              <a:rPr lang="en-US"/>
              <a:t> dolor a, </a:t>
            </a:r>
            <a:r>
              <a:rPr lang="en-US" err="1"/>
              <a:t>lobortis</a:t>
            </a:r>
            <a:r>
              <a:rPr lang="en-US"/>
              <a:t> </a:t>
            </a:r>
            <a:r>
              <a:rPr lang="en-US" err="1"/>
              <a:t>elit</a:t>
            </a:r>
            <a:r>
              <a:rPr lang="en-US"/>
              <a:t>. </a:t>
            </a:r>
            <a:r>
              <a:rPr lang="en-US" err="1"/>
              <a:t>Nulla</a:t>
            </a:r>
            <a:r>
              <a:rPr lang="en-US"/>
              <a:t> ipsum dolor, </a:t>
            </a:r>
            <a:r>
              <a:rPr lang="en-US" err="1"/>
              <a:t>condimentum</a:t>
            </a:r>
            <a:r>
              <a:rPr lang="en-US"/>
              <a:t> </a:t>
            </a:r>
            <a:br>
              <a:rPr lang="en-US"/>
            </a:br>
            <a:r>
              <a:rPr lang="en-US"/>
              <a:t>at nisi et, </a:t>
            </a:r>
            <a:r>
              <a:rPr lang="en-US" err="1"/>
              <a:t>varius</a:t>
            </a:r>
            <a:r>
              <a:rPr lang="en-US"/>
              <a:t> </a:t>
            </a:r>
            <a:r>
              <a:rPr lang="en-US" err="1"/>
              <a:t>lobortis</a:t>
            </a:r>
            <a:r>
              <a:rPr lang="en-US"/>
              <a:t> </a:t>
            </a:r>
            <a:r>
              <a:rPr lang="en-US" err="1"/>
              <a:t>lectus</a:t>
            </a:r>
            <a:r>
              <a:rPr lang="en-US"/>
              <a:t>. </a:t>
            </a:r>
            <a:r>
              <a:rPr lang="en-US" err="1"/>
              <a:t>Fusce</a:t>
            </a:r>
            <a:r>
              <a:rPr lang="en-US"/>
              <a:t> </a:t>
            </a:r>
            <a:r>
              <a:rPr lang="en-US" err="1"/>
              <a:t>fermentum</a:t>
            </a:r>
            <a:r>
              <a:rPr lang="en-US"/>
              <a:t> </a:t>
            </a:r>
            <a:r>
              <a:rPr lang="en-US" err="1"/>
              <a:t>bibendum</a:t>
            </a:r>
            <a:r>
              <a:rPr lang="en-US"/>
              <a:t> </a:t>
            </a:r>
            <a:r>
              <a:rPr lang="en-US" err="1"/>
              <a:t>varius</a:t>
            </a:r>
            <a:r>
              <a:rPr lang="en-US"/>
              <a:t>. </a:t>
            </a: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r>
              <a:rPr lang="en-US"/>
              <a:t> </a:t>
            </a:r>
            <a:br>
              <a:rPr lang="en-US"/>
            </a:br>
            <a:r>
              <a:rPr lang="en-US"/>
              <a:t>fames ac </a:t>
            </a:r>
            <a:r>
              <a:rPr lang="en-US" err="1"/>
              <a:t>turpis</a:t>
            </a:r>
            <a:r>
              <a:rPr lang="en-US"/>
              <a:t> </a:t>
            </a:r>
            <a:r>
              <a:rPr lang="en-US" err="1"/>
              <a:t>egestas</a:t>
            </a:r>
            <a:r>
              <a:rPr lang="en-US"/>
              <a:t>.</a:t>
            </a:r>
          </a:p>
          <a:p>
            <a:pPr marL="171450" marR="0" lvl="0" indent="-171450" algn="l" defTabSz="914400" rtl="0" eaLnBrk="1" fontAlgn="auto" latinLnBrk="0" hangingPunct="1">
              <a:lnSpc>
                <a:spcPts val="1600"/>
              </a:lnSpc>
              <a:spcBef>
                <a:spcPts val="264"/>
              </a:spcBef>
              <a:spcAft>
                <a:spcPts val="300"/>
              </a:spcAft>
              <a:buClrTx/>
              <a:buSzTx/>
              <a:tabLst/>
              <a:defRPr/>
            </a:pPr>
            <a:r>
              <a:rPr lang="en-US" sz="1100">
                <a:latin typeface="+mj-lt"/>
              </a:rPr>
              <a:t>In </a:t>
            </a:r>
            <a:r>
              <a:rPr lang="en-US" sz="1100" err="1">
                <a:latin typeface="+mj-lt"/>
              </a:rPr>
              <a:t>egestas</a:t>
            </a:r>
            <a:r>
              <a:rPr lang="en-US" sz="1100">
                <a:latin typeface="+mj-lt"/>
              </a:rPr>
              <a:t> </a:t>
            </a:r>
            <a:r>
              <a:rPr lang="en-US" sz="1100" err="1">
                <a:latin typeface="+mj-lt"/>
              </a:rPr>
              <a:t>orci</a:t>
            </a:r>
            <a:r>
              <a:rPr lang="en-US" sz="1100">
                <a:latin typeface="+mj-lt"/>
              </a:rPr>
              <a:t> </a:t>
            </a:r>
            <a:r>
              <a:rPr lang="en-US" sz="1100" err="1">
                <a:latin typeface="+mj-lt"/>
              </a:rPr>
              <a:t>eu</a:t>
            </a:r>
            <a:r>
              <a:rPr lang="en-US" sz="1100">
                <a:latin typeface="+mj-lt"/>
              </a:rPr>
              <a:t> </a:t>
            </a:r>
            <a:r>
              <a:rPr lang="en-US" sz="1100" err="1">
                <a:latin typeface="+mj-lt"/>
              </a:rPr>
              <a:t>lacinia</a:t>
            </a:r>
            <a:r>
              <a:rPr lang="en-US" sz="1100">
                <a:latin typeface="+mj-lt"/>
              </a:rPr>
              <a:t> </a:t>
            </a:r>
            <a:r>
              <a:rPr lang="en-US" sz="1100" err="1">
                <a:latin typeface="+mj-lt"/>
              </a:rPr>
              <a:t>consectetur</a:t>
            </a:r>
            <a:r>
              <a:rPr lang="en-US" sz="1100">
                <a:latin typeface="+mj-lt"/>
              </a:rPr>
              <a:t>. In dolor ipsum, gravida et </a:t>
            </a:r>
            <a:r>
              <a:rPr lang="en-US" sz="1100" err="1">
                <a:latin typeface="+mj-lt"/>
              </a:rPr>
              <a:t>sagittis</a:t>
            </a:r>
            <a:r>
              <a:rPr lang="en-US" sz="1100">
                <a:latin typeface="+mj-lt"/>
              </a:rPr>
              <a:t> id, </a:t>
            </a:r>
            <a:r>
              <a:rPr lang="en-US" sz="1100" err="1">
                <a:latin typeface="+mj-lt"/>
              </a:rPr>
              <a:t>sollicitudin</a:t>
            </a:r>
            <a:r>
              <a:rPr lang="en-US" sz="1100">
                <a:latin typeface="+mj-lt"/>
              </a:rPr>
              <a:t> </a:t>
            </a:r>
            <a:r>
              <a:rPr lang="en-US" sz="1100" err="1">
                <a:latin typeface="+mj-lt"/>
              </a:rPr>
              <a:t>ut</a:t>
            </a:r>
            <a:r>
              <a:rPr lang="en-US" sz="1100">
                <a:latin typeface="+mj-lt"/>
              </a:rPr>
              <a:t> </a:t>
            </a:r>
            <a:r>
              <a:rPr lang="en-US" sz="1100" err="1">
                <a:latin typeface="+mj-lt"/>
              </a:rPr>
              <a:t>nisl</a:t>
            </a:r>
            <a:r>
              <a:rPr lang="en-US" sz="1100">
                <a:latin typeface="+mj-lt"/>
              </a:rPr>
              <a:t>. </a:t>
            </a:r>
            <a:r>
              <a:rPr lang="en-US" sz="1100" err="1">
                <a:latin typeface="+mj-lt"/>
              </a:rPr>
              <a:t>Praesent</a:t>
            </a:r>
            <a:r>
              <a:rPr lang="en-US" sz="1100">
                <a:latin typeface="+mj-lt"/>
              </a:rPr>
              <a:t> </a:t>
            </a:r>
            <a:r>
              <a:rPr lang="en-US" sz="1100" err="1">
                <a:latin typeface="+mj-lt"/>
              </a:rPr>
              <a:t>bibendum</a:t>
            </a:r>
            <a:r>
              <a:rPr lang="en-US" sz="1100">
                <a:latin typeface="+mj-lt"/>
              </a:rPr>
              <a:t> tempus </a:t>
            </a:r>
            <a:r>
              <a:rPr lang="en-US" sz="1100" err="1">
                <a:latin typeface="+mj-lt"/>
              </a:rPr>
              <a:t>tellus</a:t>
            </a:r>
            <a:r>
              <a:rPr lang="en-US" sz="1100">
                <a:latin typeface="+mj-lt"/>
              </a:rPr>
              <a:t> </a:t>
            </a:r>
            <a:r>
              <a:rPr lang="en-US" sz="1100" err="1">
                <a:latin typeface="+mj-lt"/>
              </a:rPr>
              <a:t>nec</a:t>
            </a:r>
            <a:r>
              <a:rPr lang="en-US" sz="1100">
                <a:latin typeface="+mj-lt"/>
              </a:rPr>
              <a:t> </a:t>
            </a:r>
            <a:r>
              <a:rPr lang="en-US" sz="1100" err="1">
                <a:latin typeface="+mj-lt"/>
              </a:rPr>
              <a:t>hendrerit</a:t>
            </a:r>
            <a:r>
              <a:rPr lang="en-US" sz="1100">
                <a:latin typeface="+mj-lt"/>
              </a:rPr>
              <a:t>. Nam in </a:t>
            </a:r>
            <a:r>
              <a:rPr lang="en-US" sz="1100" err="1">
                <a:latin typeface="+mj-lt"/>
              </a:rPr>
              <a:t>tempor</a:t>
            </a:r>
            <a:r>
              <a:rPr lang="en-US" sz="1100">
                <a:latin typeface="+mj-lt"/>
              </a:rPr>
              <a:t> </a:t>
            </a:r>
            <a:r>
              <a:rPr lang="en-US" sz="1100" err="1">
                <a:latin typeface="+mj-lt"/>
              </a:rPr>
              <a:t>metus</a:t>
            </a:r>
            <a:r>
              <a:rPr lang="en-US" sz="1100">
                <a:latin typeface="+mj-lt"/>
              </a:rPr>
              <a:t>, ac </a:t>
            </a:r>
            <a:r>
              <a:rPr lang="en-US" sz="1100" err="1">
                <a:latin typeface="+mj-lt"/>
              </a:rPr>
              <a:t>finibus</a:t>
            </a:r>
            <a:r>
              <a:rPr lang="en-US" sz="1100">
                <a:latin typeface="+mj-lt"/>
              </a:rPr>
              <a:t> </a:t>
            </a:r>
            <a:r>
              <a:rPr lang="en-US" sz="1100" err="1">
                <a:latin typeface="+mj-lt"/>
              </a:rPr>
              <a:t>purus</a:t>
            </a:r>
            <a:r>
              <a:rPr lang="en-US" sz="1100">
                <a:latin typeface="+mj-lt"/>
              </a:rPr>
              <a:t>. </a:t>
            </a:r>
            <a:r>
              <a:rPr lang="en-US" sz="1100" err="1">
                <a:latin typeface="+mj-lt"/>
              </a:rPr>
              <a:t>Praesent</a:t>
            </a:r>
            <a:r>
              <a:rPr lang="en-US" sz="1100">
                <a:latin typeface="+mj-lt"/>
              </a:rPr>
              <a:t> </a:t>
            </a:r>
            <a:r>
              <a:rPr lang="en-US" sz="1100" err="1">
                <a:latin typeface="+mj-lt"/>
              </a:rPr>
              <a:t>consequat</a:t>
            </a:r>
            <a:r>
              <a:rPr lang="en-US" sz="1100">
                <a:latin typeface="+mj-lt"/>
              </a:rPr>
              <a:t> </a:t>
            </a:r>
            <a:r>
              <a:rPr lang="en-US" sz="1100" err="1">
                <a:latin typeface="+mj-lt"/>
              </a:rPr>
              <a:t>lectus</a:t>
            </a:r>
            <a:r>
              <a:rPr lang="en-US" sz="1100">
                <a:latin typeface="+mj-lt"/>
              </a:rPr>
              <a:t> sit </a:t>
            </a:r>
            <a:r>
              <a:rPr lang="en-US" sz="1100" err="1">
                <a:latin typeface="+mj-lt"/>
              </a:rPr>
              <a:t>amet</a:t>
            </a:r>
            <a:r>
              <a:rPr lang="en-US" sz="1100">
                <a:latin typeface="+mj-lt"/>
              </a:rPr>
              <a:t> </a:t>
            </a:r>
            <a:r>
              <a:rPr lang="en-US" sz="1100" err="1">
                <a:latin typeface="+mj-lt"/>
              </a:rPr>
              <a:t>tortor</a:t>
            </a:r>
            <a:r>
              <a:rPr lang="en-US" sz="1100">
                <a:latin typeface="+mj-lt"/>
              </a:rPr>
              <a:t> pharetra, </a:t>
            </a:r>
            <a:r>
              <a:rPr lang="en-US" sz="1100" err="1">
                <a:latin typeface="+mj-lt"/>
              </a:rPr>
              <a:t>sed</a:t>
            </a:r>
            <a:r>
              <a:rPr lang="en-US" sz="1100">
                <a:latin typeface="+mj-lt"/>
              </a:rPr>
              <a:t> </a:t>
            </a:r>
            <a:r>
              <a:rPr lang="en-US" sz="1100" err="1">
                <a:latin typeface="+mj-lt"/>
              </a:rPr>
              <a:t>venenatis</a:t>
            </a:r>
            <a:r>
              <a:rPr lang="en-US" sz="1100">
                <a:latin typeface="+mj-lt"/>
              </a:rPr>
              <a:t> </a:t>
            </a:r>
            <a:r>
              <a:rPr lang="en-US" sz="1100" err="1">
                <a:latin typeface="+mj-lt"/>
              </a:rPr>
              <a:t>eros</a:t>
            </a:r>
            <a:r>
              <a:rPr lang="en-US" sz="1100">
                <a:latin typeface="+mj-lt"/>
              </a:rPr>
              <a:t> </a:t>
            </a:r>
            <a:r>
              <a:rPr lang="en-US" sz="1100" err="1">
                <a:latin typeface="+mj-lt"/>
              </a:rPr>
              <a:t>lacinia</a:t>
            </a:r>
            <a:r>
              <a:rPr lang="en-US" sz="1100">
                <a:latin typeface="+mj-lt"/>
              </a:rPr>
              <a:t>. In </a:t>
            </a:r>
            <a:r>
              <a:rPr lang="en-US" sz="1100" err="1">
                <a:latin typeface="+mj-lt"/>
              </a:rPr>
              <a:t>sed</a:t>
            </a:r>
            <a:r>
              <a:rPr lang="en-US" sz="1100">
                <a:latin typeface="+mj-lt"/>
              </a:rPr>
              <a:t> </a:t>
            </a:r>
            <a:r>
              <a:rPr lang="en-US" sz="1100" err="1">
                <a:latin typeface="+mj-lt"/>
              </a:rPr>
              <a:t>erat</a:t>
            </a:r>
            <a:r>
              <a:rPr lang="en-US" sz="1100">
                <a:latin typeface="+mj-lt"/>
              </a:rPr>
              <a:t> libero. </a:t>
            </a:r>
            <a:r>
              <a:rPr lang="en-US" sz="1100" err="1">
                <a:latin typeface="+mj-lt"/>
              </a:rPr>
              <a:t>Sed</a:t>
            </a:r>
            <a:r>
              <a:rPr lang="en-US" sz="1100">
                <a:latin typeface="+mj-lt"/>
              </a:rPr>
              <a:t> lorem </a:t>
            </a:r>
            <a:r>
              <a:rPr lang="en-US" sz="1100" err="1">
                <a:latin typeface="+mj-lt"/>
              </a:rPr>
              <a:t>neque</a:t>
            </a:r>
            <a:r>
              <a:rPr lang="en-US" sz="1100">
                <a:latin typeface="+mj-lt"/>
              </a:rPr>
              <a:t>, </a:t>
            </a:r>
            <a:r>
              <a:rPr lang="en-US" sz="1100" err="1">
                <a:latin typeface="+mj-lt"/>
              </a:rPr>
              <a:t>commodo</a:t>
            </a:r>
            <a:r>
              <a:rPr lang="en-US" sz="1100">
                <a:latin typeface="+mj-lt"/>
              </a:rPr>
              <a:t> vitae ex at, pharetra convallis </a:t>
            </a:r>
            <a:r>
              <a:rPr lang="en-US" sz="1100" err="1">
                <a:latin typeface="+mj-lt"/>
              </a:rPr>
              <a:t>nunc</a:t>
            </a:r>
            <a:r>
              <a:rPr lang="en-US" sz="1100">
                <a:latin typeface="+mj-lt"/>
              </a:rPr>
              <a:t>. In </a:t>
            </a:r>
            <a:r>
              <a:rPr lang="en-US" sz="1100" err="1">
                <a:latin typeface="+mj-lt"/>
              </a:rPr>
              <a:t>vehicula</a:t>
            </a:r>
            <a:r>
              <a:rPr lang="en-US" sz="1100">
                <a:latin typeface="+mj-lt"/>
              </a:rPr>
              <a:t> </a:t>
            </a:r>
            <a:r>
              <a:rPr lang="en-US" sz="1100" err="1">
                <a:latin typeface="+mj-lt"/>
              </a:rPr>
              <a:t>mauris</a:t>
            </a:r>
            <a:r>
              <a:rPr lang="en-US" sz="1100">
                <a:latin typeface="+mj-lt"/>
              </a:rPr>
              <a:t> ligula. </a:t>
            </a:r>
            <a:r>
              <a:rPr lang="en-US" sz="1100" err="1">
                <a:latin typeface="+mj-lt"/>
              </a:rPr>
              <a:t>Suspendisse</a:t>
            </a:r>
            <a:r>
              <a:rPr lang="en-US" sz="1100">
                <a:latin typeface="+mj-lt"/>
              </a:rPr>
              <a:t> in </a:t>
            </a:r>
            <a:r>
              <a:rPr lang="en-US" sz="1100" err="1">
                <a:latin typeface="+mj-lt"/>
              </a:rPr>
              <a:t>tellus</a:t>
            </a:r>
            <a:r>
              <a:rPr lang="en-US" sz="1100">
                <a:latin typeface="+mj-lt"/>
              </a:rPr>
              <a:t> </a:t>
            </a:r>
            <a:r>
              <a:rPr lang="en-US" sz="1100" err="1">
                <a:latin typeface="+mj-lt"/>
              </a:rPr>
              <a:t>congue</a:t>
            </a:r>
            <a:r>
              <a:rPr lang="en-US" sz="1100">
                <a:latin typeface="+mj-lt"/>
              </a:rPr>
              <a:t> </a:t>
            </a:r>
            <a:r>
              <a:rPr lang="en-US" sz="1100" err="1">
                <a:latin typeface="+mj-lt"/>
              </a:rPr>
              <a:t>odio</a:t>
            </a:r>
            <a:r>
              <a:rPr lang="en-US" sz="1100">
                <a:latin typeface="+mj-lt"/>
              </a:rPr>
              <a:t> pharetra </a:t>
            </a:r>
            <a:r>
              <a:rPr lang="en-US" sz="1100" err="1">
                <a:latin typeface="+mj-lt"/>
              </a:rPr>
              <a:t>finibus</a:t>
            </a:r>
            <a:r>
              <a:rPr lang="en-US" sz="1100">
                <a:latin typeface="+mj-lt"/>
              </a:rPr>
              <a:t>. Nam </a:t>
            </a:r>
            <a:r>
              <a:rPr lang="en-US" sz="1100" err="1">
                <a:latin typeface="+mj-lt"/>
              </a:rPr>
              <a:t>vel</a:t>
            </a:r>
            <a:r>
              <a:rPr lang="en-US" sz="1100">
                <a:latin typeface="+mj-lt"/>
              </a:rPr>
              <a:t> </a:t>
            </a:r>
            <a:r>
              <a:rPr lang="en-US" sz="1100" err="1">
                <a:latin typeface="+mj-lt"/>
              </a:rPr>
              <a:t>auctor</a:t>
            </a:r>
            <a:r>
              <a:rPr lang="en-US" sz="1100">
                <a:latin typeface="+mj-lt"/>
              </a:rPr>
              <a:t> </a:t>
            </a:r>
            <a:r>
              <a:rPr lang="en-US" sz="1100" err="1">
                <a:latin typeface="+mj-lt"/>
              </a:rPr>
              <a:t>justo</a:t>
            </a:r>
            <a:r>
              <a:rPr lang="en-US" sz="1100">
                <a:latin typeface="+mj-lt"/>
              </a:rPr>
              <a:t>, vitae </a:t>
            </a:r>
            <a:r>
              <a:rPr lang="en-US" sz="1100" err="1">
                <a:latin typeface="+mj-lt"/>
              </a:rPr>
              <a:t>hendrerit</a:t>
            </a:r>
            <a:r>
              <a:rPr lang="en-US" sz="1100">
                <a:latin typeface="+mj-lt"/>
              </a:rPr>
              <a:t> </a:t>
            </a:r>
            <a:r>
              <a:rPr lang="en-US" sz="1100" err="1">
                <a:latin typeface="+mj-lt"/>
              </a:rPr>
              <a:t>orci</a:t>
            </a:r>
            <a:r>
              <a:rPr lang="en-US" sz="1100">
                <a:latin typeface="+mj-lt"/>
              </a:rPr>
              <a:t>. </a:t>
            </a:r>
            <a:r>
              <a:rPr lang="en-US" sz="1100" err="1">
                <a:latin typeface="+mj-lt"/>
              </a:rPr>
              <a:t>Duis</a:t>
            </a:r>
            <a:r>
              <a:rPr lang="en-US" sz="1100">
                <a:latin typeface="+mj-lt"/>
              </a:rPr>
              <a:t> </a:t>
            </a:r>
            <a:r>
              <a:rPr lang="en-US" sz="1100" err="1">
                <a:latin typeface="+mj-lt"/>
              </a:rPr>
              <a:t>nec</a:t>
            </a:r>
            <a:r>
              <a:rPr lang="en-US" sz="1100">
                <a:latin typeface="+mj-lt"/>
              </a:rPr>
              <a:t> </a:t>
            </a:r>
            <a:r>
              <a:rPr lang="en-US" sz="1100" err="1">
                <a:latin typeface="+mj-lt"/>
              </a:rPr>
              <a:t>sapien</a:t>
            </a:r>
            <a:r>
              <a:rPr lang="en-US" sz="1100">
                <a:latin typeface="+mj-lt"/>
              </a:rPr>
              <a:t> </a:t>
            </a:r>
            <a:r>
              <a:rPr lang="en-US" sz="1100" err="1">
                <a:latin typeface="+mj-lt"/>
              </a:rPr>
              <a:t>viverra</a:t>
            </a:r>
            <a:r>
              <a:rPr lang="en-US" sz="1100">
                <a:latin typeface="+mj-lt"/>
              </a:rPr>
              <a:t>, </a:t>
            </a:r>
            <a:r>
              <a:rPr lang="en-US" sz="1100" err="1">
                <a:latin typeface="+mj-lt"/>
              </a:rPr>
              <a:t>bibendum</a:t>
            </a:r>
            <a:r>
              <a:rPr lang="en-US" sz="1100">
                <a:latin typeface="+mj-lt"/>
              </a:rPr>
              <a:t> </a:t>
            </a:r>
            <a:r>
              <a:rPr lang="en-US" sz="1100" err="1">
                <a:latin typeface="+mj-lt"/>
              </a:rPr>
              <a:t>tellus</a:t>
            </a:r>
            <a:r>
              <a:rPr lang="en-US" sz="1100">
                <a:latin typeface="+mj-lt"/>
              </a:rPr>
              <a:t> </a:t>
            </a:r>
            <a:r>
              <a:rPr lang="en-US" sz="1100" err="1">
                <a:latin typeface="+mj-lt"/>
              </a:rPr>
              <a:t>eget</a:t>
            </a:r>
            <a:r>
              <a:rPr lang="en-US" sz="1100">
                <a:latin typeface="+mj-lt"/>
              </a:rPr>
              <a:t>, </a:t>
            </a:r>
            <a:r>
              <a:rPr lang="en-US" sz="1100" err="1">
                <a:latin typeface="+mj-lt"/>
              </a:rPr>
              <a:t>pellentesque</a:t>
            </a:r>
            <a:r>
              <a:rPr lang="en-US" sz="1100">
                <a:latin typeface="+mj-lt"/>
              </a:rPr>
              <a:t> </a:t>
            </a:r>
            <a:r>
              <a:rPr lang="en-US" sz="1100" err="1">
                <a:latin typeface="+mj-lt"/>
              </a:rPr>
              <a:t>massa</a:t>
            </a:r>
            <a:r>
              <a:rPr lang="en-US" sz="1100">
                <a:latin typeface="+mj-lt"/>
              </a:rPr>
              <a:t>. </a:t>
            </a:r>
            <a:r>
              <a:rPr lang="en-US" sz="1100" err="1">
                <a:latin typeface="+mj-lt"/>
              </a:rPr>
              <a:t>Nulla</a:t>
            </a:r>
            <a:r>
              <a:rPr lang="en-US" sz="1100">
                <a:latin typeface="+mj-lt"/>
              </a:rPr>
              <a:t> </a:t>
            </a:r>
            <a:r>
              <a:rPr lang="en-US" sz="1100" err="1">
                <a:latin typeface="+mj-lt"/>
              </a:rPr>
              <a:t>feugiat</a:t>
            </a:r>
            <a:r>
              <a:rPr lang="en-US" sz="1100">
                <a:latin typeface="+mj-lt"/>
              </a:rPr>
              <a:t>, </a:t>
            </a:r>
            <a:r>
              <a:rPr lang="en-US" sz="1100" err="1">
                <a:latin typeface="+mj-lt"/>
              </a:rPr>
              <a:t>turpis</a:t>
            </a:r>
            <a:r>
              <a:rPr lang="en-US" sz="1100">
                <a:latin typeface="+mj-lt"/>
              </a:rPr>
              <a:t> et </a:t>
            </a:r>
            <a:r>
              <a:rPr lang="en-US" sz="1100" err="1">
                <a:latin typeface="+mj-lt"/>
              </a:rPr>
              <a:t>posuere</a:t>
            </a:r>
            <a:r>
              <a:rPr lang="en-US" sz="1100">
                <a:latin typeface="+mj-lt"/>
              </a:rPr>
              <a:t> </a:t>
            </a:r>
            <a:r>
              <a:rPr lang="en-US" sz="1100" err="1">
                <a:latin typeface="+mj-lt"/>
              </a:rPr>
              <a:t>viverra</a:t>
            </a:r>
            <a:r>
              <a:rPr lang="en-US" sz="1100">
                <a:latin typeface="+mj-lt"/>
              </a:rPr>
              <a:t>, ipsum </a:t>
            </a:r>
            <a:r>
              <a:rPr lang="en-US" sz="1100" err="1">
                <a:latin typeface="+mj-lt"/>
              </a:rPr>
              <a:t>sem</a:t>
            </a:r>
            <a:r>
              <a:rPr lang="en-US" sz="1100">
                <a:latin typeface="+mj-lt"/>
              </a:rPr>
              <a:t> </a:t>
            </a:r>
            <a:r>
              <a:rPr lang="en-US" sz="1100" err="1">
                <a:latin typeface="+mj-lt"/>
              </a:rPr>
              <a:t>tincidunt</a:t>
            </a:r>
            <a:r>
              <a:rPr lang="en-US" sz="1100">
                <a:latin typeface="+mj-lt"/>
              </a:rPr>
              <a:t> </a:t>
            </a:r>
            <a:r>
              <a:rPr lang="en-US" sz="1100" err="1">
                <a:latin typeface="+mj-lt"/>
              </a:rPr>
              <a:t>est</a:t>
            </a:r>
            <a:r>
              <a:rPr lang="en-US" sz="1100">
                <a:latin typeface="+mj-lt"/>
              </a:rPr>
              <a:t>, </a:t>
            </a:r>
            <a:r>
              <a:rPr lang="en-US" sz="1100" err="1">
                <a:latin typeface="+mj-lt"/>
              </a:rPr>
              <a:t>finibus</a:t>
            </a:r>
            <a:r>
              <a:rPr lang="en-US" sz="1100">
                <a:latin typeface="+mj-lt"/>
              </a:rPr>
              <a:t> </a:t>
            </a:r>
            <a:r>
              <a:rPr lang="en-US" sz="1100" err="1">
                <a:latin typeface="+mj-lt"/>
              </a:rPr>
              <a:t>tempor</a:t>
            </a:r>
            <a:r>
              <a:rPr lang="en-US" sz="1100">
                <a:latin typeface="+mj-lt"/>
              </a:rPr>
              <a:t> </a:t>
            </a:r>
            <a:r>
              <a:rPr lang="en-US" sz="1100" err="1">
                <a:latin typeface="+mj-lt"/>
              </a:rPr>
              <a:t>nibh</a:t>
            </a:r>
            <a:r>
              <a:rPr lang="en-US" sz="1100">
                <a:latin typeface="+mj-lt"/>
              </a:rPr>
              <a:t> ante semper diam. </a:t>
            </a:r>
            <a:r>
              <a:rPr lang="en-US" sz="1100" err="1">
                <a:latin typeface="+mj-lt"/>
              </a:rPr>
              <a:t>Nullam</a:t>
            </a:r>
            <a:r>
              <a:rPr lang="en-US" sz="1100">
                <a:latin typeface="+mj-lt"/>
              </a:rPr>
              <a:t> </a:t>
            </a:r>
            <a:r>
              <a:rPr lang="en-US" sz="1100" err="1">
                <a:latin typeface="+mj-lt"/>
              </a:rPr>
              <a:t>quis</a:t>
            </a:r>
            <a:r>
              <a:rPr lang="en-US" sz="1100">
                <a:latin typeface="+mj-lt"/>
              </a:rPr>
              <a:t> </a:t>
            </a:r>
            <a:r>
              <a:rPr lang="en-US" sz="1100" err="1">
                <a:latin typeface="+mj-lt"/>
              </a:rPr>
              <a:t>euismod</a:t>
            </a:r>
            <a:r>
              <a:rPr lang="en-US" sz="1100">
                <a:latin typeface="+mj-lt"/>
              </a:rPr>
              <a:t> </a:t>
            </a:r>
            <a:r>
              <a:rPr lang="en-US" sz="1100" err="1">
                <a:latin typeface="+mj-lt"/>
              </a:rPr>
              <a:t>neque</a:t>
            </a:r>
            <a:r>
              <a:rPr lang="en-US" sz="1100">
                <a:latin typeface="+mj-lt"/>
              </a:rPr>
              <a:t>, </a:t>
            </a:r>
            <a:r>
              <a:rPr lang="en-US" sz="1100" err="1">
                <a:latin typeface="+mj-lt"/>
              </a:rPr>
              <a:t>nec</a:t>
            </a:r>
            <a:r>
              <a:rPr lang="en-US" sz="1100">
                <a:latin typeface="+mj-lt"/>
              </a:rPr>
              <a:t> </a:t>
            </a:r>
            <a:r>
              <a:rPr lang="en-US" sz="1100" err="1">
                <a:latin typeface="+mj-lt"/>
              </a:rPr>
              <a:t>facilisis</a:t>
            </a:r>
            <a:r>
              <a:rPr lang="en-US" sz="1100">
                <a:latin typeface="+mj-lt"/>
              </a:rPr>
              <a:t> sem. </a:t>
            </a:r>
            <a:r>
              <a:rPr lang="en-US" sz="1100" err="1">
                <a:latin typeface="+mj-lt"/>
              </a:rPr>
              <a:t>Morbi</a:t>
            </a:r>
            <a:r>
              <a:rPr lang="en-US" sz="1100">
                <a:latin typeface="+mj-lt"/>
              </a:rPr>
              <a:t> </a:t>
            </a:r>
            <a:r>
              <a:rPr lang="en-US" sz="1100" err="1">
                <a:latin typeface="+mj-lt"/>
              </a:rPr>
              <a:t>egestas</a:t>
            </a:r>
            <a:r>
              <a:rPr lang="en-US" sz="1100">
                <a:latin typeface="+mj-lt"/>
              </a:rPr>
              <a:t> </a:t>
            </a:r>
            <a:r>
              <a:rPr lang="en-US" sz="1100" err="1">
                <a:latin typeface="+mj-lt"/>
              </a:rPr>
              <a:t>iaculis</a:t>
            </a:r>
            <a:r>
              <a:rPr lang="en-US" sz="1100">
                <a:latin typeface="+mj-lt"/>
              </a:rPr>
              <a:t> </a:t>
            </a:r>
            <a:r>
              <a:rPr lang="en-US" sz="1100" err="1">
                <a:latin typeface="+mj-lt"/>
              </a:rPr>
              <a:t>dignissim</a:t>
            </a:r>
            <a:r>
              <a:rPr lang="en-US" sz="1100">
                <a:latin typeface="+mj-lt"/>
              </a:rPr>
              <a:t>. In </a:t>
            </a:r>
            <a:r>
              <a:rPr lang="en-US" sz="1100" err="1">
                <a:latin typeface="+mj-lt"/>
              </a:rPr>
              <a:t>accumsan</a:t>
            </a:r>
            <a:r>
              <a:rPr lang="en-US" sz="1100">
                <a:latin typeface="+mj-lt"/>
              </a:rPr>
              <a:t> </a:t>
            </a:r>
            <a:r>
              <a:rPr lang="en-US" sz="1100" err="1">
                <a:latin typeface="+mj-lt"/>
              </a:rPr>
              <a:t>tortor</a:t>
            </a:r>
            <a:r>
              <a:rPr lang="en-US" sz="1100">
                <a:latin typeface="+mj-lt"/>
              </a:rPr>
              <a:t> </a:t>
            </a:r>
            <a:r>
              <a:rPr lang="en-US" sz="1100" err="1">
                <a:latin typeface="+mj-lt"/>
              </a:rPr>
              <a:t>elit</a:t>
            </a:r>
            <a:r>
              <a:rPr lang="en-US" sz="1100">
                <a:latin typeface="+mj-lt"/>
              </a:rPr>
              <a:t>, non </a:t>
            </a:r>
            <a:r>
              <a:rPr lang="en-US" sz="1100" err="1">
                <a:latin typeface="+mj-lt"/>
              </a:rPr>
              <a:t>euismod</a:t>
            </a:r>
            <a:r>
              <a:rPr lang="en-US" sz="1100">
                <a:latin typeface="+mj-lt"/>
              </a:rPr>
              <a:t> </a:t>
            </a:r>
            <a:r>
              <a:rPr lang="en-US" sz="1100" err="1">
                <a:latin typeface="+mj-lt"/>
              </a:rPr>
              <a:t>eros</a:t>
            </a:r>
            <a:r>
              <a:rPr lang="en-US" sz="1100">
                <a:latin typeface="+mj-lt"/>
              </a:rPr>
              <a:t> </a:t>
            </a:r>
            <a:r>
              <a:rPr lang="en-US" sz="1100" err="1">
                <a:latin typeface="+mj-lt"/>
              </a:rPr>
              <a:t>accumsan</a:t>
            </a:r>
            <a:r>
              <a:rPr lang="en-US" sz="1100">
                <a:latin typeface="+mj-lt"/>
              </a:rPr>
              <a:t> ac. </a:t>
            </a:r>
            <a:r>
              <a:rPr lang="en-US" sz="1100" err="1">
                <a:latin typeface="+mj-lt"/>
              </a:rPr>
              <a:t>Sed</a:t>
            </a:r>
            <a:r>
              <a:rPr lang="en-US" sz="1100">
                <a:latin typeface="+mj-lt"/>
              </a:rPr>
              <a:t> </a:t>
            </a:r>
            <a:r>
              <a:rPr lang="en-US" sz="1100" err="1">
                <a:latin typeface="+mj-lt"/>
              </a:rPr>
              <a:t>ultrices</a:t>
            </a:r>
            <a:r>
              <a:rPr lang="en-US" sz="1100">
                <a:latin typeface="+mj-lt"/>
              </a:rPr>
              <a:t> mi lorem, </a:t>
            </a:r>
            <a:r>
              <a:rPr lang="en-US" sz="1100" err="1">
                <a:latin typeface="+mj-lt"/>
              </a:rPr>
              <a:t>ut</a:t>
            </a:r>
            <a:r>
              <a:rPr lang="en-US" sz="1100">
                <a:latin typeface="+mj-lt"/>
              </a:rPr>
              <a:t> </a:t>
            </a:r>
            <a:r>
              <a:rPr lang="en-US" sz="1100" err="1">
                <a:latin typeface="+mj-lt"/>
              </a:rPr>
              <a:t>dignissim</a:t>
            </a:r>
            <a:r>
              <a:rPr lang="en-US" sz="1100">
                <a:latin typeface="+mj-lt"/>
              </a:rPr>
              <a:t> </a:t>
            </a:r>
            <a:r>
              <a:rPr lang="en-US" sz="1100" err="1">
                <a:latin typeface="+mj-lt"/>
              </a:rPr>
              <a:t>nibh</a:t>
            </a:r>
            <a:r>
              <a:rPr lang="en-US" sz="1100">
                <a:latin typeface="+mj-lt"/>
              </a:rPr>
              <a:t> </a:t>
            </a:r>
            <a:r>
              <a:rPr lang="en-US" sz="1100" err="1">
                <a:latin typeface="+mj-lt"/>
              </a:rPr>
              <a:t>facilisis</a:t>
            </a:r>
            <a:r>
              <a:rPr lang="en-US" sz="1100">
                <a:latin typeface="+mj-lt"/>
              </a:rPr>
              <a:t> vel.</a:t>
            </a:r>
          </a:p>
        </p:txBody>
      </p:sp>
      <p:cxnSp>
        <p:nvCxnSpPr>
          <p:cNvPr id="4" name="Straight Connector 3"/>
          <p:cNvCxnSpPr/>
          <p:nvPr userDrawn="1"/>
        </p:nvCxnSpPr>
        <p:spPr>
          <a:xfrm>
            <a:off x="294409" y="716437"/>
            <a:ext cx="8555182"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5" name="Slide Number Placeholder 1"/>
          <p:cNvSpPr>
            <a:spLocks noGrp="1"/>
          </p:cNvSpPr>
          <p:nvPr>
            <p:ph type="sldNum" sz="quarter" idx="4"/>
          </p:nvPr>
        </p:nvSpPr>
        <p:spPr>
          <a:xfrm>
            <a:off x="7413441" y="4826639"/>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pPr marL="0" marR="0" lvl="0" indent="0" algn="r" defTabSz="685800" rtl="0" eaLnBrk="1" fontAlgn="auto" latinLnBrk="0" hangingPunct="1">
              <a:lnSpc>
                <a:spcPct val="100000"/>
              </a:lnSpc>
              <a:spcBef>
                <a:spcPts val="0"/>
              </a:spcBef>
              <a:spcAft>
                <a:spcPts val="0"/>
              </a:spcAft>
              <a:buClrTx/>
              <a:buSzTx/>
              <a:buFontTx/>
              <a:buNone/>
              <a:tabLst/>
              <a:defRPr/>
            </a:pPr>
            <a:fld id="{3A707DD9-E92B-45E8-BE0A-E6B2EDF345EB}" type="slidenum">
              <a:rPr kumimoji="0" lang="en-US" sz="800" b="1" i="0" u="none" strike="noStrike" kern="1200" cap="none" spc="0" normalizeH="0" baseline="0" noProof="0" smtClean="0">
                <a:ln>
                  <a:noFill/>
                </a:ln>
                <a:solidFill>
                  <a:srgbClr val="FEFEFE"/>
                </a:solidFill>
                <a:effectLst/>
                <a:uLnTx/>
                <a:uFillTx/>
                <a:latin typeface="Calibri Light"/>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a:t>
            </a:fld>
            <a:endParaRPr kumimoji="0" lang="en-US" sz="800" b="1" i="0" u="none" strike="noStrike" kern="1200" cap="none" spc="0" normalizeH="0" baseline="0" noProof="0">
              <a:ln>
                <a:noFill/>
              </a:ln>
              <a:solidFill>
                <a:srgbClr val="FEFEFE"/>
              </a:solidFill>
              <a:effectLst/>
              <a:uLnTx/>
              <a:uFillTx/>
              <a:latin typeface="Calibri Light"/>
              <a:ea typeface="+mn-ea"/>
              <a:cs typeface="+mn-cs"/>
            </a:endParaRPr>
          </a:p>
        </p:txBody>
      </p:sp>
    </p:spTree>
    <p:extLst>
      <p:ext uri="{BB962C8B-B14F-4D97-AF65-F5344CB8AC3E}">
        <p14:creationId xmlns:p14="http://schemas.microsoft.com/office/powerpoint/2010/main" val="2167831624"/>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Please Add Slide Headline Here</a:t>
            </a:r>
          </a:p>
        </p:txBody>
      </p:sp>
      <p:sp>
        <p:nvSpPr>
          <p:cNvPr id="6" name="Content Placeholder 5"/>
          <p:cNvSpPr>
            <a:spLocks noGrp="1"/>
          </p:cNvSpPr>
          <p:nvPr>
            <p:ph sz="quarter" idx="10" hasCustomPrompt="1"/>
          </p:nvPr>
        </p:nvSpPr>
        <p:spPr>
          <a:xfrm>
            <a:off x="357189" y="1079500"/>
            <a:ext cx="3986212" cy="3397250"/>
          </a:xfrm>
        </p:spPr>
        <p:txBody>
          <a:bodyPr/>
          <a:lstStyle>
            <a:lvl1pPr marL="171450" indent="-171450">
              <a:buFont typeface="Arial" panose="020B0604020202020204" pitchFamily="34" charset="0"/>
              <a:buChar char="•"/>
              <a:defRPr>
                <a:latin typeface="+mj-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a:t>
            </a:r>
          </a:p>
          <a:p>
            <a:pPr lvl="0"/>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r>
              <a:rPr lang="en-US" err="1"/>
              <a:t>Aliquam</a:t>
            </a:r>
            <a:r>
              <a:rPr lang="en-US"/>
              <a:t> sit </a:t>
            </a:r>
            <a:r>
              <a:rPr lang="en-US" err="1"/>
              <a:t>amet</a:t>
            </a:r>
            <a:r>
              <a:rPr lang="en-US"/>
              <a:t> </a:t>
            </a:r>
            <a:r>
              <a:rPr lang="en-US" err="1"/>
              <a:t>leo</a:t>
            </a:r>
            <a:r>
              <a:rPr lang="en-US"/>
              <a:t> semper, </a:t>
            </a:r>
            <a:r>
              <a:rPr lang="en-US" err="1"/>
              <a:t>tincidunt</a:t>
            </a:r>
            <a:r>
              <a:rPr lang="en-US"/>
              <a:t> dolor a, </a:t>
            </a:r>
            <a:r>
              <a:rPr lang="en-US" err="1"/>
              <a:t>lobortis</a:t>
            </a:r>
            <a:r>
              <a:rPr lang="en-US"/>
              <a:t> </a:t>
            </a:r>
            <a:r>
              <a:rPr lang="en-US" err="1"/>
              <a:t>elit</a:t>
            </a:r>
            <a:r>
              <a:rPr lang="en-US"/>
              <a:t>. </a:t>
            </a:r>
            <a:r>
              <a:rPr lang="en-US" err="1"/>
              <a:t>Nulla</a:t>
            </a:r>
            <a:r>
              <a:rPr lang="en-US"/>
              <a:t> ipsum dolor, </a:t>
            </a:r>
            <a:r>
              <a:rPr lang="en-US" err="1"/>
              <a:t>condimentum</a:t>
            </a:r>
            <a:endParaRPr lang="en-US"/>
          </a:p>
          <a:p>
            <a:pPr lvl="0"/>
            <a:r>
              <a:rPr lang="en-US"/>
              <a:t>at nisi et, </a:t>
            </a:r>
            <a:r>
              <a:rPr lang="en-US" err="1"/>
              <a:t>varius</a:t>
            </a:r>
            <a:r>
              <a:rPr lang="en-US"/>
              <a:t> </a:t>
            </a:r>
            <a:r>
              <a:rPr lang="en-US" err="1"/>
              <a:t>lobortis</a:t>
            </a:r>
            <a:r>
              <a:rPr lang="en-US"/>
              <a:t> </a:t>
            </a:r>
            <a:r>
              <a:rPr lang="en-US" err="1"/>
              <a:t>lectus</a:t>
            </a:r>
            <a:r>
              <a:rPr lang="en-US"/>
              <a:t>. </a:t>
            </a:r>
            <a:r>
              <a:rPr lang="en-US" err="1"/>
              <a:t>Fusce</a:t>
            </a:r>
            <a:r>
              <a:rPr lang="en-US"/>
              <a:t> </a:t>
            </a:r>
            <a:r>
              <a:rPr lang="en-US" err="1"/>
              <a:t>fermentum</a:t>
            </a:r>
            <a:r>
              <a:rPr lang="en-US"/>
              <a:t> </a:t>
            </a:r>
            <a:r>
              <a:rPr lang="en-US" err="1"/>
              <a:t>bibendum</a:t>
            </a:r>
            <a:r>
              <a:rPr lang="en-US"/>
              <a:t> </a:t>
            </a:r>
            <a:r>
              <a:rPr lang="en-US" err="1"/>
              <a:t>varius</a:t>
            </a:r>
            <a:r>
              <a:rPr lang="en-US"/>
              <a:t>. </a:t>
            </a: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r>
              <a:rPr lang="en-US"/>
              <a:t> </a:t>
            </a:r>
            <a:br>
              <a:rPr lang="en-US"/>
            </a:br>
            <a:r>
              <a:rPr lang="en-US"/>
              <a:t>fames ac </a:t>
            </a:r>
            <a:r>
              <a:rPr lang="en-US" err="1"/>
              <a:t>turpis</a:t>
            </a:r>
            <a:r>
              <a:rPr lang="en-US"/>
              <a:t> </a:t>
            </a:r>
            <a:r>
              <a:rPr lang="en-US" err="1"/>
              <a:t>egestas</a:t>
            </a:r>
            <a:r>
              <a:rPr lang="en-US"/>
              <a:t>.</a:t>
            </a:r>
          </a:p>
        </p:txBody>
      </p:sp>
      <p:sp>
        <p:nvSpPr>
          <p:cNvPr id="4" name="Content Placeholder 5"/>
          <p:cNvSpPr>
            <a:spLocks noGrp="1"/>
          </p:cNvSpPr>
          <p:nvPr>
            <p:ph sz="quarter" idx="11" hasCustomPrompt="1"/>
          </p:nvPr>
        </p:nvSpPr>
        <p:spPr>
          <a:xfrm>
            <a:off x="4800600" y="1079500"/>
            <a:ext cx="3986213" cy="3397250"/>
          </a:xfrm>
        </p:spPr>
        <p:txBody>
          <a:bodyPr/>
          <a:lstStyle>
            <a:lvl1pPr marL="171450" indent="-171450">
              <a:buFont typeface="Arial" panose="020B0604020202020204" pitchFamily="34" charset="0"/>
              <a:buChar char="•"/>
              <a:defRPr>
                <a:latin typeface="+mj-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a:t>
            </a:r>
          </a:p>
          <a:p>
            <a:pPr lvl="0"/>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r>
              <a:rPr lang="en-US" err="1"/>
              <a:t>Aliquam</a:t>
            </a:r>
            <a:r>
              <a:rPr lang="en-US"/>
              <a:t> sit </a:t>
            </a:r>
            <a:r>
              <a:rPr lang="en-US" err="1"/>
              <a:t>amet</a:t>
            </a:r>
            <a:r>
              <a:rPr lang="en-US"/>
              <a:t> </a:t>
            </a:r>
            <a:r>
              <a:rPr lang="en-US" err="1"/>
              <a:t>leo</a:t>
            </a:r>
            <a:r>
              <a:rPr lang="en-US"/>
              <a:t> semper, </a:t>
            </a:r>
            <a:r>
              <a:rPr lang="en-US" err="1"/>
              <a:t>tincidunt</a:t>
            </a:r>
            <a:r>
              <a:rPr lang="en-US"/>
              <a:t> dolor a, </a:t>
            </a:r>
            <a:r>
              <a:rPr lang="en-US" err="1"/>
              <a:t>lobortis</a:t>
            </a:r>
            <a:r>
              <a:rPr lang="en-US"/>
              <a:t> </a:t>
            </a:r>
            <a:r>
              <a:rPr lang="en-US" err="1"/>
              <a:t>elit</a:t>
            </a:r>
            <a:r>
              <a:rPr lang="en-US"/>
              <a:t>. </a:t>
            </a:r>
            <a:r>
              <a:rPr lang="en-US" err="1"/>
              <a:t>Nulla</a:t>
            </a:r>
            <a:r>
              <a:rPr lang="en-US"/>
              <a:t> ipsum dolor, </a:t>
            </a:r>
            <a:r>
              <a:rPr lang="en-US" err="1"/>
              <a:t>condimentum</a:t>
            </a:r>
            <a:endParaRPr lang="en-US"/>
          </a:p>
          <a:p>
            <a:pPr lvl="0"/>
            <a:r>
              <a:rPr lang="en-US"/>
              <a:t>at nisi et, </a:t>
            </a:r>
            <a:r>
              <a:rPr lang="en-US" err="1"/>
              <a:t>varius</a:t>
            </a:r>
            <a:r>
              <a:rPr lang="en-US"/>
              <a:t> </a:t>
            </a:r>
            <a:r>
              <a:rPr lang="en-US" err="1"/>
              <a:t>lobortis</a:t>
            </a:r>
            <a:r>
              <a:rPr lang="en-US"/>
              <a:t> </a:t>
            </a:r>
            <a:r>
              <a:rPr lang="en-US" err="1"/>
              <a:t>lectus</a:t>
            </a:r>
            <a:r>
              <a:rPr lang="en-US"/>
              <a:t>. </a:t>
            </a:r>
            <a:r>
              <a:rPr lang="en-US" err="1"/>
              <a:t>Fusce</a:t>
            </a:r>
            <a:r>
              <a:rPr lang="en-US"/>
              <a:t> </a:t>
            </a:r>
            <a:r>
              <a:rPr lang="en-US" err="1"/>
              <a:t>fermentum</a:t>
            </a:r>
            <a:r>
              <a:rPr lang="en-US"/>
              <a:t> </a:t>
            </a:r>
            <a:r>
              <a:rPr lang="en-US" err="1"/>
              <a:t>bibendum</a:t>
            </a:r>
            <a:r>
              <a:rPr lang="en-US"/>
              <a:t> </a:t>
            </a:r>
            <a:r>
              <a:rPr lang="en-US" err="1"/>
              <a:t>varius</a:t>
            </a:r>
            <a:r>
              <a:rPr lang="en-US"/>
              <a:t>. </a:t>
            </a: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r>
              <a:rPr lang="en-US"/>
              <a:t> </a:t>
            </a:r>
            <a:br>
              <a:rPr lang="en-US"/>
            </a:br>
            <a:r>
              <a:rPr lang="en-US"/>
              <a:t>fames ac </a:t>
            </a:r>
            <a:r>
              <a:rPr lang="en-US" err="1"/>
              <a:t>turpis</a:t>
            </a:r>
            <a:r>
              <a:rPr lang="en-US"/>
              <a:t> </a:t>
            </a:r>
            <a:r>
              <a:rPr lang="en-US" err="1"/>
              <a:t>egestas</a:t>
            </a:r>
            <a:r>
              <a:rPr lang="en-US"/>
              <a:t>.</a:t>
            </a:r>
          </a:p>
        </p:txBody>
      </p:sp>
      <p:cxnSp>
        <p:nvCxnSpPr>
          <p:cNvPr id="5" name="Straight Connector 4"/>
          <p:cNvCxnSpPr/>
          <p:nvPr userDrawn="1"/>
        </p:nvCxnSpPr>
        <p:spPr>
          <a:xfrm>
            <a:off x="294409" y="716437"/>
            <a:ext cx="8555182"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8" name="Slide Number Placeholder 1"/>
          <p:cNvSpPr>
            <a:spLocks noGrp="1"/>
          </p:cNvSpPr>
          <p:nvPr>
            <p:ph type="sldNum" sz="quarter" idx="4"/>
          </p:nvPr>
        </p:nvSpPr>
        <p:spPr>
          <a:xfrm>
            <a:off x="7413441" y="4826639"/>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pPr marL="0" marR="0" lvl="0" indent="0" algn="r" defTabSz="685800" rtl="0" eaLnBrk="1" fontAlgn="auto" latinLnBrk="0" hangingPunct="1">
              <a:lnSpc>
                <a:spcPct val="100000"/>
              </a:lnSpc>
              <a:spcBef>
                <a:spcPts val="0"/>
              </a:spcBef>
              <a:spcAft>
                <a:spcPts val="0"/>
              </a:spcAft>
              <a:buClrTx/>
              <a:buSzTx/>
              <a:buFontTx/>
              <a:buNone/>
              <a:tabLst/>
              <a:defRPr/>
            </a:pPr>
            <a:fld id="{3A707DD9-E92B-45E8-BE0A-E6B2EDF345EB}" type="slidenum">
              <a:rPr kumimoji="0" lang="en-US" sz="800" b="1" i="0" u="none" strike="noStrike" kern="1200" cap="none" spc="0" normalizeH="0" baseline="0" noProof="0" smtClean="0">
                <a:ln>
                  <a:noFill/>
                </a:ln>
                <a:solidFill>
                  <a:srgbClr val="FEFEFE"/>
                </a:solidFill>
                <a:effectLst/>
                <a:uLnTx/>
                <a:uFillTx/>
                <a:latin typeface="Calibri Light"/>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a:t>
            </a:fld>
            <a:endParaRPr kumimoji="0" lang="en-US" sz="800" b="1" i="0" u="none" strike="noStrike" kern="1200" cap="none" spc="0" normalizeH="0" baseline="0" noProof="0">
              <a:ln>
                <a:noFill/>
              </a:ln>
              <a:solidFill>
                <a:srgbClr val="FEFEFE"/>
              </a:solidFill>
              <a:effectLst/>
              <a:uLnTx/>
              <a:uFillTx/>
              <a:latin typeface="Calibri Light"/>
              <a:ea typeface="+mn-ea"/>
              <a:cs typeface="+mn-cs"/>
            </a:endParaRPr>
          </a:p>
        </p:txBody>
      </p:sp>
    </p:spTree>
    <p:extLst>
      <p:ext uri="{BB962C8B-B14F-4D97-AF65-F5344CB8AC3E}">
        <p14:creationId xmlns:p14="http://schemas.microsoft.com/office/powerpoint/2010/main" val="2717695538"/>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Content with Highligh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Please Add Slide Headline Here</a:t>
            </a:r>
          </a:p>
        </p:txBody>
      </p:sp>
      <p:sp>
        <p:nvSpPr>
          <p:cNvPr id="3" name="Content Placeholder 5"/>
          <p:cNvSpPr>
            <a:spLocks noGrp="1"/>
          </p:cNvSpPr>
          <p:nvPr>
            <p:ph sz="quarter" idx="10" hasCustomPrompt="1"/>
          </p:nvPr>
        </p:nvSpPr>
        <p:spPr>
          <a:xfrm>
            <a:off x="357188" y="1422400"/>
            <a:ext cx="8429625" cy="3054350"/>
          </a:xfrm>
        </p:spPr>
        <p:txBody>
          <a:bodyPr/>
          <a:lstStyle>
            <a:lvl1pPr marL="171450" marR="0" indent="-171450" algn="l" defTabSz="914400" rtl="0" eaLnBrk="1" fontAlgn="auto" latinLnBrk="0" hangingPunct="1">
              <a:lnSpc>
                <a:spcPts val="1600"/>
              </a:lnSpc>
              <a:spcBef>
                <a:spcPts val="264"/>
              </a:spcBef>
              <a:spcAft>
                <a:spcPts val="300"/>
              </a:spcAft>
              <a:buClrTx/>
              <a:buSzTx/>
              <a:buFont typeface="Arial" panose="020B0604020202020204" pitchFamily="34" charset="0"/>
              <a:buChar char="•"/>
              <a:tabLst/>
              <a:defRPr>
                <a:latin typeface="+mj-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 </a:t>
            </a:r>
            <a:br>
              <a:rPr lang="en-US"/>
            </a:br>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r>
              <a:rPr lang="en-US" err="1"/>
              <a:t>Aliquam</a:t>
            </a:r>
            <a:r>
              <a:rPr lang="en-US"/>
              <a:t> sit </a:t>
            </a:r>
            <a:r>
              <a:rPr lang="en-US" err="1"/>
              <a:t>amet</a:t>
            </a:r>
            <a:r>
              <a:rPr lang="en-US"/>
              <a:t> </a:t>
            </a:r>
            <a:r>
              <a:rPr lang="en-US" err="1"/>
              <a:t>leo</a:t>
            </a:r>
            <a:r>
              <a:rPr lang="en-US"/>
              <a:t> semper, </a:t>
            </a:r>
            <a:r>
              <a:rPr lang="en-US" err="1"/>
              <a:t>tincidunt</a:t>
            </a:r>
            <a:r>
              <a:rPr lang="en-US"/>
              <a:t> dolor a, </a:t>
            </a:r>
            <a:r>
              <a:rPr lang="en-US" err="1"/>
              <a:t>lobortis</a:t>
            </a:r>
            <a:r>
              <a:rPr lang="en-US"/>
              <a:t> </a:t>
            </a:r>
            <a:r>
              <a:rPr lang="en-US" err="1"/>
              <a:t>elit</a:t>
            </a:r>
            <a:r>
              <a:rPr lang="en-US"/>
              <a:t>. </a:t>
            </a:r>
            <a:r>
              <a:rPr lang="en-US" err="1"/>
              <a:t>Nulla</a:t>
            </a:r>
            <a:r>
              <a:rPr lang="en-US"/>
              <a:t> ipsum dolor, </a:t>
            </a:r>
            <a:r>
              <a:rPr lang="en-US" err="1"/>
              <a:t>condimentum</a:t>
            </a:r>
            <a:r>
              <a:rPr lang="en-US"/>
              <a:t> </a:t>
            </a:r>
            <a:br>
              <a:rPr lang="en-US"/>
            </a:br>
            <a:r>
              <a:rPr lang="en-US"/>
              <a:t>at nisi et, </a:t>
            </a:r>
            <a:r>
              <a:rPr lang="en-US" err="1"/>
              <a:t>varius</a:t>
            </a:r>
            <a:r>
              <a:rPr lang="en-US"/>
              <a:t> </a:t>
            </a:r>
            <a:r>
              <a:rPr lang="en-US" err="1"/>
              <a:t>lobortis</a:t>
            </a:r>
            <a:r>
              <a:rPr lang="en-US"/>
              <a:t> </a:t>
            </a:r>
            <a:r>
              <a:rPr lang="en-US" err="1"/>
              <a:t>lectus</a:t>
            </a:r>
            <a:r>
              <a:rPr lang="en-US"/>
              <a:t>. </a:t>
            </a:r>
            <a:r>
              <a:rPr lang="en-US" err="1"/>
              <a:t>Fusce</a:t>
            </a:r>
            <a:r>
              <a:rPr lang="en-US"/>
              <a:t> </a:t>
            </a:r>
            <a:r>
              <a:rPr lang="en-US" err="1"/>
              <a:t>fermentum</a:t>
            </a:r>
            <a:r>
              <a:rPr lang="en-US"/>
              <a:t> </a:t>
            </a:r>
            <a:r>
              <a:rPr lang="en-US" err="1"/>
              <a:t>bibendum</a:t>
            </a:r>
            <a:r>
              <a:rPr lang="en-US"/>
              <a:t> </a:t>
            </a:r>
            <a:r>
              <a:rPr lang="en-US" err="1"/>
              <a:t>varius</a:t>
            </a:r>
            <a:r>
              <a:rPr lang="en-US"/>
              <a:t>. </a:t>
            </a: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r>
              <a:rPr lang="en-US"/>
              <a:t> </a:t>
            </a:r>
            <a:br>
              <a:rPr lang="en-US"/>
            </a:br>
            <a:r>
              <a:rPr lang="en-US"/>
              <a:t>fames ac </a:t>
            </a:r>
            <a:r>
              <a:rPr lang="en-US" err="1"/>
              <a:t>turpis</a:t>
            </a:r>
            <a:r>
              <a:rPr lang="en-US"/>
              <a:t> </a:t>
            </a:r>
            <a:r>
              <a:rPr lang="en-US" err="1"/>
              <a:t>egestas</a:t>
            </a:r>
            <a:r>
              <a:rPr lang="en-US"/>
              <a:t>.</a:t>
            </a:r>
          </a:p>
          <a:p>
            <a:pPr marL="171450" marR="0" lvl="0" indent="-171450" algn="l" defTabSz="914400" rtl="0" eaLnBrk="1" fontAlgn="auto" latinLnBrk="0" hangingPunct="1">
              <a:lnSpc>
                <a:spcPts val="1600"/>
              </a:lnSpc>
              <a:spcBef>
                <a:spcPts val="264"/>
              </a:spcBef>
              <a:spcAft>
                <a:spcPts val="300"/>
              </a:spcAft>
              <a:buClrTx/>
              <a:buSzTx/>
              <a:tabLst/>
              <a:defRPr/>
            </a:pPr>
            <a:r>
              <a:rPr lang="en-US" sz="1100">
                <a:latin typeface="+mj-lt"/>
              </a:rPr>
              <a:t>In </a:t>
            </a:r>
            <a:r>
              <a:rPr lang="en-US" sz="1100" err="1">
                <a:latin typeface="+mj-lt"/>
              </a:rPr>
              <a:t>egestas</a:t>
            </a:r>
            <a:r>
              <a:rPr lang="en-US" sz="1100">
                <a:latin typeface="+mj-lt"/>
              </a:rPr>
              <a:t> </a:t>
            </a:r>
            <a:r>
              <a:rPr lang="en-US" sz="1100" err="1">
                <a:latin typeface="+mj-lt"/>
              </a:rPr>
              <a:t>orci</a:t>
            </a:r>
            <a:r>
              <a:rPr lang="en-US" sz="1100">
                <a:latin typeface="+mj-lt"/>
              </a:rPr>
              <a:t> </a:t>
            </a:r>
            <a:r>
              <a:rPr lang="en-US" sz="1100" err="1">
                <a:latin typeface="+mj-lt"/>
              </a:rPr>
              <a:t>eu</a:t>
            </a:r>
            <a:r>
              <a:rPr lang="en-US" sz="1100">
                <a:latin typeface="+mj-lt"/>
              </a:rPr>
              <a:t> </a:t>
            </a:r>
            <a:r>
              <a:rPr lang="en-US" sz="1100" err="1">
                <a:latin typeface="+mj-lt"/>
              </a:rPr>
              <a:t>lacinia</a:t>
            </a:r>
            <a:r>
              <a:rPr lang="en-US" sz="1100">
                <a:latin typeface="+mj-lt"/>
              </a:rPr>
              <a:t> </a:t>
            </a:r>
            <a:r>
              <a:rPr lang="en-US" sz="1100" err="1">
                <a:latin typeface="+mj-lt"/>
              </a:rPr>
              <a:t>consectetur</a:t>
            </a:r>
            <a:r>
              <a:rPr lang="en-US" sz="1100">
                <a:latin typeface="+mj-lt"/>
              </a:rPr>
              <a:t>. In dolor ipsum, gravida et </a:t>
            </a:r>
            <a:r>
              <a:rPr lang="en-US" sz="1100" err="1">
                <a:latin typeface="+mj-lt"/>
              </a:rPr>
              <a:t>sagittis</a:t>
            </a:r>
            <a:r>
              <a:rPr lang="en-US" sz="1100">
                <a:latin typeface="+mj-lt"/>
              </a:rPr>
              <a:t> id, </a:t>
            </a:r>
            <a:r>
              <a:rPr lang="en-US" sz="1100" err="1">
                <a:latin typeface="+mj-lt"/>
              </a:rPr>
              <a:t>sollicitudin</a:t>
            </a:r>
            <a:r>
              <a:rPr lang="en-US" sz="1100">
                <a:latin typeface="+mj-lt"/>
              </a:rPr>
              <a:t> </a:t>
            </a:r>
            <a:r>
              <a:rPr lang="en-US" sz="1100" err="1">
                <a:latin typeface="+mj-lt"/>
              </a:rPr>
              <a:t>ut</a:t>
            </a:r>
            <a:r>
              <a:rPr lang="en-US" sz="1100">
                <a:latin typeface="+mj-lt"/>
              </a:rPr>
              <a:t> </a:t>
            </a:r>
            <a:r>
              <a:rPr lang="en-US" sz="1100" err="1">
                <a:latin typeface="+mj-lt"/>
              </a:rPr>
              <a:t>nisl</a:t>
            </a:r>
            <a:r>
              <a:rPr lang="en-US" sz="1100">
                <a:latin typeface="+mj-lt"/>
              </a:rPr>
              <a:t>. </a:t>
            </a:r>
            <a:r>
              <a:rPr lang="en-US" sz="1100" err="1">
                <a:latin typeface="+mj-lt"/>
              </a:rPr>
              <a:t>Praesent</a:t>
            </a:r>
            <a:r>
              <a:rPr lang="en-US" sz="1100">
                <a:latin typeface="+mj-lt"/>
              </a:rPr>
              <a:t> </a:t>
            </a:r>
            <a:r>
              <a:rPr lang="en-US" sz="1100" err="1">
                <a:latin typeface="+mj-lt"/>
              </a:rPr>
              <a:t>bibendum</a:t>
            </a:r>
            <a:r>
              <a:rPr lang="en-US" sz="1100">
                <a:latin typeface="+mj-lt"/>
              </a:rPr>
              <a:t> tempus </a:t>
            </a:r>
            <a:r>
              <a:rPr lang="en-US" sz="1100" err="1">
                <a:latin typeface="+mj-lt"/>
              </a:rPr>
              <a:t>tellus</a:t>
            </a:r>
            <a:r>
              <a:rPr lang="en-US" sz="1100">
                <a:latin typeface="+mj-lt"/>
              </a:rPr>
              <a:t> </a:t>
            </a:r>
            <a:r>
              <a:rPr lang="en-US" sz="1100" err="1">
                <a:latin typeface="+mj-lt"/>
              </a:rPr>
              <a:t>nec</a:t>
            </a:r>
            <a:r>
              <a:rPr lang="en-US" sz="1100">
                <a:latin typeface="+mj-lt"/>
              </a:rPr>
              <a:t> </a:t>
            </a:r>
            <a:r>
              <a:rPr lang="en-US" sz="1100" err="1">
                <a:latin typeface="+mj-lt"/>
              </a:rPr>
              <a:t>hendrerit</a:t>
            </a:r>
            <a:r>
              <a:rPr lang="en-US" sz="1100">
                <a:latin typeface="+mj-lt"/>
              </a:rPr>
              <a:t>. Nam in </a:t>
            </a:r>
            <a:r>
              <a:rPr lang="en-US" sz="1100" err="1">
                <a:latin typeface="+mj-lt"/>
              </a:rPr>
              <a:t>tempor</a:t>
            </a:r>
            <a:r>
              <a:rPr lang="en-US" sz="1100">
                <a:latin typeface="+mj-lt"/>
              </a:rPr>
              <a:t> </a:t>
            </a:r>
            <a:r>
              <a:rPr lang="en-US" sz="1100" err="1">
                <a:latin typeface="+mj-lt"/>
              </a:rPr>
              <a:t>metus</a:t>
            </a:r>
            <a:r>
              <a:rPr lang="en-US" sz="1100">
                <a:latin typeface="+mj-lt"/>
              </a:rPr>
              <a:t>, ac </a:t>
            </a:r>
            <a:r>
              <a:rPr lang="en-US" sz="1100" err="1">
                <a:latin typeface="+mj-lt"/>
              </a:rPr>
              <a:t>finibus</a:t>
            </a:r>
            <a:r>
              <a:rPr lang="en-US" sz="1100">
                <a:latin typeface="+mj-lt"/>
              </a:rPr>
              <a:t> </a:t>
            </a:r>
            <a:r>
              <a:rPr lang="en-US" sz="1100" err="1">
                <a:latin typeface="+mj-lt"/>
              </a:rPr>
              <a:t>purus</a:t>
            </a:r>
            <a:r>
              <a:rPr lang="en-US" sz="1100">
                <a:latin typeface="+mj-lt"/>
              </a:rPr>
              <a:t>. </a:t>
            </a:r>
            <a:r>
              <a:rPr lang="en-US" sz="1100" err="1">
                <a:latin typeface="+mj-lt"/>
              </a:rPr>
              <a:t>Praesent</a:t>
            </a:r>
            <a:r>
              <a:rPr lang="en-US" sz="1100">
                <a:latin typeface="+mj-lt"/>
              </a:rPr>
              <a:t> </a:t>
            </a:r>
            <a:r>
              <a:rPr lang="en-US" sz="1100" err="1">
                <a:latin typeface="+mj-lt"/>
              </a:rPr>
              <a:t>consequat</a:t>
            </a:r>
            <a:r>
              <a:rPr lang="en-US" sz="1100">
                <a:latin typeface="+mj-lt"/>
              </a:rPr>
              <a:t> </a:t>
            </a:r>
            <a:r>
              <a:rPr lang="en-US" sz="1100" err="1">
                <a:latin typeface="+mj-lt"/>
              </a:rPr>
              <a:t>lectus</a:t>
            </a:r>
            <a:r>
              <a:rPr lang="en-US" sz="1100">
                <a:latin typeface="+mj-lt"/>
              </a:rPr>
              <a:t> sit </a:t>
            </a:r>
            <a:r>
              <a:rPr lang="en-US" sz="1100" err="1">
                <a:latin typeface="+mj-lt"/>
              </a:rPr>
              <a:t>amet</a:t>
            </a:r>
            <a:r>
              <a:rPr lang="en-US" sz="1100">
                <a:latin typeface="+mj-lt"/>
              </a:rPr>
              <a:t> </a:t>
            </a:r>
            <a:r>
              <a:rPr lang="en-US" sz="1100" err="1">
                <a:latin typeface="+mj-lt"/>
              </a:rPr>
              <a:t>tortor</a:t>
            </a:r>
            <a:r>
              <a:rPr lang="en-US" sz="1100">
                <a:latin typeface="+mj-lt"/>
              </a:rPr>
              <a:t> pharetra, </a:t>
            </a:r>
            <a:r>
              <a:rPr lang="en-US" sz="1100" err="1">
                <a:latin typeface="+mj-lt"/>
              </a:rPr>
              <a:t>sed</a:t>
            </a:r>
            <a:r>
              <a:rPr lang="en-US" sz="1100">
                <a:latin typeface="+mj-lt"/>
              </a:rPr>
              <a:t> </a:t>
            </a:r>
            <a:r>
              <a:rPr lang="en-US" sz="1100" err="1">
                <a:latin typeface="+mj-lt"/>
              </a:rPr>
              <a:t>venenatis</a:t>
            </a:r>
            <a:r>
              <a:rPr lang="en-US" sz="1100">
                <a:latin typeface="+mj-lt"/>
              </a:rPr>
              <a:t> </a:t>
            </a:r>
            <a:r>
              <a:rPr lang="en-US" sz="1100" err="1">
                <a:latin typeface="+mj-lt"/>
              </a:rPr>
              <a:t>eros</a:t>
            </a:r>
            <a:r>
              <a:rPr lang="en-US" sz="1100">
                <a:latin typeface="+mj-lt"/>
              </a:rPr>
              <a:t> </a:t>
            </a:r>
            <a:r>
              <a:rPr lang="en-US" sz="1100" err="1">
                <a:latin typeface="+mj-lt"/>
              </a:rPr>
              <a:t>lacinia</a:t>
            </a:r>
            <a:r>
              <a:rPr lang="en-US" sz="1100">
                <a:latin typeface="+mj-lt"/>
              </a:rPr>
              <a:t>. In </a:t>
            </a:r>
            <a:r>
              <a:rPr lang="en-US" sz="1100" err="1">
                <a:latin typeface="+mj-lt"/>
              </a:rPr>
              <a:t>sed</a:t>
            </a:r>
            <a:r>
              <a:rPr lang="en-US" sz="1100">
                <a:latin typeface="+mj-lt"/>
              </a:rPr>
              <a:t> </a:t>
            </a:r>
            <a:r>
              <a:rPr lang="en-US" sz="1100" err="1">
                <a:latin typeface="+mj-lt"/>
              </a:rPr>
              <a:t>erat</a:t>
            </a:r>
            <a:r>
              <a:rPr lang="en-US" sz="1100">
                <a:latin typeface="+mj-lt"/>
              </a:rPr>
              <a:t> libero. </a:t>
            </a:r>
            <a:r>
              <a:rPr lang="en-US" sz="1100" err="1">
                <a:latin typeface="+mj-lt"/>
              </a:rPr>
              <a:t>Sed</a:t>
            </a:r>
            <a:r>
              <a:rPr lang="en-US" sz="1100">
                <a:latin typeface="+mj-lt"/>
              </a:rPr>
              <a:t> lorem </a:t>
            </a:r>
            <a:r>
              <a:rPr lang="en-US" sz="1100" err="1">
                <a:latin typeface="+mj-lt"/>
              </a:rPr>
              <a:t>neque</a:t>
            </a:r>
            <a:r>
              <a:rPr lang="en-US" sz="1100">
                <a:latin typeface="+mj-lt"/>
              </a:rPr>
              <a:t>, </a:t>
            </a:r>
            <a:r>
              <a:rPr lang="en-US" sz="1100" err="1">
                <a:latin typeface="+mj-lt"/>
              </a:rPr>
              <a:t>commodo</a:t>
            </a:r>
            <a:r>
              <a:rPr lang="en-US" sz="1100">
                <a:latin typeface="+mj-lt"/>
              </a:rPr>
              <a:t> vitae ex at, pharetra convallis </a:t>
            </a:r>
            <a:r>
              <a:rPr lang="en-US" sz="1100" err="1">
                <a:latin typeface="+mj-lt"/>
              </a:rPr>
              <a:t>nunc</a:t>
            </a:r>
            <a:r>
              <a:rPr lang="en-US" sz="1100">
                <a:latin typeface="+mj-lt"/>
              </a:rPr>
              <a:t>. In </a:t>
            </a:r>
            <a:r>
              <a:rPr lang="en-US" sz="1100" err="1">
                <a:latin typeface="+mj-lt"/>
              </a:rPr>
              <a:t>vehicula</a:t>
            </a:r>
            <a:r>
              <a:rPr lang="en-US" sz="1100">
                <a:latin typeface="+mj-lt"/>
              </a:rPr>
              <a:t> </a:t>
            </a:r>
            <a:r>
              <a:rPr lang="en-US" sz="1100" err="1">
                <a:latin typeface="+mj-lt"/>
              </a:rPr>
              <a:t>mauris</a:t>
            </a:r>
            <a:r>
              <a:rPr lang="en-US" sz="1100">
                <a:latin typeface="+mj-lt"/>
              </a:rPr>
              <a:t> ligula. </a:t>
            </a:r>
            <a:r>
              <a:rPr lang="en-US" sz="1100" err="1">
                <a:latin typeface="+mj-lt"/>
              </a:rPr>
              <a:t>Suspendisse</a:t>
            </a:r>
            <a:r>
              <a:rPr lang="en-US" sz="1100">
                <a:latin typeface="+mj-lt"/>
              </a:rPr>
              <a:t> in </a:t>
            </a:r>
            <a:r>
              <a:rPr lang="en-US" sz="1100" err="1">
                <a:latin typeface="+mj-lt"/>
              </a:rPr>
              <a:t>tellus</a:t>
            </a:r>
            <a:r>
              <a:rPr lang="en-US" sz="1100">
                <a:latin typeface="+mj-lt"/>
              </a:rPr>
              <a:t> </a:t>
            </a:r>
            <a:r>
              <a:rPr lang="en-US" sz="1100" err="1">
                <a:latin typeface="+mj-lt"/>
              </a:rPr>
              <a:t>congue</a:t>
            </a:r>
            <a:r>
              <a:rPr lang="en-US" sz="1100">
                <a:latin typeface="+mj-lt"/>
              </a:rPr>
              <a:t> </a:t>
            </a:r>
            <a:r>
              <a:rPr lang="en-US" sz="1100" err="1">
                <a:latin typeface="+mj-lt"/>
              </a:rPr>
              <a:t>odio</a:t>
            </a:r>
            <a:r>
              <a:rPr lang="en-US" sz="1100">
                <a:latin typeface="+mj-lt"/>
              </a:rPr>
              <a:t> pharetra </a:t>
            </a:r>
            <a:r>
              <a:rPr lang="en-US" sz="1100" err="1">
                <a:latin typeface="+mj-lt"/>
              </a:rPr>
              <a:t>finibus</a:t>
            </a:r>
            <a:r>
              <a:rPr lang="en-US" sz="1100">
                <a:latin typeface="+mj-lt"/>
              </a:rPr>
              <a:t>. Nam </a:t>
            </a:r>
            <a:r>
              <a:rPr lang="en-US" sz="1100" err="1">
                <a:latin typeface="+mj-lt"/>
              </a:rPr>
              <a:t>vel</a:t>
            </a:r>
            <a:r>
              <a:rPr lang="en-US" sz="1100">
                <a:latin typeface="+mj-lt"/>
              </a:rPr>
              <a:t> </a:t>
            </a:r>
            <a:r>
              <a:rPr lang="en-US" sz="1100" err="1">
                <a:latin typeface="+mj-lt"/>
              </a:rPr>
              <a:t>auctor</a:t>
            </a:r>
            <a:r>
              <a:rPr lang="en-US" sz="1100">
                <a:latin typeface="+mj-lt"/>
              </a:rPr>
              <a:t> </a:t>
            </a:r>
            <a:r>
              <a:rPr lang="en-US" sz="1100" err="1">
                <a:latin typeface="+mj-lt"/>
              </a:rPr>
              <a:t>justo</a:t>
            </a:r>
            <a:r>
              <a:rPr lang="en-US" sz="1100">
                <a:latin typeface="+mj-lt"/>
              </a:rPr>
              <a:t>, vitae </a:t>
            </a:r>
            <a:r>
              <a:rPr lang="en-US" sz="1100" err="1">
                <a:latin typeface="+mj-lt"/>
              </a:rPr>
              <a:t>hendrerit</a:t>
            </a:r>
            <a:r>
              <a:rPr lang="en-US" sz="1100">
                <a:latin typeface="+mj-lt"/>
              </a:rPr>
              <a:t> </a:t>
            </a:r>
            <a:r>
              <a:rPr lang="en-US" sz="1100" err="1">
                <a:latin typeface="+mj-lt"/>
              </a:rPr>
              <a:t>orci</a:t>
            </a:r>
            <a:r>
              <a:rPr lang="en-US" sz="1100">
                <a:latin typeface="+mj-lt"/>
              </a:rPr>
              <a:t>. </a:t>
            </a:r>
            <a:r>
              <a:rPr lang="en-US" sz="1100" err="1">
                <a:latin typeface="+mj-lt"/>
              </a:rPr>
              <a:t>Duis</a:t>
            </a:r>
            <a:r>
              <a:rPr lang="en-US" sz="1100">
                <a:latin typeface="+mj-lt"/>
              </a:rPr>
              <a:t> </a:t>
            </a:r>
            <a:r>
              <a:rPr lang="en-US" sz="1100" err="1">
                <a:latin typeface="+mj-lt"/>
              </a:rPr>
              <a:t>nec</a:t>
            </a:r>
            <a:r>
              <a:rPr lang="en-US" sz="1100">
                <a:latin typeface="+mj-lt"/>
              </a:rPr>
              <a:t> </a:t>
            </a:r>
            <a:r>
              <a:rPr lang="en-US" sz="1100" err="1">
                <a:latin typeface="+mj-lt"/>
              </a:rPr>
              <a:t>sapien</a:t>
            </a:r>
            <a:r>
              <a:rPr lang="en-US" sz="1100">
                <a:latin typeface="+mj-lt"/>
              </a:rPr>
              <a:t> </a:t>
            </a:r>
            <a:r>
              <a:rPr lang="en-US" sz="1100" err="1">
                <a:latin typeface="+mj-lt"/>
              </a:rPr>
              <a:t>viverra</a:t>
            </a:r>
            <a:r>
              <a:rPr lang="en-US" sz="1100">
                <a:latin typeface="+mj-lt"/>
              </a:rPr>
              <a:t>, </a:t>
            </a:r>
            <a:r>
              <a:rPr lang="en-US" sz="1100" err="1">
                <a:latin typeface="+mj-lt"/>
              </a:rPr>
              <a:t>bibendum</a:t>
            </a:r>
            <a:r>
              <a:rPr lang="en-US" sz="1100">
                <a:latin typeface="+mj-lt"/>
              </a:rPr>
              <a:t> </a:t>
            </a:r>
            <a:r>
              <a:rPr lang="en-US" sz="1100" err="1">
                <a:latin typeface="+mj-lt"/>
              </a:rPr>
              <a:t>tellus</a:t>
            </a:r>
            <a:r>
              <a:rPr lang="en-US" sz="1100">
                <a:latin typeface="+mj-lt"/>
              </a:rPr>
              <a:t> </a:t>
            </a:r>
            <a:r>
              <a:rPr lang="en-US" sz="1100" err="1">
                <a:latin typeface="+mj-lt"/>
              </a:rPr>
              <a:t>eget</a:t>
            </a:r>
            <a:r>
              <a:rPr lang="en-US" sz="1100">
                <a:latin typeface="+mj-lt"/>
              </a:rPr>
              <a:t>, </a:t>
            </a:r>
            <a:r>
              <a:rPr lang="en-US" sz="1100" err="1">
                <a:latin typeface="+mj-lt"/>
              </a:rPr>
              <a:t>pellentesque</a:t>
            </a:r>
            <a:r>
              <a:rPr lang="en-US" sz="1100">
                <a:latin typeface="+mj-lt"/>
              </a:rPr>
              <a:t> </a:t>
            </a:r>
            <a:r>
              <a:rPr lang="en-US" sz="1100" err="1">
                <a:latin typeface="+mj-lt"/>
              </a:rPr>
              <a:t>massa</a:t>
            </a:r>
            <a:r>
              <a:rPr lang="en-US" sz="1100">
                <a:latin typeface="+mj-lt"/>
              </a:rPr>
              <a:t>. </a:t>
            </a:r>
            <a:r>
              <a:rPr lang="en-US" sz="1100" err="1">
                <a:latin typeface="+mj-lt"/>
              </a:rPr>
              <a:t>Nulla</a:t>
            </a:r>
            <a:r>
              <a:rPr lang="en-US" sz="1100">
                <a:latin typeface="+mj-lt"/>
              </a:rPr>
              <a:t> </a:t>
            </a:r>
            <a:r>
              <a:rPr lang="en-US" sz="1100" err="1">
                <a:latin typeface="+mj-lt"/>
              </a:rPr>
              <a:t>feugiat</a:t>
            </a:r>
            <a:r>
              <a:rPr lang="en-US" sz="1100">
                <a:latin typeface="+mj-lt"/>
              </a:rPr>
              <a:t>, </a:t>
            </a:r>
            <a:r>
              <a:rPr lang="en-US" sz="1100" err="1">
                <a:latin typeface="+mj-lt"/>
              </a:rPr>
              <a:t>turpis</a:t>
            </a:r>
            <a:r>
              <a:rPr lang="en-US" sz="1100">
                <a:latin typeface="+mj-lt"/>
              </a:rPr>
              <a:t> et </a:t>
            </a:r>
            <a:r>
              <a:rPr lang="en-US" sz="1100" err="1">
                <a:latin typeface="+mj-lt"/>
              </a:rPr>
              <a:t>posuere</a:t>
            </a:r>
            <a:r>
              <a:rPr lang="en-US" sz="1100">
                <a:latin typeface="+mj-lt"/>
              </a:rPr>
              <a:t> </a:t>
            </a:r>
            <a:r>
              <a:rPr lang="en-US" sz="1100" err="1">
                <a:latin typeface="+mj-lt"/>
              </a:rPr>
              <a:t>viverra</a:t>
            </a:r>
            <a:r>
              <a:rPr lang="en-US" sz="1100">
                <a:latin typeface="+mj-lt"/>
              </a:rPr>
              <a:t>, ipsum </a:t>
            </a:r>
            <a:r>
              <a:rPr lang="en-US" sz="1100" err="1">
                <a:latin typeface="+mj-lt"/>
              </a:rPr>
              <a:t>sem</a:t>
            </a:r>
            <a:r>
              <a:rPr lang="en-US" sz="1100">
                <a:latin typeface="+mj-lt"/>
              </a:rPr>
              <a:t> </a:t>
            </a:r>
            <a:r>
              <a:rPr lang="en-US" sz="1100" err="1">
                <a:latin typeface="+mj-lt"/>
              </a:rPr>
              <a:t>tincidunt</a:t>
            </a:r>
            <a:r>
              <a:rPr lang="en-US" sz="1100">
                <a:latin typeface="+mj-lt"/>
              </a:rPr>
              <a:t> </a:t>
            </a:r>
            <a:r>
              <a:rPr lang="en-US" sz="1100" err="1">
                <a:latin typeface="+mj-lt"/>
              </a:rPr>
              <a:t>est</a:t>
            </a:r>
            <a:r>
              <a:rPr lang="en-US" sz="1100">
                <a:latin typeface="+mj-lt"/>
              </a:rPr>
              <a:t>, </a:t>
            </a:r>
            <a:r>
              <a:rPr lang="en-US" sz="1100" err="1">
                <a:latin typeface="+mj-lt"/>
              </a:rPr>
              <a:t>finibus</a:t>
            </a:r>
            <a:r>
              <a:rPr lang="en-US" sz="1100">
                <a:latin typeface="+mj-lt"/>
              </a:rPr>
              <a:t> </a:t>
            </a:r>
            <a:r>
              <a:rPr lang="en-US" sz="1100" err="1">
                <a:latin typeface="+mj-lt"/>
              </a:rPr>
              <a:t>tempor</a:t>
            </a:r>
            <a:r>
              <a:rPr lang="en-US" sz="1100">
                <a:latin typeface="+mj-lt"/>
              </a:rPr>
              <a:t> </a:t>
            </a:r>
            <a:r>
              <a:rPr lang="en-US" sz="1100" err="1">
                <a:latin typeface="+mj-lt"/>
              </a:rPr>
              <a:t>nibh</a:t>
            </a:r>
            <a:r>
              <a:rPr lang="en-US" sz="1100">
                <a:latin typeface="+mj-lt"/>
              </a:rPr>
              <a:t> ante semper diam. </a:t>
            </a:r>
            <a:r>
              <a:rPr lang="en-US" sz="1100" err="1">
                <a:latin typeface="+mj-lt"/>
              </a:rPr>
              <a:t>Nullam</a:t>
            </a:r>
            <a:r>
              <a:rPr lang="en-US" sz="1100">
                <a:latin typeface="+mj-lt"/>
              </a:rPr>
              <a:t> </a:t>
            </a:r>
            <a:r>
              <a:rPr lang="en-US" sz="1100" err="1">
                <a:latin typeface="+mj-lt"/>
              </a:rPr>
              <a:t>quis</a:t>
            </a:r>
            <a:r>
              <a:rPr lang="en-US" sz="1100">
                <a:latin typeface="+mj-lt"/>
              </a:rPr>
              <a:t> </a:t>
            </a:r>
            <a:r>
              <a:rPr lang="en-US" sz="1100" err="1">
                <a:latin typeface="+mj-lt"/>
              </a:rPr>
              <a:t>euismod</a:t>
            </a:r>
            <a:r>
              <a:rPr lang="en-US" sz="1100">
                <a:latin typeface="+mj-lt"/>
              </a:rPr>
              <a:t> </a:t>
            </a:r>
            <a:r>
              <a:rPr lang="en-US" sz="1100" err="1">
                <a:latin typeface="+mj-lt"/>
              </a:rPr>
              <a:t>neque</a:t>
            </a:r>
            <a:r>
              <a:rPr lang="en-US" sz="1100">
                <a:latin typeface="+mj-lt"/>
              </a:rPr>
              <a:t>, </a:t>
            </a:r>
            <a:r>
              <a:rPr lang="en-US" sz="1100" err="1">
                <a:latin typeface="+mj-lt"/>
              </a:rPr>
              <a:t>nec</a:t>
            </a:r>
            <a:r>
              <a:rPr lang="en-US" sz="1100">
                <a:latin typeface="+mj-lt"/>
              </a:rPr>
              <a:t> </a:t>
            </a:r>
            <a:r>
              <a:rPr lang="en-US" sz="1100" err="1">
                <a:latin typeface="+mj-lt"/>
              </a:rPr>
              <a:t>facilisis</a:t>
            </a:r>
            <a:r>
              <a:rPr lang="en-US" sz="1100">
                <a:latin typeface="+mj-lt"/>
              </a:rPr>
              <a:t> sem. </a:t>
            </a:r>
            <a:r>
              <a:rPr lang="en-US" sz="1100" err="1">
                <a:latin typeface="+mj-lt"/>
              </a:rPr>
              <a:t>Morbi</a:t>
            </a:r>
            <a:r>
              <a:rPr lang="en-US" sz="1100">
                <a:latin typeface="+mj-lt"/>
              </a:rPr>
              <a:t> </a:t>
            </a:r>
            <a:r>
              <a:rPr lang="en-US" sz="1100" err="1">
                <a:latin typeface="+mj-lt"/>
              </a:rPr>
              <a:t>egestas</a:t>
            </a:r>
            <a:r>
              <a:rPr lang="en-US" sz="1100">
                <a:latin typeface="+mj-lt"/>
              </a:rPr>
              <a:t> </a:t>
            </a:r>
            <a:r>
              <a:rPr lang="en-US" sz="1100" err="1">
                <a:latin typeface="+mj-lt"/>
              </a:rPr>
              <a:t>iaculis</a:t>
            </a:r>
            <a:r>
              <a:rPr lang="en-US" sz="1100">
                <a:latin typeface="+mj-lt"/>
              </a:rPr>
              <a:t> </a:t>
            </a:r>
            <a:r>
              <a:rPr lang="en-US" sz="1100" err="1">
                <a:latin typeface="+mj-lt"/>
              </a:rPr>
              <a:t>dignissim</a:t>
            </a:r>
            <a:r>
              <a:rPr lang="en-US" sz="1100">
                <a:latin typeface="+mj-lt"/>
              </a:rPr>
              <a:t>. In </a:t>
            </a:r>
            <a:r>
              <a:rPr lang="en-US" sz="1100" err="1">
                <a:latin typeface="+mj-lt"/>
              </a:rPr>
              <a:t>accumsan</a:t>
            </a:r>
            <a:r>
              <a:rPr lang="en-US" sz="1100">
                <a:latin typeface="+mj-lt"/>
              </a:rPr>
              <a:t> </a:t>
            </a:r>
            <a:r>
              <a:rPr lang="en-US" sz="1100" err="1">
                <a:latin typeface="+mj-lt"/>
              </a:rPr>
              <a:t>tortor</a:t>
            </a:r>
            <a:r>
              <a:rPr lang="en-US" sz="1100">
                <a:latin typeface="+mj-lt"/>
              </a:rPr>
              <a:t> </a:t>
            </a:r>
            <a:r>
              <a:rPr lang="en-US" sz="1100" err="1">
                <a:latin typeface="+mj-lt"/>
              </a:rPr>
              <a:t>elit</a:t>
            </a:r>
            <a:r>
              <a:rPr lang="en-US" sz="1100">
                <a:latin typeface="+mj-lt"/>
              </a:rPr>
              <a:t>, non </a:t>
            </a:r>
            <a:r>
              <a:rPr lang="en-US" sz="1100" err="1">
                <a:latin typeface="+mj-lt"/>
              </a:rPr>
              <a:t>euismod</a:t>
            </a:r>
            <a:r>
              <a:rPr lang="en-US" sz="1100">
                <a:latin typeface="+mj-lt"/>
              </a:rPr>
              <a:t> </a:t>
            </a:r>
            <a:r>
              <a:rPr lang="en-US" sz="1100" err="1">
                <a:latin typeface="+mj-lt"/>
              </a:rPr>
              <a:t>eros</a:t>
            </a:r>
            <a:r>
              <a:rPr lang="en-US" sz="1100">
                <a:latin typeface="+mj-lt"/>
              </a:rPr>
              <a:t> </a:t>
            </a:r>
            <a:r>
              <a:rPr lang="en-US" sz="1100" err="1">
                <a:latin typeface="+mj-lt"/>
              </a:rPr>
              <a:t>accumsan</a:t>
            </a:r>
            <a:r>
              <a:rPr lang="en-US" sz="1100">
                <a:latin typeface="+mj-lt"/>
              </a:rPr>
              <a:t> ac. </a:t>
            </a:r>
            <a:r>
              <a:rPr lang="en-US" sz="1100" err="1">
                <a:latin typeface="+mj-lt"/>
              </a:rPr>
              <a:t>Sed</a:t>
            </a:r>
            <a:r>
              <a:rPr lang="en-US" sz="1100">
                <a:latin typeface="+mj-lt"/>
              </a:rPr>
              <a:t> </a:t>
            </a:r>
            <a:r>
              <a:rPr lang="en-US" sz="1100" err="1">
                <a:latin typeface="+mj-lt"/>
              </a:rPr>
              <a:t>ultrices</a:t>
            </a:r>
            <a:r>
              <a:rPr lang="en-US" sz="1100">
                <a:latin typeface="+mj-lt"/>
              </a:rPr>
              <a:t> mi lorem, </a:t>
            </a:r>
            <a:r>
              <a:rPr lang="en-US" sz="1100" err="1">
                <a:latin typeface="+mj-lt"/>
              </a:rPr>
              <a:t>ut</a:t>
            </a:r>
            <a:r>
              <a:rPr lang="en-US" sz="1100">
                <a:latin typeface="+mj-lt"/>
              </a:rPr>
              <a:t> </a:t>
            </a:r>
            <a:r>
              <a:rPr lang="en-US" sz="1100" err="1">
                <a:latin typeface="+mj-lt"/>
              </a:rPr>
              <a:t>dignissim</a:t>
            </a:r>
            <a:r>
              <a:rPr lang="en-US" sz="1100">
                <a:latin typeface="+mj-lt"/>
              </a:rPr>
              <a:t> </a:t>
            </a:r>
            <a:r>
              <a:rPr lang="en-US" sz="1100" err="1">
                <a:latin typeface="+mj-lt"/>
              </a:rPr>
              <a:t>nibh</a:t>
            </a:r>
            <a:r>
              <a:rPr lang="en-US" sz="1100">
                <a:latin typeface="+mj-lt"/>
              </a:rPr>
              <a:t> </a:t>
            </a:r>
            <a:r>
              <a:rPr lang="en-US" sz="1100" err="1">
                <a:latin typeface="+mj-lt"/>
              </a:rPr>
              <a:t>facilisis</a:t>
            </a:r>
            <a:r>
              <a:rPr lang="en-US" sz="1100">
                <a:latin typeface="+mj-lt"/>
              </a:rPr>
              <a:t> vel.</a:t>
            </a:r>
          </a:p>
        </p:txBody>
      </p:sp>
      <p:sp>
        <p:nvSpPr>
          <p:cNvPr id="5" name="Text Placeholder 4"/>
          <p:cNvSpPr>
            <a:spLocks noGrp="1"/>
          </p:cNvSpPr>
          <p:nvPr>
            <p:ph type="body" sz="quarter" idx="11" hasCustomPrompt="1"/>
          </p:nvPr>
        </p:nvSpPr>
        <p:spPr>
          <a:xfrm>
            <a:off x="357188" y="1079500"/>
            <a:ext cx="8429625" cy="342900"/>
          </a:xfrm>
        </p:spPr>
        <p:txBody>
          <a:bodyPr wrap="none" bIns="0">
            <a:noAutofit/>
          </a:bodyPr>
          <a:lstStyle>
            <a:lvl1pPr marL="0" indent="0">
              <a:spcBef>
                <a:spcPts val="288"/>
              </a:spcBef>
              <a:buNone/>
              <a:defRPr sz="1200" b="1" i="0" cap="all" spc="200" baseline="0">
                <a:solidFill>
                  <a:schemeClr val="accent2"/>
                </a:solidFill>
              </a:defRPr>
            </a:lvl1pPr>
          </a:lstStyle>
          <a:p>
            <a:pPr lvl="0"/>
            <a:r>
              <a:rPr lang="en-US"/>
              <a:t>Highlight goes here</a:t>
            </a:r>
          </a:p>
        </p:txBody>
      </p:sp>
      <p:cxnSp>
        <p:nvCxnSpPr>
          <p:cNvPr id="6" name="Straight Connector 5"/>
          <p:cNvCxnSpPr/>
          <p:nvPr userDrawn="1"/>
        </p:nvCxnSpPr>
        <p:spPr>
          <a:xfrm>
            <a:off x="294409" y="716437"/>
            <a:ext cx="8555182"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8" name="Slide Number Placeholder 1"/>
          <p:cNvSpPr>
            <a:spLocks noGrp="1"/>
          </p:cNvSpPr>
          <p:nvPr>
            <p:ph type="sldNum" sz="quarter" idx="4"/>
          </p:nvPr>
        </p:nvSpPr>
        <p:spPr>
          <a:xfrm>
            <a:off x="7413441" y="4826639"/>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pPr marL="0" marR="0" lvl="0" indent="0" algn="r" defTabSz="685800" rtl="0" eaLnBrk="1" fontAlgn="auto" latinLnBrk="0" hangingPunct="1">
              <a:lnSpc>
                <a:spcPct val="100000"/>
              </a:lnSpc>
              <a:spcBef>
                <a:spcPts val="0"/>
              </a:spcBef>
              <a:spcAft>
                <a:spcPts val="0"/>
              </a:spcAft>
              <a:buClrTx/>
              <a:buSzTx/>
              <a:buFontTx/>
              <a:buNone/>
              <a:tabLst/>
              <a:defRPr/>
            </a:pPr>
            <a:fld id="{3A707DD9-E92B-45E8-BE0A-E6B2EDF345EB}" type="slidenum">
              <a:rPr kumimoji="0" lang="en-US" sz="800" b="1" i="0" u="none" strike="noStrike" kern="1200" cap="none" spc="0" normalizeH="0" baseline="0" noProof="0" smtClean="0">
                <a:ln>
                  <a:noFill/>
                </a:ln>
                <a:solidFill>
                  <a:srgbClr val="FEFEFE"/>
                </a:solidFill>
                <a:effectLst/>
                <a:uLnTx/>
                <a:uFillTx/>
                <a:latin typeface="Calibri Light"/>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a:t>
            </a:fld>
            <a:endParaRPr kumimoji="0" lang="en-US" sz="800" b="1" i="0" u="none" strike="noStrike" kern="1200" cap="none" spc="0" normalizeH="0" baseline="0" noProof="0">
              <a:ln>
                <a:noFill/>
              </a:ln>
              <a:solidFill>
                <a:srgbClr val="FEFEFE"/>
              </a:solidFill>
              <a:effectLst/>
              <a:uLnTx/>
              <a:uFillTx/>
              <a:latin typeface="Calibri Light"/>
              <a:ea typeface="+mn-ea"/>
              <a:cs typeface="+mn-cs"/>
            </a:endParaRPr>
          </a:p>
        </p:txBody>
      </p:sp>
    </p:spTree>
    <p:extLst>
      <p:ext uri="{BB962C8B-B14F-4D97-AF65-F5344CB8AC3E}">
        <p14:creationId xmlns:p14="http://schemas.microsoft.com/office/powerpoint/2010/main" val="2241321008"/>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Please Add Slide Headline Here</a:t>
            </a:r>
          </a:p>
        </p:txBody>
      </p:sp>
      <p:sp>
        <p:nvSpPr>
          <p:cNvPr id="3" name="Content Placeholder 5"/>
          <p:cNvSpPr>
            <a:spLocks noGrp="1"/>
          </p:cNvSpPr>
          <p:nvPr>
            <p:ph sz="quarter" idx="10" hasCustomPrompt="1"/>
          </p:nvPr>
        </p:nvSpPr>
        <p:spPr>
          <a:xfrm>
            <a:off x="357189" y="1422400"/>
            <a:ext cx="3986211" cy="3054350"/>
          </a:xfrm>
        </p:spPr>
        <p:txBody>
          <a:bodyPr/>
          <a:lstStyle>
            <a:lvl1pPr marL="171450" indent="-171450">
              <a:buFont typeface="Arial" panose="020B0604020202020204" pitchFamily="34" charset="0"/>
              <a:buChar char="•"/>
              <a:defRPr>
                <a:latin typeface="+mj-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a:t>
            </a:r>
          </a:p>
          <a:p>
            <a:pPr lvl="0"/>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r>
              <a:rPr lang="en-US" err="1"/>
              <a:t>Aliquam</a:t>
            </a:r>
            <a:r>
              <a:rPr lang="en-US"/>
              <a:t> sit </a:t>
            </a:r>
            <a:r>
              <a:rPr lang="en-US" err="1"/>
              <a:t>amet</a:t>
            </a:r>
            <a:r>
              <a:rPr lang="en-US"/>
              <a:t> </a:t>
            </a:r>
            <a:r>
              <a:rPr lang="en-US" err="1"/>
              <a:t>leo</a:t>
            </a:r>
            <a:r>
              <a:rPr lang="en-US"/>
              <a:t> semper, </a:t>
            </a:r>
            <a:r>
              <a:rPr lang="en-US" err="1"/>
              <a:t>tincidunt</a:t>
            </a:r>
            <a:r>
              <a:rPr lang="en-US"/>
              <a:t> dolor a, </a:t>
            </a:r>
            <a:r>
              <a:rPr lang="en-US" err="1"/>
              <a:t>lobortis</a:t>
            </a:r>
            <a:r>
              <a:rPr lang="en-US"/>
              <a:t> </a:t>
            </a:r>
            <a:r>
              <a:rPr lang="en-US" err="1"/>
              <a:t>elit</a:t>
            </a:r>
            <a:r>
              <a:rPr lang="en-US"/>
              <a:t>. </a:t>
            </a:r>
            <a:r>
              <a:rPr lang="en-US" err="1"/>
              <a:t>Nulla</a:t>
            </a:r>
            <a:r>
              <a:rPr lang="en-US"/>
              <a:t> ipsum dolor, </a:t>
            </a:r>
            <a:r>
              <a:rPr lang="en-US" err="1"/>
              <a:t>condimentum</a:t>
            </a:r>
            <a:r>
              <a:rPr lang="en-US"/>
              <a:t> </a:t>
            </a:r>
          </a:p>
          <a:p>
            <a:pPr lvl="0"/>
            <a:r>
              <a:rPr lang="en-US"/>
              <a:t>at nisi et, </a:t>
            </a:r>
            <a:r>
              <a:rPr lang="en-US" err="1"/>
              <a:t>varius</a:t>
            </a:r>
            <a:r>
              <a:rPr lang="en-US"/>
              <a:t> </a:t>
            </a:r>
            <a:r>
              <a:rPr lang="en-US" err="1"/>
              <a:t>lobortis</a:t>
            </a:r>
            <a:r>
              <a:rPr lang="en-US"/>
              <a:t> </a:t>
            </a:r>
            <a:r>
              <a:rPr lang="en-US" err="1"/>
              <a:t>lectus</a:t>
            </a:r>
            <a:r>
              <a:rPr lang="en-US"/>
              <a:t>. </a:t>
            </a:r>
            <a:r>
              <a:rPr lang="en-US" err="1"/>
              <a:t>Fusce</a:t>
            </a:r>
            <a:r>
              <a:rPr lang="en-US"/>
              <a:t> </a:t>
            </a:r>
            <a:r>
              <a:rPr lang="en-US" err="1"/>
              <a:t>fermentum</a:t>
            </a:r>
            <a:r>
              <a:rPr lang="en-US"/>
              <a:t> </a:t>
            </a:r>
            <a:r>
              <a:rPr lang="en-US" err="1"/>
              <a:t>bibendum</a:t>
            </a:r>
            <a:r>
              <a:rPr lang="en-US"/>
              <a:t> </a:t>
            </a:r>
            <a:r>
              <a:rPr lang="en-US" err="1"/>
              <a:t>varius</a:t>
            </a:r>
            <a:r>
              <a:rPr lang="en-US"/>
              <a:t>. </a:t>
            </a: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endParaRPr lang="en-US"/>
          </a:p>
        </p:txBody>
      </p:sp>
      <p:sp>
        <p:nvSpPr>
          <p:cNvPr id="5" name="Text Placeholder 4"/>
          <p:cNvSpPr>
            <a:spLocks noGrp="1"/>
          </p:cNvSpPr>
          <p:nvPr>
            <p:ph type="body" sz="quarter" idx="11" hasCustomPrompt="1"/>
          </p:nvPr>
        </p:nvSpPr>
        <p:spPr>
          <a:xfrm>
            <a:off x="357189" y="1079500"/>
            <a:ext cx="3986212" cy="342900"/>
          </a:xfrm>
        </p:spPr>
        <p:txBody>
          <a:bodyPr wrap="none" bIns="0">
            <a:noAutofit/>
          </a:bodyPr>
          <a:lstStyle>
            <a:lvl1pPr marL="0" indent="0">
              <a:spcBef>
                <a:spcPts val="288"/>
              </a:spcBef>
              <a:buNone/>
              <a:defRPr sz="1200" b="1" i="0" cap="all" spc="200" baseline="0">
                <a:solidFill>
                  <a:schemeClr val="accent2"/>
                </a:solidFill>
              </a:defRPr>
            </a:lvl1pPr>
          </a:lstStyle>
          <a:p>
            <a:pPr lvl="0"/>
            <a:r>
              <a:rPr lang="en-US"/>
              <a:t>Highlight goes here</a:t>
            </a:r>
          </a:p>
        </p:txBody>
      </p:sp>
      <p:sp>
        <p:nvSpPr>
          <p:cNvPr id="6" name="Content Placeholder 5"/>
          <p:cNvSpPr>
            <a:spLocks noGrp="1"/>
          </p:cNvSpPr>
          <p:nvPr>
            <p:ph sz="quarter" idx="12" hasCustomPrompt="1"/>
          </p:nvPr>
        </p:nvSpPr>
        <p:spPr>
          <a:xfrm>
            <a:off x="4800599" y="1422400"/>
            <a:ext cx="3993357" cy="3054350"/>
          </a:xfrm>
        </p:spPr>
        <p:txBody>
          <a:bodyPr/>
          <a:lstStyle>
            <a:lvl1pPr marL="171450" indent="-171450">
              <a:buFont typeface="Arial" panose="020B0604020202020204" pitchFamily="34" charset="0"/>
              <a:buChar char="•"/>
              <a:defRPr>
                <a:latin typeface="+mj-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a:t>
            </a:r>
          </a:p>
          <a:p>
            <a:pPr lvl="0"/>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r>
              <a:rPr lang="en-US" err="1"/>
              <a:t>Aliquam</a:t>
            </a:r>
            <a:r>
              <a:rPr lang="en-US"/>
              <a:t> sit </a:t>
            </a:r>
            <a:r>
              <a:rPr lang="en-US" err="1"/>
              <a:t>amet</a:t>
            </a:r>
            <a:r>
              <a:rPr lang="en-US"/>
              <a:t> </a:t>
            </a:r>
            <a:r>
              <a:rPr lang="en-US" err="1"/>
              <a:t>leo</a:t>
            </a:r>
            <a:r>
              <a:rPr lang="en-US"/>
              <a:t> semper, </a:t>
            </a:r>
            <a:r>
              <a:rPr lang="en-US" err="1"/>
              <a:t>tincidunt</a:t>
            </a:r>
            <a:r>
              <a:rPr lang="en-US"/>
              <a:t> dolor a, </a:t>
            </a:r>
            <a:r>
              <a:rPr lang="en-US" err="1"/>
              <a:t>lobortis</a:t>
            </a:r>
            <a:r>
              <a:rPr lang="en-US"/>
              <a:t> </a:t>
            </a:r>
            <a:r>
              <a:rPr lang="en-US" err="1"/>
              <a:t>elit</a:t>
            </a:r>
            <a:r>
              <a:rPr lang="en-US"/>
              <a:t>. </a:t>
            </a:r>
            <a:r>
              <a:rPr lang="en-US" err="1"/>
              <a:t>Nulla</a:t>
            </a:r>
            <a:r>
              <a:rPr lang="en-US"/>
              <a:t> ipsum dolor, </a:t>
            </a:r>
            <a:r>
              <a:rPr lang="en-US" err="1"/>
              <a:t>condimentum</a:t>
            </a:r>
            <a:r>
              <a:rPr lang="en-US"/>
              <a:t> </a:t>
            </a:r>
          </a:p>
          <a:p>
            <a:pPr lvl="0"/>
            <a:r>
              <a:rPr lang="en-US"/>
              <a:t>at nisi et, </a:t>
            </a:r>
            <a:r>
              <a:rPr lang="en-US" err="1"/>
              <a:t>varius</a:t>
            </a:r>
            <a:r>
              <a:rPr lang="en-US"/>
              <a:t> </a:t>
            </a:r>
            <a:r>
              <a:rPr lang="en-US" err="1"/>
              <a:t>lobortis</a:t>
            </a:r>
            <a:r>
              <a:rPr lang="en-US"/>
              <a:t> </a:t>
            </a:r>
            <a:r>
              <a:rPr lang="en-US" err="1"/>
              <a:t>lectus</a:t>
            </a:r>
            <a:r>
              <a:rPr lang="en-US"/>
              <a:t>. </a:t>
            </a:r>
            <a:r>
              <a:rPr lang="en-US" err="1"/>
              <a:t>Fusce</a:t>
            </a:r>
            <a:r>
              <a:rPr lang="en-US"/>
              <a:t> </a:t>
            </a:r>
            <a:r>
              <a:rPr lang="en-US" err="1"/>
              <a:t>fermentum</a:t>
            </a:r>
            <a:r>
              <a:rPr lang="en-US"/>
              <a:t> </a:t>
            </a:r>
            <a:r>
              <a:rPr lang="en-US" err="1"/>
              <a:t>bibendum</a:t>
            </a:r>
            <a:r>
              <a:rPr lang="en-US"/>
              <a:t> </a:t>
            </a:r>
            <a:r>
              <a:rPr lang="en-US" err="1"/>
              <a:t>varius</a:t>
            </a:r>
            <a:r>
              <a:rPr lang="en-US"/>
              <a:t>. </a:t>
            </a: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endParaRPr lang="en-US"/>
          </a:p>
        </p:txBody>
      </p:sp>
      <p:sp>
        <p:nvSpPr>
          <p:cNvPr id="7" name="Text Placeholder 4"/>
          <p:cNvSpPr>
            <a:spLocks noGrp="1"/>
          </p:cNvSpPr>
          <p:nvPr>
            <p:ph type="body" sz="quarter" idx="13" hasCustomPrompt="1"/>
          </p:nvPr>
        </p:nvSpPr>
        <p:spPr>
          <a:xfrm>
            <a:off x="4800597" y="1079500"/>
            <a:ext cx="3993359" cy="342900"/>
          </a:xfrm>
        </p:spPr>
        <p:txBody>
          <a:bodyPr wrap="none" bIns="0">
            <a:noAutofit/>
          </a:bodyPr>
          <a:lstStyle>
            <a:lvl1pPr marL="0" indent="0">
              <a:spcBef>
                <a:spcPts val="288"/>
              </a:spcBef>
              <a:buNone/>
              <a:defRPr sz="1200" b="1" i="0" cap="all" spc="200" baseline="0">
                <a:solidFill>
                  <a:schemeClr val="accent2"/>
                </a:solidFill>
              </a:defRPr>
            </a:lvl1pPr>
          </a:lstStyle>
          <a:p>
            <a:pPr lvl="0"/>
            <a:r>
              <a:rPr lang="en-US"/>
              <a:t>OTHER Highlight goes here</a:t>
            </a:r>
          </a:p>
        </p:txBody>
      </p:sp>
      <p:cxnSp>
        <p:nvCxnSpPr>
          <p:cNvPr id="8" name="Straight Connector 7"/>
          <p:cNvCxnSpPr/>
          <p:nvPr userDrawn="1"/>
        </p:nvCxnSpPr>
        <p:spPr>
          <a:xfrm>
            <a:off x="294409" y="716437"/>
            <a:ext cx="8555182"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10" name="Slide Number Placeholder 1"/>
          <p:cNvSpPr>
            <a:spLocks noGrp="1"/>
          </p:cNvSpPr>
          <p:nvPr>
            <p:ph type="sldNum" sz="quarter" idx="4"/>
          </p:nvPr>
        </p:nvSpPr>
        <p:spPr>
          <a:xfrm>
            <a:off x="7413441" y="4826639"/>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pPr marL="0" marR="0" lvl="0" indent="0" algn="r" defTabSz="685800" rtl="0" eaLnBrk="1" fontAlgn="auto" latinLnBrk="0" hangingPunct="1">
              <a:lnSpc>
                <a:spcPct val="100000"/>
              </a:lnSpc>
              <a:spcBef>
                <a:spcPts val="0"/>
              </a:spcBef>
              <a:spcAft>
                <a:spcPts val="0"/>
              </a:spcAft>
              <a:buClrTx/>
              <a:buSzTx/>
              <a:buFontTx/>
              <a:buNone/>
              <a:tabLst/>
              <a:defRPr/>
            </a:pPr>
            <a:fld id="{3A707DD9-E92B-45E8-BE0A-E6B2EDF345EB}" type="slidenum">
              <a:rPr kumimoji="0" lang="en-US" sz="800" b="1" i="0" u="none" strike="noStrike" kern="1200" cap="none" spc="0" normalizeH="0" baseline="0" noProof="0" smtClean="0">
                <a:ln>
                  <a:noFill/>
                </a:ln>
                <a:solidFill>
                  <a:srgbClr val="FEFEFE"/>
                </a:solidFill>
                <a:effectLst/>
                <a:uLnTx/>
                <a:uFillTx/>
                <a:latin typeface="Calibri Light"/>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a:t>
            </a:fld>
            <a:endParaRPr kumimoji="0" lang="en-US" sz="800" b="1" i="0" u="none" strike="noStrike" kern="1200" cap="none" spc="0" normalizeH="0" baseline="0" noProof="0">
              <a:ln>
                <a:noFill/>
              </a:ln>
              <a:solidFill>
                <a:srgbClr val="FEFEFE"/>
              </a:solidFill>
              <a:effectLst/>
              <a:uLnTx/>
              <a:uFillTx/>
              <a:latin typeface="Calibri Light"/>
              <a:ea typeface="+mn-ea"/>
              <a:cs typeface="+mn-cs"/>
            </a:endParaRPr>
          </a:p>
        </p:txBody>
      </p:sp>
    </p:spTree>
    <p:extLst>
      <p:ext uri="{BB962C8B-B14F-4D97-AF65-F5344CB8AC3E}">
        <p14:creationId xmlns:p14="http://schemas.microsoft.com/office/powerpoint/2010/main" val="2326618476"/>
      </p:ext>
    </p:extLst>
  </p:cSld>
  <p:clrMapOvr>
    <a:masterClrMapping/>
  </p:clrMapOvr>
  <p:extLst>
    <p:ext uri="{DCECCB84-F9BA-43D5-87BE-67443E8EF086}">
      <p15:sldGuideLst xmlns:p15="http://schemas.microsoft.com/office/powerpoint/2012/main"/>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Content and Pictur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Please Add Slide Headline Here</a:t>
            </a:r>
          </a:p>
        </p:txBody>
      </p:sp>
      <p:sp>
        <p:nvSpPr>
          <p:cNvPr id="6" name="Content Placeholder 5"/>
          <p:cNvSpPr>
            <a:spLocks noGrp="1"/>
          </p:cNvSpPr>
          <p:nvPr>
            <p:ph sz="quarter" idx="10" hasCustomPrompt="1"/>
          </p:nvPr>
        </p:nvSpPr>
        <p:spPr>
          <a:xfrm>
            <a:off x="357189" y="1079500"/>
            <a:ext cx="3986211" cy="3397250"/>
          </a:xfrm>
        </p:spPr>
        <p:txBody>
          <a:bodyPr/>
          <a:lstStyle>
            <a:lvl1pPr marL="171450" marR="0" indent="-171450" algn="l" defTabSz="914400" rtl="0" eaLnBrk="1" fontAlgn="auto" latinLnBrk="0" hangingPunct="1">
              <a:lnSpc>
                <a:spcPts val="1600"/>
              </a:lnSpc>
              <a:spcBef>
                <a:spcPts val="264"/>
              </a:spcBef>
              <a:spcAft>
                <a:spcPts val="300"/>
              </a:spcAft>
              <a:buClrTx/>
              <a:buSzTx/>
              <a:buFont typeface="Arial" panose="020B0604020202020204" pitchFamily="34" charset="0"/>
              <a:buChar char="•"/>
              <a:tabLst/>
              <a:defRPr>
                <a:latin typeface="+mj-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a:t>
            </a:r>
          </a:p>
          <a:p>
            <a:pPr lvl="0"/>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r>
              <a:rPr lang="en-US" err="1"/>
              <a:t>Aliquam</a:t>
            </a:r>
            <a:r>
              <a:rPr lang="en-US"/>
              <a:t> sit </a:t>
            </a:r>
            <a:r>
              <a:rPr lang="en-US" err="1"/>
              <a:t>amet</a:t>
            </a:r>
            <a:r>
              <a:rPr lang="en-US"/>
              <a:t> </a:t>
            </a:r>
            <a:r>
              <a:rPr lang="en-US" err="1"/>
              <a:t>leo</a:t>
            </a:r>
            <a:r>
              <a:rPr lang="en-US"/>
              <a:t> semper, </a:t>
            </a:r>
            <a:r>
              <a:rPr lang="en-US" err="1"/>
              <a:t>tincidunt</a:t>
            </a:r>
            <a:r>
              <a:rPr lang="en-US"/>
              <a:t> dolor a, </a:t>
            </a:r>
            <a:r>
              <a:rPr lang="en-US" err="1"/>
              <a:t>lobortis</a:t>
            </a:r>
            <a:r>
              <a:rPr lang="en-US"/>
              <a:t> </a:t>
            </a:r>
            <a:r>
              <a:rPr lang="en-US" err="1"/>
              <a:t>elit</a:t>
            </a:r>
            <a:r>
              <a:rPr lang="en-US"/>
              <a:t>. </a:t>
            </a:r>
            <a:r>
              <a:rPr lang="en-US" err="1"/>
              <a:t>Nulla</a:t>
            </a:r>
            <a:r>
              <a:rPr lang="en-US"/>
              <a:t> ipsum dolor, </a:t>
            </a:r>
            <a:r>
              <a:rPr lang="en-US" err="1"/>
              <a:t>condimentum</a:t>
            </a:r>
            <a:endParaRPr lang="en-US"/>
          </a:p>
          <a:p>
            <a:pPr lvl="0"/>
            <a:r>
              <a:rPr lang="en-US"/>
              <a:t>at nisi et, </a:t>
            </a:r>
            <a:r>
              <a:rPr lang="en-US" err="1"/>
              <a:t>varius</a:t>
            </a:r>
            <a:r>
              <a:rPr lang="en-US"/>
              <a:t> </a:t>
            </a:r>
            <a:r>
              <a:rPr lang="en-US" err="1"/>
              <a:t>lobortis</a:t>
            </a:r>
            <a:r>
              <a:rPr lang="en-US"/>
              <a:t> </a:t>
            </a:r>
            <a:r>
              <a:rPr lang="en-US" err="1"/>
              <a:t>lectus</a:t>
            </a:r>
            <a:r>
              <a:rPr lang="en-US"/>
              <a:t>. </a:t>
            </a:r>
            <a:r>
              <a:rPr lang="en-US" err="1"/>
              <a:t>Fusce</a:t>
            </a:r>
            <a:r>
              <a:rPr lang="en-US"/>
              <a:t> </a:t>
            </a:r>
            <a:r>
              <a:rPr lang="en-US" err="1"/>
              <a:t>fermentum</a:t>
            </a:r>
            <a:r>
              <a:rPr lang="en-US"/>
              <a:t> </a:t>
            </a:r>
            <a:r>
              <a:rPr lang="en-US" err="1"/>
              <a:t>bibendum</a:t>
            </a:r>
            <a:r>
              <a:rPr lang="en-US"/>
              <a:t> </a:t>
            </a:r>
            <a:r>
              <a:rPr lang="en-US" err="1"/>
              <a:t>varius</a:t>
            </a:r>
            <a:r>
              <a:rPr lang="en-US"/>
              <a:t>. </a:t>
            </a: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r>
              <a:rPr lang="en-US"/>
              <a:t> </a:t>
            </a:r>
            <a:br>
              <a:rPr lang="en-US"/>
            </a:br>
            <a:r>
              <a:rPr lang="en-US"/>
              <a:t>fames ac </a:t>
            </a:r>
            <a:r>
              <a:rPr lang="en-US" err="1"/>
              <a:t>turpis</a:t>
            </a:r>
            <a:r>
              <a:rPr lang="en-US"/>
              <a:t> </a:t>
            </a:r>
            <a:r>
              <a:rPr lang="en-US" err="1"/>
              <a:t>egestas</a:t>
            </a:r>
            <a:r>
              <a:rPr lang="en-US"/>
              <a:t>.</a:t>
            </a:r>
          </a:p>
        </p:txBody>
      </p:sp>
      <p:sp>
        <p:nvSpPr>
          <p:cNvPr id="9" name="Picture Placeholder 8"/>
          <p:cNvSpPr>
            <a:spLocks noGrp="1"/>
          </p:cNvSpPr>
          <p:nvPr>
            <p:ph type="pic" sz="quarter" idx="11" hasCustomPrompt="1"/>
          </p:nvPr>
        </p:nvSpPr>
        <p:spPr>
          <a:xfrm>
            <a:off x="5334000" y="0"/>
            <a:ext cx="3810000" cy="4819650"/>
          </a:xfrm>
        </p:spPr>
        <p:txBody>
          <a:bodyPr anchor="ctr">
            <a:normAutofit/>
          </a:bodyPr>
          <a:lstStyle>
            <a:lvl1pPr marL="0" indent="0" algn="ctr">
              <a:buNone/>
              <a:defRPr sz="1600"/>
            </a:lvl1pPr>
          </a:lstStyle>
          <a:p>
            <a:r>
              <a:rPr lang="en-US"/>
              <a:t>Please add picture here</a:t>
            </a:r>
          </a:p>
          <a:p>
            <a:endParaRPr lang="en-US"/>
          </a:p>
          <a:p>
            <a:endParaRPr lang="en-US"/>
          </a:p>
        </p:txBody>
      </p:sp>
      <p:cxnSp>
        <p:nvCxnSpPr>
          <p:cNvPr id="5" name="Straight Connector 4"/>
          <p:cNvCxnSpPr/>
          <p:nvPr userDrawn="1"/>
        </p:nvCxnSpPr>
        <p:spPr>
          <a:xfrm>
            <a:off x="294409" y="716437"/>
            <a:ext cx="4222029"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8" name="Slide Number Placeholder 1"/>
          <p:cNvSpPr>
            <a:spLocks noGrp="1"/>
          </p:cNvSpPr>
          <p:nvPr>
            <p:ph type="sldNum" sz="quarter" idx="4"/>
          </p:nvPr>
        </p:nvSpPr>
        <p:spPr>
          <a:xfrm>
            <a:off x="7413441" y="4826639"/>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pPr marL="0" marR="0" lvl="0" indent="0" algn="r" defTabSz="685800" rtl="0" eaLnBrk="1" fontAlgn="auto" latinLnBrk="0" hangingPunct="1">
              <a:lnSpc>
                <a:spcPct val="100000"/>
              </a:lnSpc>
              <a:spcBef>
                <a:spcPts val="0"/>
              </a:spcBef>
              <a:spcAft>
                <a:spcPts val="0"/>
              </a:spcAft>
              <a:buClrTx/>
              <a:buSzTx/>
              <a:buFontTx/>
              <a:buNone/>
              <a:tabLst/>
              <a:defRPr/>
            </a:pPr>
            <a:fld id="{3A707DD9-E92B-45E8-BE0A-E6B2EDF345EB}" type="slidenum">
              <a:rPr kumimoji="0" lang="en-US" sz="800" b="1" i="0" u="none" strike="noStrike" kern="1200" cap="none" spc="0" normalizeH="0" baseline="0" noProof="0" smtClean="0">
                <a:ln>
                  <a:noFill/>
                </a:ln>
                <a:solidFill>
                  <a:srgbClr val="FEFEFE"/>
                </a:solidFill>
                <a:effectLst/>
                <a:uLnTx/>
                <a:uFillTx/>
                <a:latin typeface="Calibri Light"/>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a:t>
            </a:fld>
            <a:endParaRPr kumimoji="0" lang="en-US" sz="800" b="1" i="0" u="none" strike="noStrike" kern="1200" cap="none" spc="0" normalizeH="0" baseline="0" noProof="0">
              <a:ln>
                <a:noFill/>
              </a:ln>
              <a:solidFill>
                <a:srgbClr val="FEFEFE"/>
              </a:solidFill>
              <a:effectLst/>
              <a:uLnTx/>
              <a:uFillTx/>
              <a:latin typeface="Calibri Light"/>
              <a:ea typeface="+mn-ea"/>
              <a:cs typeface="+mn-cs"/>
            </a:endParaRPr>
          </a:p>
        </p:txBody>
      </p:sp>
    </p:spTree>
    <p:extLst>
      <p:ext uri="{BB962C8B-B14F-4D97-AF65-F5344CB8AC3E}">
        <p14:creationId xmlns:p14="http://schemas.microsoft.com/office/powerpoint/2010/main" val="578609799"/>
      </p:ext>
    </p:extLst>
  </p:cSld>
  <p:clrMapOvr>
    <a:masterClrMapping/>
  </p:clrMapOvr>
  <p:extLst>
    <p:ext uri="{DCECCB84-F9BA-43D5-87BE-67443E8EF086}">
      <p15:sldGuideLst xmlns:p15="http://schemas.microsoft.com/office/powerpoint/2012/main">
        <p15:guide id="1" pos="3360">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Content with Highlight and Pictur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Please Add Slide Headline Here</a:t>
            </a:r>
          </a:p>
        </p:txBody>
      </p:sp>
      <p:sp>
        <p:nvSpPr>
          <p:cNvPr id="6" name="Content Placeholder 5"/>
          <p:cNvSpPr>
            <a:spLocks noGrp="1"/>
          </p:cNvSpPr>
          <p:nvPr>
            <p:ph sz="quarter" idx="10" hasCustomPrompt="1"/>
          </p:nvPr>
        </p:nvSpPr>
        <p:spPr>
          <a:xfrm>
            <a:off x="357189" y="1422400"/>
            <a:ext cx="3986212" cy="3054350"/>
          </a:xfrm>
        </p:spPr>
        <p:txBody>
          <a:bodyPr/>
          <a:lstStyle>
            <a:lvl1pPr marL="171450" marR="0" indent="-171450" algn="l" defTabSz="914400" rtl="0" eaLnBrk="1" fontAlgn="auto" latinLnBrk="0" hangingPunct="1">
              <a:lnSpc>
                <a:spcPts val="1600"/>
              </a:lnSpc>
              <a:spcBef>
                <a:spcPts val="264"/>
              </a:spcBef>
              <a:spcAft>
                <a:spcPts val="300"/>
              </a:spcAft>
              <a:buClrTx/>
              <a:buSzTx/>
              <a:buFont typeface="Arial" panose="020B0604020202020204" pitchFamily="34" charset="0"/>
              <a:buChar char="•"/>
              <a:tabLst/>
              <a:defRPr>
                <a:latin typeface="+mj-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 </a:t>
            </a:r>
          </a:p>
          <a:p>
            <a:pPr lvl="0"/>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r>
              <a:rPr lang="en-US" err="1"/>
              <a:t>Aliquam</a:t>
            </a:r>
            <a:r>
              <a:rPr lang="en-US"/>
              <a:t> sit </a:t>
            </a:r>
            <a:r>
              <a:rPr lang="en-US" err="1"/>
              <a:t>amet</a:t>
            </a:r>
            <a:r>
              <a:rPr lang="en-US"/>
              <a:t> </a:t>
            </a:r>
            <a:r>
              <a:rPr lang="en-US" err="1"/>
              <a:t>leo</a:t>
            </a:r>
            <a:r>
              <a:rPr lang="en-US"/>
              <a:t> semper, </a:t>
            </a:r>
            <a:r>
              <a:rPr lang="en-US" err="1"/>
              <a:t>tincidunt</a:t>
            </a:r>
            <a:r>
              <a:rPr lang="en-US"/>
              <a:t> dolor a, </a:t>
            </a:r>
            <a:r>
              <a:rPr lang="en-US" err="1"/>
              <a:t>lobortis</a:t>
            </a:r>
            <a:r>
              <a:rPr lang="en-US"/>
              <a:t> </a:t>
            </a:r>
            <a:r>
              <a:rPr lang="en-US" err="1"/>
              <a:t>elit</a:t>
            </a:r>
            <a:r>
              <a:rPr lang="en-US"/>
              <a:t>. </a:t>
            </a:r>
            <a:r>
              <a:rPr lang="en-US" err="1"/>
              <a:t>Nulla</a:t>
            </a:r>
            <a:r>
              <a:rPr lang="en-US"/>
              <a:t> ipsum dolor, </a:t>
            </a:r>
            <a:r>
              <a:rPr lang="en-US" err="1"/>
              <a:t>condimentum</a:t>
            </a:r>
            <a:r>
              <a:rPr lang="en-US"/>
              <a:t> </a:t>
            </a:r>
          </a:p>
          <a:p>
            <a:pPr lvl="0"/>
            <a:r>
              <a:rPr lang="en-US"/>
              <a:t>at nisi et, </a:t>
            </a:r>
            <a:r>
              <a:rPr lang="en-US" err="1"/>
              <a:t>varius</a:t>
            </a:r>
            <a:r>
              <a:rPr lang="en-US"/>
              <a:t> </a:t>
            </a:r>
            <a:r>
              <a:rPr lang="en-US" err="1"/>
              <a:t>lobortis</a:t>
            </a:r>
            <a:r>
              <a:rPr lang="en-US"/>
              <a:t> </a:t>
            </a:r>
            <a:r>
              <a:rPr lang="en-US" err="1"/>
              <a:t>lectus</a:t>
            </a:r>
            <a:r>
              <a:rPr lang="en-US"/>
              <a:t>. </a:t>
            </a:r>
            <a:r>
              <a:rPr lang="en-US" err="1"/>
              <a:t>Fusce</a:t>
            </a:r>
            <a:r>
              <a:rPr lang="en-US"/>
              <a:t> </a:t>
            </a:r>
            <a:r>
              <a:rPr lang="en-US" err="1"/>
              <a:t>fermentum</a:t>
            </a:r>
            <a:r>
              <a:rPr lang="en-US"/>
              <a:t> </a:t>
            </a:r>
            <a:r>
              <a:rPr lang="en-US" err="1"/>
              <a:t>bibendum</a:t>
            </a:r>
            <a:r>
              <a:rPr lang="en-US"/>
              <a:t> </a:t>
            </a:r>
            <a:r>
              <a:rPr lang="en-US" err="1"/>
              <a:t>varius</a:t>
            </a:r>
            <a:r>
              <a:rPr lang="en-US"/>
              <a:t>. </a:t>
            </a: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endParaRPr lang="en-US"/>
          </a:p>
        </p:txBody>
      </p:sp>
      <p:sp>
        <p:nvSpPr>
          <p:cNvPr id="9" name="Picture Placeholder 8"/>
          <p:cNvSpPr>
            <a:spLocks noGrp="1"/>
          </p:cNvSpPr>
          <p:nvPr>
            <p:ph type="pic" sz="quarter" idx="11" hasCustomPrompt="1"/>
          </p:nvPr>
        </p:nvSpPr>
        <p:spPr>
          <a:xfrm>
            <a:off x="5334000" y="0"/>
            <a:ext cx="3810000" cy="4819650"/>
          </a:xfrm>
        </p:spPr>
        <p:txBody>
          <a:bodyPr anchor="ctr">
            <a:normAutofit/>
          </a:bodyPr>
          <a:lstStyle>
            <a:lvl1pPr marL="0" indent="0" algn="ctr">
              <a:buNone/>
              <a:defRPr sz="1600"/>
            </a:lvl1pPr>
          </a:lstStyle>
          <a:p>
            <a:r>
              <a:rPr lang="en-US"/>
              <a:t>Please add picture here</a:t>
            </a:r>
          </a:p>
          <a:p>
            <a:endParaRPr lang="en-US"/>
          </a:p>
          <a:p>
            <a:endParaRPr lang="en-US"/>
          </a:p>
        </p:txBody>
      </p:sp>
      <p:sp>
        <p:nvSpPr>
          <p:cNvPr id="5" name="Text Placeholder 4"/>
          <p:cNvSpPr>
            <a:spLocks noGrp="1"/>
          </p:cNvSpPr>
          <p:nvPr>
            <p:ph type="body" sz="quarter" idx="12" hasCustomPrompt="1"/>
          </p:nvPr>
        </p:nvSpPr>
        <p:spPr>
          <a:xfrm>
            <a:off x="357189" y="1079500"/>
            <a:ext cx="3986212" cy="342900"/>
          </a:xfrm>
        </p:spPr>
        <p:txBody>
          <a:bodyPr wrap="none" bIns="0">
            <a:noAutofit/>
          </a:bodyPr>
          <a:lstStyle>
            <a:lvl1pPr marL="0" indent="0">
              <a:spcBef>
                <a:spcPts val="288"/>
              </a:spcBef>
              <a:buNone/>
              <a:defRPr sz="1200" b="1" i="0" cap="all" spc="200" baseline="0">
                <a:solidFill>
                  <a:schemeClr val="accent2"/>
                </a:solidFill>
              </a:defRPr>
            </a:lvl1pPr>
          </a:lstStyle>
          <a:p>
            <a:pPr lvl="0"/>
            <a:r>
              <a:rPr lang="en-US"/>
              <a:t>Highlight goes here</a:t>
            </a:r>
          </a:p>
        </p:txBody>
      </p:sp>
      <p:cxnSp>
        <p:nvCxnSpPr>
          <p:cNvPr id="7" name="Straight Connector 6"/>
          <p:cNvCxnSpPr/>
          <p:nvPr userDrawn="1"/>
        </p:nvCxnSpPr>
        <p:spPr>
          <a:xfrm>
            <a:off x="294409" y="716437"/>
            <a:ext cx="4222029"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10" name="Slide Number Placeholder 1"/>
          <p:cNvSpPr>
            <a:spLocks noGrp="1"/>
          </p:cNvSpPr>
          <p:nvPr>
            <p:ph type="sldNum" sz="quarter" idx="4"/>
          </p:nvPr>
        </p:nvSpPr>
        <p:spPr>
          <a:xfrm>
            <a:off x="7413441" y="4826639"/>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pPr marL="0" marR="0" lvl="0" indent="0" algn="r" defTabSz="685800" rtl="0" eaLnBrk="1" fontAlgn="auto" latinLnBrk="0" hangingPunct="1">
              <a:lnSpc>
                <a:spcPct val="100000"/>
              </a:lnSpc>
              <a:spcBef>
                <a:spcPts val="0"/>
              </a:spcBef>
              <a:spcAft>
                <a:spcPts val="0"/>
              </a:spcAft>
              <a:buClrTx/>
              <a:buSzTx/>
              <a:buFontTx/>
              <a:buNone/>
              <a:tabLst/>
              <a:defRPr/>
            </a:pPr>
            <a:fld id="{3A707DD9-E92B-45E8-BE0A-E6B2EDF345EB}" type="slidenum">
              <a:rPr kumimoji="0" lang="en-US" sz="800" b="1" i="0" u="none" strike="noStrike" kern="1200" cap="none" spc="0" normalizeH="0" baseline="0" noProof="0" smtClean="0">
                <a:ln>
                  <a:noFill/>
                </a:ln>
                <a:solidFill>
                  <a:srgbClr val="FEFEFE"/>
                </a:solidFill>
                <a:effectLst/>
                <a:uLnTx/>
                <a:uFillTx/>
                <a:latin typeface="Calibri Light"/>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a:t>
            </a:fld>
            <a:endParaRPr kumimoji="0" lang="en-US" sz="800" b="1" i="0" u="none" strike="noStrike" kern="1200" cap="none" spc="0" normalizeH="0" baseline="0" noProof="0">
              <a:ln>
                <a:noFill/>
              </a:ln>
              <a:solidFill>
                <a:srgbClr val="FEFEFE"/>
              </a:solidFill>
              <a:effectLst/>
              <a:uLnTx/>
              <a:uFillTx/>
              <a:latin typeface="Calibri Light"/>
              <a:ea typeface="+mn-ea"/>
              <a:cs typeface="+mn-cs"/>
            </a:endParaRPr>
          </a:p>
        </p:txBody>
      </p:sp>
    </p:spTree>
    <p:extLst>
      <p:ext uri="{BB962C8B-B14F-4D97-AF65-F5344CB8AC3E}">
        <p14:creationId xmlns:p14="http://schemas.microsoft.com/office/powerpoint/2010/main" val="1580514204"/>
      </p:ext>
    </p:extLst>
  </p:cSld>
  <p:clrMapOvr>
    <a:masterClrMapping/>
  </p:clrMapOvr>
  <p:extLst>
    <p:ext uri="{DCECCB84-F9BA-43D5-87BE-67443E8EF086}">
      <p15:sldGuideLst xmlns:p15="http://schemas.microsoft.com/office/powerpoint/2012/main">
        <p15:guide id="1" pos="3360">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List and Pictur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Please Add Slide Headline Here</a:t>
            </a:r>
          </a:p>
        </p:txBody>
      </p:sp>
      <p:sp>
        <p:nvSpPr>
          <p:cNvPr id="9" name="Picture Placeholder 8"/>
          <p:cNvSpPr>
            <a:spLocks noGrp="1"/>
          </p:cNvSpPr>
          <p:nvPr>
            <p:ph type="pic" sz="quarter" idx="11" hasCustomPrompt="1"/>
          </p:nvPr>
        </p:nvSpPr>
        <p:spPr>
          <a:xfrm>
            <a:off x="5334000" y="0"/>
            <a:ext cx="3810000" cy="4819650"/>
          </a:xfrm>
        </p:spPr>
        <p:txBody>
          <a:bodyPr anchor="ctr">
            <a:normAutofit/>
          </a:bodyPr>
          <a:lstStyle>
            <a:lvl1pPr marL="0" indent="0" algn="ctr">
              <a:buNone/>
              <a:defRPr sz="1600"/>
            </a:lvl1pPr>
          </a:lstStyle>
          <a:p>
            <a:r>
              <a:rPr lang="en-US"/>
              <a:t>Please add picture here</a:t>
            </a:r>
          </a:p>
          <a:p>
            <a:endParaRPr lang="en-US"/>
          </a:p>
          <a:p>
            <a:endParaRPr lang="en-US"/>
          </a:p>
        </p:txBody>
      </p:sp>
      <p:cxnSp>
        <p:nvCxnSpPr>
          <p:cNvPr id="7" name="Straight Connector 6"/>
          <p:cNvCxnSpPr/>
          <p:nvPr userDrawn="1"/>
        </p:nvCxnSpPr>
        <p:spPr>
          <a:xfrm>
            <a:off x="294409" y="716437"/>
            <a:ext cx="4222029"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14" name="Text Placeholder 13"/>
          <p:cNvSpPr>
            <a:spLocks noGrp="1"/>
          </p:cNvSpPr>
          <p:nvPr>
            <p:ph type="body" sz="quarter" idx="12" hasCustomPrompt="1"/>
          </p:nvPr>
        </p:nvSpPr>
        <p:spPr>
          <a:xfrm>
            <a:off x="357188" y="1092491"/>
            <a:ext cx="356616" cy="356616"/>
          </a:xfr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txBody>
          <a:bodyPr anchor="ctr">
            <a:normAutofit/>
          </a:bodyPr>
          <a:lstStyle>
            <a:lvl1pPr marL="0" indent="0" algn="ctr">
              <a:buNone/>
              <a:defRPr sz="1400" b="1">
                <a:solidFill>
                  <a:schemeClr val="accent2"/>
                </a:solidFill>
                <a:latin typeface="+mj-lt"/>
              </a:defRPr>
            </a:lvl1pPr>
            <a:lvl2pPr marL="457200" indent="0">
              <a:buNone/>
              <a:defRPr>
                <a:latin typeface="+mj-lt"/>
              </a:defRPr>
            </a:lvl2pPr>
            <a:lvl3pPr marL="914400" indent="0">
              <a:buNone/>
              <a:defRPr>
                <a:latin typeface="+mj-lt"/>
              </a:defRPr>
            </a:lvl3pPr>
            <a:lvl4pPr marL="1371600" indent="0">
              <a:buNone/>
              <a:defRPr>
                <a:latin typeface="+mj-lt"/>
              </a:defRPr>
            </a:lvl4pPr>
            <a:lvl5pPr marL="1828800" indent="0">
              <a:buFont typeface="Arial" panose="020B0604020202020204" pitchFamily="34" charset="0"/>
              <a:buNone/>
              <a:defRPr>
                <a:latin typeface="+mj-lt"/>
              </a:defRPr>
            </a:lvl5pPr>
          </a:lstStyle>
          <a:p>
            <a:pPr lvl="0"/>
            <a:r>
              <a:rPr lang="en-US"/>
              <a:t>#</a:t>
            </a:r>
          </a:p>
        </p:txBody>
      </p:sp>
      <p:sp>
        <p:nvSpPr>
          <p:cNvPr id="20" name="Text Placeholder 19"/>
          <p:cNvSpPr>
            <a:spLocks noGrp="1"/>
          </p:cNvSpPr>
          <p:nvPr>
            <p:ph type="body" sz="quarter" idx="13" hasCustomPrompt="1"/>
          </p:nvPr>
        </p:nvSpPr>
        <p:spPr>
          <a:xfrm>
            <a:off x="710972" y="1092491"/>
            <a:ext cx="3632428" cy="356616"/>
          </a:xfrm>
          <a:ln w="19050">
            <a:solidFill>
              <a:srgbClr val="F5F5F5"/>
            </a:solidFill>
          </a:ln>
        </p:spPr>
        <p:txBody>
          <a:bodyPr lIns="108000" anchor="ctr"/>
          <a:lstStyle>
            <a:lvl1pPr marL="0" indent="0">
              <a:buNone/>
              <a:defRPr b="1" i="0" cap="all" spc="200" baseline="0">
                <a:latin typeface="+mn-lt"/>
              </a:defRPr>
            </a:lvl1pPr>
            <a:lvl5pPr marL="2114550" indent="-285750">
              <a:buFont typeface="Arial" panose="020B0604020202020204" pitchFamily="34" charset="0"/>
              <a:buChar char="•"/>
              <a:defRPr/>
            </a:lvl5pPr>
          </a:lstStyle>
          <a:p>
            <a:pPr lvl="0"/>
            <a:r>
              <a:rPr lang="en-US"/>
              <a:t>Please put section one title here</a:t>
            </a:r>
          </a:p>
        </p:txBody>
      </p:sp>
      <p:sp>
        <p:nvSpPr>
          <p:cNvPr id="21" name="Text Placeholder 13"/>
          <p:cNvSpPr>
            <a:spLocks noGrp="1"/>
          </p:cNvSpPr>
          <p:nvPr>
            <p:ph type="body" sz="quarter" idx="14" hasCustomPrompt="1"/>
          </p:nvPr>
        </p:nvSpPr>
        <p:spPr>
          <a:xfrm>
            <a:off x="357188" y="4120134"/>
            <a:ext cx="356616" cy="356616"/>
          </a:xfr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txBody>
          <a:bodyPr anchor="ctr">
            <a:normAutofit/>
          </a:bodyPr>
          <a:lstStyle>
            <a:lvl1pPr marL="0" indent="0" algn="ctr">
              <a:buNone/>
              <a:defRPr sz="1400" b="1">
                <a:solidFill>
                  <a:schemeClr val="accent2"/>
                </a:solidFill>
                <a:latin typeface="+mj-lt"/>
              </a:defRPr>
            </a:lvl1pPr>
            <a:lvl2pPr marL="457200" indent="0">
              <a:buNone/>
              <a:defRPr>
                <a:latin typeface="+mj-lt"/>
              </a:defRPr>
            </a:lvl2pPr>
            <a:lvl3pPr marL="914400" indent="0">
              <a:buNone/>
              <a:defRPr>
                <a:latin typeface="+mj-lt"/>
              </a:defRPr>
            </a:lvl3pPr>
            <a:lvl4pPr marL="1371600" indent="0">
              <a:buNone/>
              <a:defRPr>
                <a:latin typeface="+mj-lt"/>
              </a:defRPr>
            </a:lvl4pPr>
            <a:lvl5pPr marL="1828800" indent="0">
              <a:buFont typeface="Arial" panose="020B0604020202020204" pitchFamily="34" charset="0"/>
              <a:buNone/>
              <a:defRPr>
                <a:latin typeface="+mj-lt"/>
              </a:defRPr>
            </a:lvl5pPr>
          </a:lstStyle>
          <a:p>
            <a:pPr lvl="0"/>
            <a:r>
              <a:rPr lang="en-US"/>
              <a:t>#</a:t>
            </a:r>
          </a:p>
        </p:txBody>
      </p:sp>
      <p:sp>
        <p:nvSpPr>
          <p:cNvPr id="22" name="Text Placeholder 13"/>
          <p:cNvSpPr>
            <a:spLocks noGrp="1"/>
          </p:cNvSpPr>
          <p:nvPr>
            <p:ph type="body" sz="quarter" idx="15" hasCustomPrompt="1"/>
          </p:nvPr>
        </p:nvSpPr>
        <p:spPr>
          <a:xfrm>
            <a:off x="357188" y="1698020"/>
            <a:ext cx="356616" cy="356616"/>
          </a:xfr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txBody>
          <a:bodyPr anchor="ctr">
            <a:normAutofit/>
          </a:bodyPr>
          <a:lstStyle>
            <a:lvl1pPr marL="0" indent="0" algn="ctr">
              <a:buNone/>
              <a:defRPr sz="1400" b="1">
                <a:solidFill>
                  <a:schemeClr val="accent2"/>
                </a:solidFill>
                <a:latin typeface="+mj-lt"/>
              </a:defRPr>
            </a:lvl1pPr>
            <a:lvl2pPr marL="457200" indent="0">
              <a:buNone/>
              <a:defRPr>
                <a:latin typeface="+mj-lt"/>
              </a:defRPr>
            </a:lvl2pPr>
            <a:lvl3pPr marL="914400" indent="0">
              <a:buNone/>
              <a:defRPr>
                <a:latin typeface="+mj-lt"/>
              </a:defRPr>
            </a:lvl3pPr>
            <a:lvl4pPr marL="1371600" indent="0">
              <a:buNone/>
              <a:defRPr>
                <a:latin typeface="+mj-lt"/>
              </a:defRPr>
            </a:lvl4pPr>
            <a:lvl5pPr marL="1828800" indent="0">
              <a:buFont typeface="Arial" panose="020B0604020202020204" pitchFamily="34" charset="0"/>
              <a:buNone/>
              <a:defRPr>
                <a:latin typeface="+mj-lt"/>
              </a:defRPr>
            </a:lvl5pPr>
          </a:lstStyle>
          <a:p>
            <a:pPr lvl="0"/>
            <a:r>
              <a:rPr lang="en-US"/>
              <a:t>#</a:t>
            </a:r>
          </a:p>
        </p:txBody>
      </p:sp>
      <p:sp>
        <p:nvSpPr>
          <p:cNvPr id="23" name="Text Placeholder 13"/>
          <p:cNvSpPr>
            <a:spLocks noGrp="1"/>
          </p:cNvSpPr>
          <p:nvPr>
            <p:ph type="body" sz="quarter" idx="16" hasCustomPrompt="1"/>
          </p:nvPr>
        </p:nvSpPr>
        <p:spPr>
          <a:xfrm>
            <a:off x="357188" y="2303549"/>
            <a:ext cx="356616" cy="356616"/>
          </a:xfr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txBody>
          <a:bodyPr anchor="ctr">
            <a:normAutofit/>
          </a:bodyPr>
          <a:lstStyle>
            <a:lvl1pPr marL="0" indent="0" algn="ctr">
              <a:buNone/>
              <a:defRPr sz="1400" b="1">
                <a:solidFill>
                  <a:schemeClr val="accent2"/>
                </a:solidFill>
                <a:latin typeface="+mj-lt"/>
              </a:defRPr>
            </a:lvl1pPr>
            <a:lvl2pPr marL="457200" indent="0">
              <a:buNone/>
              <a:defRPr>
                <a:latin typeface="+mj-lt"/>
              </a:defRPr>
            </a:lvl2pPr>
            <a:lvl3pPr marL="914400" indent="0">
              <a:buNone/>
              <a:defRPr>
                <a:latin typeface="+mj-lt"/>
              </a:defRPr>
            </a:lvl3pPr>
            <a:lvl4pPr marL="1371600" indent="0">
              <a:buNone/>
              <a:defRPr>
                <a:latin typeface="+mj-lt"/>
              </a:defRPr>
            </a:lvl4pPr>
            <a:lvl5pPr marL="1828800" indent="0">
              <a:buFont typeface="Arial" panose="020B0604020202020204" pitchFamily="34" charset="0"/>
              <a:buNone/>
              <a:defRPr>
                <a:latin typeface="+mj-lt"/>
              </a:defRPr>
            </a:lvl5pPr>
          </a:lstStyle>
          <a:p>
            <a:pPr lvl="0"/>
            <a:r>
              <a:rPr lang="en-US"/>
              <a:t>#</a:t>
            </a:r>
          </a:p>
        </p:txBody>
      </p:sp>
      <p:sp>
        <p:nvSpPr>
          <p:cNvPr id="24" name="Text Placeholder 13"/>
          <p:cNvSpPr>
            <a:spLocks noGrp="1"/>
          </p:cNvSpPr>
          <p:nvPr>
            <p:ph type="body" sz="quarter" idx="17" hasCustomPrompt="1"/>
          </p:nvPr>
        </p:nvSpPr>
        <p:spPr>
          <a:xfrm>
            <a:off x="357188" y="2909078"/>
            <a:ext cx="356616" cy="356616"/>
          </a:xfr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txBody>
          <a:bodyPr anchor="ctr">
            <a:normAutofit/>
          </a:bodyPr>
          <a:lstStyle>
            <a:lvl1pPr marL="0" indent="0" algn="ctr">
              <a:buNone/>
              <a:defRPr sz="1400" b="1">
                <a:solidFill>
                  <a:schemeClr val="accent2"/>
                </a:solidFill>
                <a:latin typeface="+mj-lt"/>
              </a:defRPr>
            </a:lvl1pPr>
            <a:lvl2pPr marL="457200" indent="0">
              <a:buNone/>
              <a:defRPr>
                <a:latin typeface="+mj-lt"/>
              </a:defRPr>
            </a:lvl2pPr>
            <a:lvl3pPr marL="914400" indent="0">
              <a:buNone/>
              <a:defRPr>
                <a:latin typeface="+mj-lt"/>
              </a:defRPr>
            </a:lvl3pPr>
            <a:lvl4pPr marL="1371600" indent="0">
              <a:buNone/>
              <a:defRPr>
                <a:latin typeface="+mj-lt"/>
              </a:defRPr>
            </a:lvl4pPr>
            <a:lvl5pPr marL="1828800" indent="0">
              <a:buFont typeface="Arial" panose="020B0604020202020204" pitchFamily="34" charset="0"/>
              <a:buNone/>
              <a:defRPr>
                <a:latin typeface="+mj-lt"/>
              </a:defRPr>
            </a:lvl5pPr>
          </a:lstStyle>
          <a:p>
            <a:pPr lvl="0"/>
            <a:r>
              <a:rPr lang="en-US"/>
              <a:t>#</a:t>
            </a:r>
          </a:p>
        </p:txBody>
      </p:sp>
      <p:sp>
        <p:nvSpPr>
          <p:cNvPr id="25" name="Text Placeholder 13"/>
          <p:cNvSpPr>
            <a:spLocks noGrp="1"/>
          </p:cNvSpPr>
          <p:nvPr>
            <p:ph type="body" sz="quarter" idx="18" hasCustomPrompt="1"/>
          </p:nvPr>
        </p:nvSpPr>
        <p:spPr>
          <a:xfrm>
            <a:off x="357188" y="3514607"/>
            <a:ext cx="356616" cy="356616"/>
          </a:xfr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txBody>
          <a:bodyPr anchor="ctr">
            <a:normAutofit/>
          </a:bodyPr>
          <a:lstStyle>
            <a:lvl1pPr marL="0" indent="0" algn="ctr">
              <a:buNone/>
              <a:defRPr sz="1400" b="1">
                <a:solidFill>
                  <a:schemeClr val="accent2"/>
                </a:solidFill>
                <a:latin typeface="+mj-lt"/>
              </a:defRPr>
            </a:lvl1pPr>
            <a:lvl2pPr marL="457200" indent="0">
              <a:buNone/>
              <a:defRPr>
                <a:latin typeface="+mj-lt"/>
              </a:defRPr>
            </a:lvl2pPr>
            <a:lvl3pPr marL="914400" indent="0">
              <a:buNone/>
              <a:defRPr>
                <a:latin typeface="+mj-lt"/>
              </a:defRPr>
            </a:lvl3pPr>
            <a:lvl4pPr marL="1371600" indent="0">
              <a:buNone/>
              <a:defRPr>
                <a:latin typeface="+mj-lt"/>
              </a:defRPr>
            </a:lvl4pPr>
            <a:lvl5pPr marL="1828800" indent="0">
              <a:buFont typeface="Arial" panose="020B0604020202020204" pitchFamily="34" charset="0"/>
              <a:buNone/>
              <a:defRPr>
                <a:latin typeface="+mj-lt"/>
              </a:defRPr>
            </a:lvl5pPr>
          </a:lstStyle>
          <a:p>
            <a:pPr lvl="0"/>
            <a:r>
              <a:rPr lang="en-US"/>
              <a:t>#</a:t>
            </a:r>
          </a:p>
        </p:txBody>
      </p:sp>
      <p:sp>
        <p:nvSpPr>
          <p:cNvPr id="26" name="Text Placeholder 19"/>
          <p:cNvSpPr>
            <a:spLocks noGrp="1"/>
          </p:cNvSpPr>
          <p:nvPr>
            <p:ph type="body" sz="quarter" idx="19" hasCustomPrompt="1"/>
          </p:nvPr>
        </p:nvSpPr>
        <p:spPr>
          <a:xfrm>
            <a:off x="710972" y="1697608"/>
            <a:ext cx="3632428" cy="356616"/>
          </a:xfrm>
          <a:ln w="19050">
            <a:solidFill>
              <a:srgbClr val="F5F5F5"/>
            </a:solidFill>
          </a:ln>
        </p:spPr>
        <p:txBody>
          <a:bodyPr lIns="108000" anchor="ctr"/>
          <a:lstStyle>
            <a:lvl1pPr marL="0" indent="0">
              <a:buNone/>
              <a:defRPr b="1" i="0" cap="all" spc="200" baseline="0">
                <a:latin typeface="+mn-lt"/>
              </a:defRPr>
            </a:lvl1pPr>
            <a:lvl5pPr marL="2114550" indent="-285750">
              <a:buFont typeface="Arial" panose="020B0604020202020204" pitchFamily="34" charset="0"/>
              <a:buChar char="•"/>
              <a:defRPr/>
            </a:lvl5pPr>
          </a:lstStyle>
          <a:p>
            <a:pPr lvl="0"/>
            <a:r>
              <a:rPr lang="en-US"/>
              <a:t>Please put section TWO title here</a:t>
            </a:r>
          </a:p>
        </p:txBody>
      </p:sp>
      <p:sp>
        <p:nvSpPr>
          <p:cNvPr id="27" name="Text Placeholder 19"/>
          <p:cNvSpPr>
            <a:spLocks noGrp="1"/>
          </p:cNvSpPr>
          <p:nvPr>
            <p:ph type="body" sz="quarter" idx="20" hasCustomPrompt="1"/>
          </p:nvPr>
        </p:nvSpPr>
        <p:spPr>
          <a:xfrm>
            <a:off x="710972" y="2302725"/>
            <a:ext cx="3632428" cy="356616"/>
          </a:xfrm>
          <a:ln w="19050">
            <a:solidFill>
              <a:srgbClr val="F5F5F5"/>
            </a:solidFill>
          </a:ln>
        </p:spPr>
        <p:txBody>
          <a:bodyPr lIns="108000" anchor="ctr"/>
          <a:lstStyle>
            <a:lvl1pPr marL="0" indent="0">
              <a:buNone/>
              <a:defRPr b="1" i="0" cap="all" spc="200" baseline="0">
                <a:latin typeface="+mn-lt"/>
              </a:defRPr>
            </a:lvl1pPr>
            <a:lvl5pPr marL="2114550" indent="-285750">
              <a:buFont typeface="Arial" panose="020B0604020202020204" pitchFamily="34" charset="0"/>
              <a:buChar char="•"/>
              <a:defRPr/>
            </a:lvl5pPr>
          </a:lstStyle>
          <a:p>
            <a:pPr lvl="0"/>
            <a:r>
              <a:rPr lang="en-US"/>
              <a:t>Please put section THREE title here</a:t>
            </a:r>
          </a:p>
        </p:txBody>
      </p:sp>
      <p:sp>
        <p:nvSpPr>
          <p:cNvPr id="28" name="Text Placeholder 19"/>
          <p:cNvSpPr>
            <a:spLocks noGrp="1"/>
          </p:cNvSpPr>
          <p:nvPr>
            <p:ph type="body" sz="quarter" idx="21" hasCustomPrompt="1"/>
          </p:nvPr>
        </p:nvSpPr>
        <p:spPr>
          <a:xfrm>
            <a:off x="710972" y="2907842"/>
            <a:ext cx="3632428" cy="356616"/>
          </a:xfrm>
          <a:ln w="19050">
            <a:solidFill>
              <a:srgbClr val="F5F5F5"/>
            </a:solidFill>
          </a:ln>
        </p:spPr>
        <p:txBody>
          <a:bodyPr lIns="108000" anchor="ctr"/>
          <a:lstStyle>
            <a:lvl1pPr marL="0" indent="0">
              <a:buNone/>
              <a:defRPr b="1" i="0" cap="all" spc="200" baseline="0">
                <a:latin typeface="+mn-lt"/>
              </a:defRPr>
            </a:lvl1pPr>
            <a:lvl5pPr marL="2114550" indent="-285750">
              <a:buFont typeface="Arial" panose="020B0604020202020204" pitchFamily="34" charset="0"/>
              <a:buChar char="•"/>
              <a:defRPr/>
            </a:lvl5pPr>
          </a:lstStyle>
          <a:p>
            <a:pPr lvl="0"/>
            <a:r>
              <a:rPr lang="en-US"/>
              <a:t>…</a:t>
            </a:r>
          </a:p>
        </p:txBody>
      </p:sp>
      <p:sp>
        <p:nvSpPr>
          <p:cNvPr id="29" name="Text Placeholder 19"/>
          <p:cNvSpPr>
            <a:spLocks noGrp="1"/>
          </p:cNvSpPr>
          <p:nvPr>
            <p:ph type="body" sz="quarter" idx="22" hasCustomPrompt="1"/>
          </p:nvPr>
        </p:nvSpPr>
        <p:spPr>
          <a:xfrm>
            <a:off x="710972" y="3512959"/>
            <a:ext cx="3632428" cy="356616"/>
          </a:xfrm>
          <a:ln w="19050">
            <a:solidFill>
              <a:srgbClr val="F5F5F5"/>
            </a:solidFill>
          </a:ln>
        </p:spPr>
        <p:txBody>
          <a:bodyPr lIns="108000" anchor="ctr"/>
          <a:lstStyle>
            <a:lvl1pPr marL="0" indent="0">
              <a:buNone/>
              <a:defRPr b="1" i="0" cap="all" spc="200" baseline="0">
                <a:latin typeface="+mn-lt"/>
              </a:defRPr>
            </a:lvl1pPr>
            <a:lvl5pPr marL="2114550" indent="-285750">
              <a:buFont typeface="Arial" panose="020B0604020202020204" pitchFamily="34" charset="0"/>
              <a:buChar char="•"/>
              <a:defRPr/>
            </a:lvl5pPr>
          </a:lstStyle>
          <a:p>
            <a:pPr lvl="0"/>
            <a:r>
              <a:rPr lang="en-US"/>
              <a:t>And delete</a:t>
            </a:r>
          </a:p>
        </p:txBody>
      </p:sp>
      <p:sp>
        <p:nvSpPr>
          <p:cNvPr id="30" name="Text Placeholder 19"/>
          <p:cNvSpPr>
            <a:spLocks noGrp="1"/>
          </p:cNvSpPr>
          <p:nvPr>
            <p:ph type="body" sz="quarter" idx="23" hasCustomPrompt="1"/>
          </p:nvPr>
        </p:nvSpPr>
        <p:spPr>
          <a:xfrm>
            <a:off x="710972" y="4118077"/>
            <a:ext cx="3632428" cy="356616"/>
          </a:xfrm>
          <a:ln w="19050">
            <a:solidFill>
              <a:srgbClr val="F5F5F5"/>
            </a:solidFill>
          </a:ln>
        </p:spPr>
        <p:txBody>
          <a:bodyPr lIns="108000" anchor="ctr"/>
          <a:lstStyle>
            <a:lvl1pPr marL="0" indent="0">
              <a:buNone/>
              <a:defRPr b="1" i="0" cap="all" spc="200" baseline="0">
                <a:latin typeface="+mn-lt"/>
              </a:defRPr>
            </a:lvl1pPr>
            <a:lvl5pPr marL="2114550" indent="-285750">
              <a:buFont typeface="Arial" panose="020B0604020202020204" pitchFamily="34" charset="0"/>
              <a:buChar char="•"/>
              <a:defRPr/>
            </a:lvl5pPr>
          </a:lstStyle>
          <a:p>
            <a:pPr lvl="0"/>
            <a:r>
              <a:rPr lang="en-US"/>
              <a:t>The extras</a:t>
            </a:r>
          </a:p>
        </p:txBody>
      </p:sp>
      <p:sp>
        <p:nvSpPr>
          <p:cNvPr id="33" name="Slide Number Placeholder 1"/>
          <p:cNvSpPr>
            <a:spLocks noGrp="1"/>
          </p:cNvSpPr>
          <p:nvPr>
            <p:ph type="sldNum" sz="quarter" idx="4"/>
          </p:nvPr>
        </p:nvSpPr>
        <p:spPr>
          <a:xfrm>
            <a:off x="7413441" y="4826639"/>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pPr marL="0" marR="0" lvl="0" indent="0" algn="r" defTabSz="685800" rtl="0" eaLnBrk="1" fontAlgn="auto" latinLnBrk="0" hangingPunct="1">
              <a:lnSpc>
                <a:spcPct val="100000"/>
              </a:lnSpc>
              <a:spcBef>
                <a:spcPts val="0"/>
              </a:spcBef>
              <a:spcAft>
                <a:spcPts val="0"/>
              </a:spcAft>
              <a:buClrTx/>
              <a:buSzTx/>
              <a:buFontTx/>
              <a:buNone/>
              <a:tabLst/>
              <a:defRPr/>
            </a:pPr>
            <a:fld id="{3A707DD9-E92B-45E8-BE0A-E6B2EDF345EB}" type="slidenum">
              <a:rPr kumimoji="0" lang="en-US" sz="800" b="1" i="0" u="none" strike="noStrike" kern="1200" cap="none" spc="0" normalizeH="0" baseline="0" noProof="0" smtClean="0">
                <a:ln>
                  <a:noFill/>
                </a:ln>
                <a:solidFill>
                  <a:srgbClr val="FEFEFE"/>
                </a:solidFill>
                <a:effectLst/>
                <a:uLnTx/>
                <a:uFillTx/>
                <a:latin typeface="Calibri Light"/>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a:t>
            </a:fld>
            <a:endParaRPr kumimoji="0" lang="en-US" sz="800" b="1" i="0" u="none" strike="noStrike" kern="1200" cap="none" spc="0" normalizeH="0" baseline="0" noProof="0">
              <a:ln>
                <a:noFill/>
              </a:ln>
              <a:solidFill>
                <a:srgbClr val="FEFEFE"/>
              </a:solidFill>
              <a:effectLst/>
              <a:uLnTx/>
              <a:uFillTx/>
              <a:latin typeface="Calibri Light"/>
              <a:ea typeface="+mn-ea"/>
              <a:cs typeface="+mn-cs"/>
            </a:endParaRPr>
          </a:p>
        </p:txBody>
      </p:sp>
    </p:spTree>
    <p:extLst>
      <p:ext uri="{BB962C8B-B14F-4D97-AF65-F5344CB8AC3E}">
        <p14:creationId xmlns:p14="http://schemas.microsoft.com/office/powerpoint/2010/main" val="3459521910"/>
      </p:ext>
    </p:extLst>
  </p:cSld>
  <p:clrMapOvr>
    <a:masterClrMapping/>
  </p:clrMapOvr>
  <p:extLst>
    <p:ext uri="{DCECCB84-F9BA-43D5-87BE-67443E8EF086}">
      <p15:sldGuideLst xmlns:p15="http://schemas.microsoft.com/office/powerpoint/2012/main">
        <p15:guide id="1" pos="3360">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Personal Profile - Right">
    <p:spTree>
      <p:nvGrpSpPr>
        <p:cNvPr id="1" name=""/>
        <p:cNvGrpSpPr/>
        <p:nvPr/>
      </p:nvGrpSpPr>
      <p:grpSpPr>
        <a:xfrm>
          <a:off x="0" y="0"/>
          <a:ext cx="0" cy="0"/>
          <a:chOff x="0" y="0"/>
          <a:chExt cx="0" cy="0"/>
        </a:xfrm>
      </p:grpSpPr>
      <p:sp>
        <p:nvSpPr>
          <p:cNvPr id="6" name="Content Placeholder 5"/>
          <p:cNvSpPr>
            <a:spLocks noGrp="1"/>
          </p:cNvSpPr>
          <p:nvPr>
            <p:ph sz="quarter" idx="10" hasCustomPrompt="1"/>
          </p:nvPr>
        </p:nvSpPr>
        <p:spPr>
          <a:xfrm>
            <a:off x="673894" y="1780394"/>
            <a:ext cx="3986211" cy="2696355"/>
          </a:xfrm>
        </p:spPr>
        <p:txBody>
          <a:bodyPr/>
          <a:lstStyle>
            <a:lvl1pPr marL="171450" marR="0" indent="-171450" algn="l" defTabSz="914400" rtl="0" eaLnBrk="1" fontAlgn="auto" latinLnBrk="0" hangingPunct="1">
              <a:lnSpc>
                <a:spcPts val="1600"/>
              </a:lnSpc>
              <a:spcBef>
                <a:spcPts val="264"/>
              </a:spcBef>
              <a:spcAft>
                <a:spcPts val="300"/>
              </a:spcAft>
              <a:buClrTx/>
              <a:buSzTx/>
              <a:buFont typeface="Arial" panose="020B0604020202020204" pitchFamily="34" charset="0"/>
              <a:buChar char="•"/>
              <a:tabLst/>
              <a:defRPr>
                <a:latin typeface="+mj-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 </a:t>
            </a:r>
          </a:p>
          <a:p>
            <a:pPr lvl="0"/>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r>
              <a:rPr lang="en-US" err="1"/>
              <a:t>Aliquam</a:t>
            </a:r>
            <a:r>
              <a:rPr lang="en-US"/>
              <a:t> sit </a:t>
            </a:r>
            <a:r>
              <a:rPr lang="en-US" err="1"/>
              <a:t>amet</a:t>
            </a:r>
            <a:r>
              <a:rPr lang="en-US"/>
              <a:t> </a:t>
            </a:r>
            <a:r>
              <a:rPr lang="en-US" err="1"/>
              <a:t>leo</a:t>
            </a:r>
            <a:r>
              <a:rPr lang="en-US"/>
              <a:t> semper, </a:t>
            </a:r>
            <a:r>
              <a:rPr lang="en-US" err="1"/>
              <a:t>tincidunt</a:t>
            </a:r>
            <a:r>
              <a:rPr lang="en-US"/>
              <a:t> dolor a, </a:t>
            </a:r>
            <a:r>
              <a:rPr lang="en-US" err="1"/>
              <a:t>lobortis</a:t>
            </a:r>
            <a:r>
              <a:rPr lang="en-US"/>
              <a:t> </a:t>
            </a:r>
            <a:r>
              <a:rPr lang="en-US" err="1"/>
              <a:t>elit</a:t>
            </a:r>
            <a:r>
              <a:rPr lang="en-US"/>
              <a:t>. </a:t>
            </a:r>
            <a:r>
              <a:rPr lang="en-US" err="1"/>
              <a:t>Nulla</a:t>
            </a:r>
            <a:r>
              <a:rPr lang="en-US"/>
              <a:t> ipsum dolor, </a:t>
            </a:r>
            <a:r>
              <a:rPr lang="en-US" err="1"/>
              <a:t>condimentum</a:t>
            </a:r>
            <a:endParaRPr lang="en-US"/>
          </a:p>
        </p:txBody>
      </p:sp>
      <p:sp>
        <p:nvSpPr>
          <p:cNvPr id="5" name="Text Placeholder 4"/>
          <p:cNvSpPr>
            <a:spLocks noGrp="1"/>
          </p:cNvSpPr>
          <p:nvPr>
            <p:ph type="body" sz="quarter" idx="12" hasCustomPrompt="1"/>
          </p:nvPr>
        </p:nvSpPr>
        <p:spPr>
          <a:xfrm>
            <a:off x="673893" y="1079500"/>
            <a:ext cx="3986212" cy="342900"/>
          </a:xfrm>
        </p:spPr>
        <p:txBody>
          <a:bodyPr wrap="none" bIns="0">
            <a:noAutofit/>
          </a:bodyPr>
          <a:lstStyle>
            <a:lvl1pPr marL="0" indent="0">
              <a:spcBef>
                <a:spcPts val="288"/>
              </a:spcBef>
              <a:buNone/>
              <a:defRPr sz="1200" b="1" i="0" cap="all" spc="200" baseline="0">
                <a:solidFill>
                  <a:schemeClr val="accent2"/>
                </a:solidFill>
              </a:defRPr>
            </a:lvl1pPr>
          </a:lstStyle>
          <a:p>
            <a:pPr lvl="0"/>
            <a:r>
              <a:rPr lang="en-US"/>
              <a:t>Highlight goes here</a:t>
            </a:r>
          </a:p>
        </p:txBody>
      </p:sp>
      <p:sp>
        <p:nvSpPr>
          <p:cNvPr id="11" name="Slide Number Placeholder 1"/>
          <p:cNvSpPr>
            <a:spLocks noGrp="1"/>
          </p:cNvSpPr>
          <p:nvPr>
            <p:ph type="sldNum" sz="quarter" idx="4"/>
          </p:nvPr>
        </p:nvSpPr>
        <p:spPr>
          <a:xfrm>
            <a:off x="7413441" y="4826639"/>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pPr marL="0" marR="0" lvl="0" indent="0" algn="r" defTabSz="685800" rtl="0" eaLnBrk="1" fontAlgn="auto" latinLnBrk="0" hangingPunct="1">
              <a:lnSpc>
                <a:spcPct val="100000"/>
              </a:lnSpc>
              <a:spcBef>
                <a:spcPts val="0"/>
              </a:spcBef>
              <a:spcAft>
                <a:spcPts val="0"/>
              </a:spcAft>
              <a:buClrTx/>
              <a:buSzTx/>
              <a:buFontTx/>
              <a:buNone/>
              <a:tabLst/>
              <a:defRPr/>
            </a:pPr>
            <a:fld id="{3A707DD9-E92B-45E8-BE0A-E6B2EDF345EB}" type="slidenum">
              <a:rPr kumimoji="0" lang="en-US" sz="800" b="1" i="0" u="none" strike="noStrike" kern="1200" cap="none" spc="0" normalizeH="0" baseline="0" noProof="0" smtClean="0">
                <a:ln>
                  <a:noFill/>
                </a:ln>
                <a:solidFill>
                  <a:srgbClr val="FEFEFE"/>
                </a:solidFill>
                <a:effectLst/>
                <a:uLnTx/>
                <a:uFillTx/>
                <a:latin typeface="Calibri Light"/>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a:t>
            </a:fld>
            <a:endParaRPr kumimoji="0" lang="en-US" sz="800" b="1" i="0" u="none" strike="noStrike" kern="1200" cap="none" spc="0" normalizeH="0" baseline="0" noProof="0">
              <a:ln>
                <a:noFill/>
              </a:ln>
              <a:solidFill>
                <a:srgbClr val="FEFEFE"/>
              </a:solidFill>
              <a:effectLst/>
              <a:uLnTx/>
              <a:uFillTx/>
              <a:latin typeface="Calibri Light"/>
              <a:ea typeface="+mn-ea"/>
              <a:cs typeface="+mn-cs"/>
            </a:endParaRPr>
          </a:p>
        </p:txBody>
      </p:sp>
      <p:sp>
        <p:nvSpPr>
          <p:cNvPr id="12" name="Text Placeholder 4"/>
          <p:cNvSpPr>
            <a:spLocks noGrp="1"/>
          </p:cNvSpPr>
          <p:nvPr>
            <p:ph type="body" sz="quarter" idx="15" hasCustomPrompt="1"/>
          </p:nvPr>
        </p:nvSpPr>
        <p:spPr>
          <a:xfrm>
            <a:off x="673893" y="1437495"/>
            <a:ext cx="3986212" cy="342900"/>
          </a:xfrm>
        </p:spPr>
        <p:txBody>
          <a:bodyPr wrap="none" bIns="0">
            <a:noAutofit/>
          </a:bodyPr>
          <a:lstStyle>
            <a:lvl1pPr marL="0" indent="0">
              <a:spcBef>
                <a:spcPts val="288"/>
              </a:spcBef>
              <a:buNone/>
              <a:defRPr sz="900" b="1" i="1" cap="none" spc="100" baseline="0">
                <a:solidFill>
                  <a:schemeClr val="tx1"/>
                </a:solidFill>
              </a:defRPr>
            </a:lvl1pPr>
          </a:lstStyle>
          <a:p>
            <a:pPr lvl="0"/>
            <a:r>
              <a:rPr lang="en-US"/>
              <a:t>Please put title here</a:t>
            </a:r>
          </a:p>
        </p:txBody>
      </p:sp>
      <p:sp>
        <p:nvSpPr>
          <p:cNvPr id="13" name="Rectangle 12"/>
          <p:cNvSpPr/>
          <p:nvPr userDrawn="1"/>
        </p:nvSpPr>
        <p:spPr>
          <a:xfrm>
            <a:off x="5333999" y="0"/>
            <a:ext cx="3810001" cy="482663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FFFFFF"/>
              </a:solidFill>
              <a:effectLst/>
              <a:uLnTx/>
              <a:uFillTx/>
              <a:latin typeface="Calibri"/>
              <a:ea typeface="+mn-ea"/>
              <a:cs typeface="+mn-cs"/>
            </a:endParaRPr>
          </a:p>
        </p:txBody>
      </p:sp>
      <p:sp>
        <p:nvSpPr>
          <p:cNvPr id="14" name="Oval 13"/>
          <p:cNvSpPr/>
          <p:nvPr userDrawn="1"/>
        </p:nvSpPr>
        <p:spPr>
          <a:xfrm>
            <a:off x="6228906" y="1403226"/>
            <a:ext cx="2020186" cy="2020186"/>
          </a:xfrm>
          <a:prstGeom prst="ellipse">
            <a:avLst/>
          </a:prstGeom>
          <a:noFill/>
          <a:ln w="1905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FFFFFF"/>
              </a:solidFill>
              <a:effectLst/>
              <a:uLnTx/>
              <a:uFillTx/>
              <a:latin typeface="Calibri"/>
              <a:ea typeface="+mn-ea"/>
              <a:cs typeface="+mn-cs"/>
            </a:endParaRPr>
          </a:p>
        </p:txBody>
      </p:sp>
      <p:sp>
        <p:nvSpPr>
          <p:cNvPr id="15" name="Picture Placeholder 11"/>
          <p:cNvSpPr>
            <a:spLocks noGrp="1"/>
          </p:cNvSpPr>
          <p:nvPr>
            <p:ph type="pic" sz="quarter" idx="14" hasCustomPrompt="1"/>
          </p:nvPr>
        </p:nvSpPr>
        <p:spPr>
          <a:xfrm>
            <a:off x="6406895" y="1581215"/>
            <a:ext cx="1664208" cy="1664208"/>
          </a:xfrm>
          <a:prstGeom prst="ellipse">
            <a:avLst/>
          </a:prstGeom>
        </p:spPr>
        <p:txBody>
          <a:bodyPr anchor="ctr"/>
          <a:lstStyle>
            <a:lvl1pPr marL="0" indent="0" algn="ctr">
              <a:buNone/>
              <a:defRPr b="1">
                <a:solidFill>
                  <a:schemeClr val="bg1"/>
                </a:solidFill>
              </a:defRPr>
            </a:lvl1pPr>
          </a:lstStyle>
          <a:p>
            <a:r>
              <a:rPr lang="en-US"/>
              <a:t>PLEASE INSERT PHOTO HERE</a:t>
            </a:r>
          </a:p>
        </p:txBody>
      </p:sp>
    </p:spTree>
    <p:extLst>
      <p:ext uri="{BB962C8B-B14F-4D97-AF65-F5344CB8AC3E}">
        <p14:creationId xmlns:p14="http://schemas.microsoft.com/office/powerpoint/2010/main" val="3241517636"/>
      </p:ext>
    </p:extLst>
  </p:cSld>
  <p:clrMapOvr>
    <a:masterClrMapping/>
  </p:clrMapOvr>
  <p:extLst>
    <p:ext uri="{DCECCB84-F9BA-43D5-87BE-67443E8EF086}">
      <p15:sldGuideLst xmlns:p15="http://schemas.microsoft.com/office/powerpoint/2012/main">
        <p15:guide id="1" pos="3360">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Personal Profile">
    <p:spTree>
      <p:nvGrpSpPr>
        <p:cNvPr id="1" name=""/>
        <p:cNvGrpSpPr/>
        <p:nvPr/>
      </p:nvGrpSpPr>
      <p:grpSpPr>
        <a:xfrm>
          <a:off x="0" y="0"/>
          <a:ext cx="0" cy="0"/>
          <a:chOff x="0" y="0"/>
          <a:chExt cx="0" cy="0"/>
        </a:xfrm>
      </p:grpSpPr>
      <p:sp>
        <p:nvSpPr>
          <p:cNvPr id="6" name="Content Placeholder 5"/>
          <p:cNvSpPr>
            <a:spLocks noGrp="1"/>
          </p:cNvSpPr>
          <p:nvPr>
            <p:ph sz="quarter" idx="12" hasCustomPrompt="1"/>
          </p:nvPr>
        </p:nvSpPr>
        <p:spPr>
          <a:xfrm>
            <a:off x="4480321" y="1780394"/>
            <a:ext cx="3993357" cy="2696355"/>
          </a:xfrm>
        </p:spPr>
        <p:txBody>
          <a:bodyPr/>
          <a:lstStyle>
            <a:lvl1pPr marL="171450" indent="-171450">
              <a:buFont typeface="Arial" panose="020B0604020202020204" pitchFamily="34" charset="0"/>
              <a:buChar char="•"/>
              <a:defRPr>
                <a:latin typeface="+mj-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a:t>
            </a:r>
          </a:p>
          <a:p>
            <a:pPr lvl="0"/>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r>
              <a:rPr lang="en-US" err="1"/>
              <a:t>Aliquam</a:t>
            </a:r>
            <a:r>
              <a:rPr lang="en-US"/>
              <a:t> sit </a:t>
            </a:r>
            <a:r>
              <a:rPr lang="en-US" err="1"/>
              <a:t>amet</a:t>
            </a:r>
            <a:r>
              <a:rPr lang="en-US"/>
              <a:t> </a:t>
            </a:r>
            <a:r>
              <a:rPr lang="en-US" err="1"/>
              <a:t>leo</a:t>
            </a:r>
            <a:r>
              <a:rPr lang="en-US"/>
              <a:t> semper, </a:t>
            </a:r>
            <a:r>
              <a:rPr lang="en-US" err="1"/>
              <a:t>tincidunt</a:t>
            </a:r>
            <a:r>
              <a:rPr lang="en-US"/>
              <a:t> dolor a, </a:t>
            </a:r>
            <a:r>
              <a:rPr lang="en-US" err="1"/>
              <a:t>lobortis</a:t>
            </a:r>
            <a:r>
              <a:rPr lang="en-US"/>
              <a:t> </a:t>
            </a:r>
            <a:r>
              <a:rPr lang="en-US" err="1"/>
              <a:t>elit</a:t>
            </a:r>
            <a:r>
              <a:rPr lang="en-US"/>
              <a:t>. </a:t>
            </a:r>
            <a:r>
              <a:rPr lang="en-US" err="1"/>
              <a:t>Nulla</a:t>
            </a:r>
            <a:r>
              <a:rPr lang="en-US"/>
              <a:t> ipsum dolor, </a:t>
            </a:r>
            <a:r>
              <a:rPr lang="en-US" err="1"/>
              <a:t>condimentum</a:t>
            </a:r>
            <a:endParaRPr lang="en-US"/>
          </a:p>
        </p:txBody>
      </p:sp>
      <p:sp>
        <p:nvSpPr>
          <p:cNvPr id="7" name="Text Placeholder 4"/>
          <p:cNvSpPr>
            <a:spLocks noGrp="1"/>
          </p:cNvSpPr>
          <p:nvPr>
            <p:ph type="body" sz="quarter" idx="13" hasCustomPrompt="1"/>
          </p:nvPr>
        </p:nvSpPr>
        <p:spPr>
          <a:xfrm>
            <a:off x="4480321" y="1079500"/>
            <a:ext cx="3986213" cy="342900"/>
          </a:xfrm>
        </p:spPr>
        <p:txBody>
          <a:bodyPr wrap="none" bIns="0">
            <a:noAutofit/>
          </a:bodyPr>
          <a:lstStyle>
            <a:lvl1pPr marL="0" indent="0">
              <a:spcBef>
                <a:spcPts val="288"/>
              </a:spcBef>
              <a:buNone/>
              <a:defRPr sz="1200" b="1" i="0" cap="all" spc="200" baseline="0">
                <a:solidFill>
                  <a:schemeClr val="accent2"/>
                </a:solidFill>
              </a:defRPr>
            </a:lvl1pPr>
          </a:lstStyle>
          <a:p>
            <a:pPr lvl="0"/>
            <a:r>
              <a:rPr lang="en-US"/>
              <a:t>Please put name here</a:t>
            </a:r>
          </a:p>
        </p:txBody>
      </p:sp>
      <p:sp>
        <p:nvSpPr>
          <p:cNvPr id="9" name="Rectangle 8"/>
          <p:cNvSpPr/>
          <p:nvPr userDrawn="1"/>
        </p:nvSpPr>
        <p:spPr>
          <a:xfrm>
            <a:off x="-1" y="0"/>
            <a:ext cx="3810001" cy="482663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FFFFFF"/>
              </a:solidFill>
              <a:effectLst/>
              <a:uLnTx/>
              <a:uFillTx/>
              <a:latin typeface="Calibri"/>
              <a:ea typeface="+mn-ea"/>
              <a:cs typeface="+mn-cs"/>
            </a:endParaRPr>
          </a:p>
        </p:txBody>
      </p:sp>
      <p:sp>
        <p:nvSpPr>
          <p:cNvPr id="10" name="Oval 9"/>
          <p:cNvSpPr/>
          <p:nvPr userDrawn="1"/>
        </p:nvSpPr>
        <p:spPr>
          <a:xfrm>
            <a:off x="894906" y="1403226"/>
            <a:ext cx="2020186" cy="2020186"/>
          </a:xfrm>
          <a:prstGeom prst="ellipse">
            <a:avLst/>
          </a:prstGeom>
          <a:noFill/>
          <a:ln w="1905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FFFFFF"/>
              </a:solidFill>
              <a:effectLst/>
              <a:uLnTx/>
              <a:uFillTx/>
              <a:latin typeface="Calibri"/>
              <a:ea typeface="+mn-ea"/>
              <a:cs typeface="+mn-cs"/>
            </a:endParaRPr>
          </a:p>
        </p:txBody>
      </p:sp>
      <p:sp>
        <p:nvSpPr>
          <p:cNvPr id="12" name="Picture Placeholder 11"/>
          <p:cNvSpPr>
            <a:spLocks noGrp="1"/>
          </p:cNvSpPr>
          <p:nvPr>
            <p:ph type="pic" sz="quarter" idx="14" hasCustomPrompt="1"/>
          </p:nvPr>
        </p:nvSpPr>
        <p:spPr>
          <a:xfrm>
            <a:off x="1072895" y="1581215"/>
            <a:ext cx="1664208" cy="1664208"/>
          </a:xfrm>
          <a:prstGeom prst="ellipse">
            <a:avLst/>
          </a:prstGeom>
        </p:spPr>
        <p:txBody>
          <a:bodyPr anchor="ctr"/>
          <a:lstStyle>
            <a:lvl1pPr marL="0" indent="0" algn="ctr">
              <a:buNone/>
              <a:defRPr b="1">
                <a:solidFill>
                  <a:schemeClr val="bg1"/>
                </a:solidFill>
              </a:defRPr>
            </a:lvl1pPr>
          </a:lstStyle>
          <a:p>
            <a:r>
              <a:rPr lang="en-US"/>
              <a:t>PLEASE INSERT PHOTO HERE</a:t>
            </a:r>
          </a:p>
        </p:txBody>
      </p:sp>
      <p:sp>
        <p:nvSpPr>
          <p:cNvPr id="13" name="Text Placeholder 4"/>
          <p:cNvSpPr>
            <a:spLocks noGrp="1"/>
          </p:cNvSpPr>
          <p:nvPr>
            <p:ph type="body" sz="quarter" idx="15" hasCustomPrompt="1"/>
          </p:nvPr>
        </p:nvSpPr>
        <p:spPr>
          <a:xfrm>
            <a:off x="4480321" y="1437495"/>
            <a:ext cx="3993542" cy="342900"/>
          </a:xfrm>
        </p:spPr>
        <p:txBody>
          <a:bodyPr wrap="none" bIns="0">
            <a:noAutofit/>
          </a:bodyPr>
          <a:lstStyle>
            <a:lvl1pPr marL="0" indent="0">
              <a:spcBef>
                <a:spcPts val="288"/>
              </a:spcBef>
              <a:buNone/>
              <a:defRPr sz="900" b="1" i="1" cap="none" spc="100" baseline="0">
                <a:solidFill>
                  <a:schemeClr val="tx1"/>
                </a:solidFill>
              </a:defRPr>
            </a:lvl1pPr>
          </a:lstStyle>
          <a:p>
            <a:pPr lvl="0"/>
            <a:r>
              <a:rPr lang="en-US"/>
              <a:t>Please put title here</a:t>
            </a:r>
          </a:p>
        </p:txBody>
      </p:sp>
      <p:sp>
        <p:nvSpPr>
          <p:cNvPr id="15" name="Slide Number Placeholder 1"/>
          <p:cNvSpPr>
            <a:spLocks noGrp="1"/>
          </p:cNvSpPr>
          <p:nvPr>
            <p:ph type="sldNum" sz="quarter" idx="4"/>
          </p:nvPr>
        </p:nvSpPr>
        <p:spPr>
          <a:xfrm>
            <a:off x="7413441" y="4826639"/>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pPr marL="0" marR="0" lvl="0" indent="0" algn="r" defTabSz="685800" rtl="0" eaLnBrk="1" fontAlgn="auto" latinLnBrk="0" hangingPunct="1">
              <a:lnSpc>
                <a:spcPct val="100000"/>
              </a:lnSpc>
              <a:spcBef>
                <a:spcPts val="0"/>
              </a:spcBef>
              <a:spcAft>
                <a:spcPts val="0"/>
              </a:spcAft>
              <a:buClrTx/>
              <a:buSzTx/>
              <a:buFontTx/>
              <a:buNone/>
              <a:tabLst/>
              <a:defRPr/>
            </a:pPr>
            <a:fld id="{3A707DD9-E92B-45E8-BE0A-E6B2EDF345EB}" type="slidenum">
              <a:rPr kumimoji="0" lang="en-US" sz="800" b="1" i="0" u="none" strike="noStrike" kern="1200" cap="none" spc="0" normalizeH="0" baseline="0" noProof="0" smtClean="0">
                <a:ln>
                  <a:noFill/>
                </a:ln>
                <a:solidFill>
                  <a:srgbClr val="FEFEFE"/>
                </a:solidFill>
                <a:effectLst/>
                <a:uLnTx/>
                <a:uFillTx/>
                <a:latin typeface="Calibri Light"/>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a:t>
            </a:fld>
            <a:endParaRPr kumimoji="0" lang="en-US" sz="800" b="1" i="0" u="none" strike="noStrike" kern="1200" cap="none" spc="0" normalizeH="0" baseline="0" noProof="0">
              <a:ln>
                <a:noFill/>
              </a:ln>
              <a:solidFill>
                <a:srgbClr val="FEFEFE"/>
              </a:solidFill>
              <a:effectLst/>
              <a:uLnTx/>
              <a:uFillTx/>
              <a:latin typeface="Calibri Light"/>
              <a:ea typeface="+mn-ea"/>
              <a:cs typeface="+mn-cs"/>
            </a:endParaRPr>
          </a:p>
        </p:txBody>
      </p:sp>
    </p:spTree>
    <p:extLst>
      <p:ext uri="{BB962C8B-B14F-4D97-AF65-F5344CB8AC3E}">
        <p14:creationId xmlns:p14="http://schemas.microsoft.com/office/powerpoint/2010/main" val="4236528978"/>
      </p:ext>
    </p:extLst>
  </p:cSld>
  <p:clrMapOvr>
    <a:masterClrMapping/>
  </p:clrMapOvr>
  <p:extLst>
    <p:ext uri="{DCECCB84-F9BA-43D5-87BE-67443E8EF086}">
      <p15:sldGuideLst xmlns:p15="http://schemas.microsoft.com/office/powerpoint/2012/main">
        <p15:guide id="1" pos="2400">
          <p15:clr>
            <a:srgbClr val="FBAE40"/>
          </p15:clr>
        </p15:guide>
        <p15:guide id="2" orient="horz" pos="1524">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Content on Color Canvas">
    <p:bg>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bg1"/>
                </a:solidFill>
              </a:defRPr>
            </a:lvl1pPr>
          </a:lstStyle>
          <a:p>
            <a:r>
              <a:rPr lang="en-US"/>
              <a:t>Please Add Slide Headline Here</a:t>
            </a:r>
          </a:p>
        </p:txBody>
      </p:sp>
      <p:sp>
        <p:nvSpPr>
          <p:cNvPr id="6" name="Content Placeholder 5"/>
          <p:cNvSpPr>
            <a:spLocks noGrp="1"/>
          </p:cNvSpPr>
          <p:nvPr>
            <p:ph sz="quarter" idx="10" hasCustomPrompt="1"/>
          </p:nvPr>
        </p:nvSpPr>
        <p:spPr>
          <a:xfrm>
            <a:off x="357188" y="1079500"/>
            <a:ext cx="8429625" cy="3397250"/>
          </a:xfrm>
        </p:spPr>
        <p:txBody>
          <a:bodyPr/>
          <a:lstStyle>
            <a:lvl1pPr marL="171450" marR="0" indent="-171450" algn="l" defTabSz="914400" rtl="0" eaLnBrk="1" fontAlgn="auto" latinLnBrk="0" hangingPunct="1">
              <a:lnSpc>
                <a:spcPts val="1600"/>
              </a:lnSpc>
              <a:spcBef>
                <a:spcPts val="264"/>
              </a:spcBef>
              <a:spcAft>
                <a:spcPts val="300"/>
              </a:spcAft>
              <a:buClrTx/>
              <a:buSzTx/>
              <a:buFont typeface="Arial" panose="020B0604020202020204" pitchFamily="34" charset="0"/>
              <a:buChar char="•"/>
              <a:tabLst/>
              <a:defRPr>
                <a:solidFill>
                  <a:schemeClr val="bg1"/>
                </a:solidFill>
                <a:latin typeface="+mj-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 </a:t>
            </a:r>
            <a:br>
              <a:rPr lang="en-US"/>
            </a:br>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r>
              <a:rPr lang="en-US" err="1"/>
              <a:t>Aliquam</a:t>
            </a:r>
            <a:r>
              <a:rPr lang="en-US"/>
              <a:t> sit </a:t>
            </a:r>
            <a:r>
              <a:rPr lang="en-US" err="1"/>
              <a:t>amet</a:t>
            </a:r>
            <a:r>
              <a:rPr lang="en-US"/>
              <a:t> </a:t>
            </a:r>
            <a:r>
              <a:rPr lang="en-US" err="1"/>
              <a:t>leo</a:t>
            </a:r>
            <a:r>
              <a:rPr lang="en-US"/>
              <a:t> semper, </a:t>
            </a:r>
            <a:r>
              <a:rPr lang="en-US" err="1"/>
              <a:t>tincidunt</a:t>
            </a:r>
            <a:r>
              <a:rPr lang="en-US"/>
              <a:t> dolor a, </a:t>
            </a:r>
            <a:r>
              <a:rPr lang="en-US" err="1"/>
              <a:t>lobortis</a:t>
            </a:r>
            <a:r>
              <a:rPr lang="en-US"/>
              <a:t> </a:t>
            </a:r>
            <a:r>
              <a:rPr lang="en-US" err="1"/>
              <a:t>elit</a:t>
            </a:r>
            <a:r>
              <a:rPr lang="en-US"/>
              <a:t>. </a:t>
            </a:r>
            <a:r>
              <a:rPr lang="en-US" err="1"/>
              <a:t>Nulla</a:t>
            </a:r>
            <a:r>
              <a:rPr lang="en-US"/>
              <a:t> ipsum dolor, </a:t>
            </a:r>
            <a:r>
              <a:rPr lang="en-US" err="1"/>
              <a:t>condimentum</a:t>
            </a:r>
            <a:r>
              <a:rPr lang="en-US"/>
              <a:t> </a:t>
            </a:r>
            <a:br>
              <a:rPr lang="en-US"/>
            </a:br>
            <a:r>
              <a:rPr lang="en-US"/>
              <a:t>at nisi et, </a:t>
            </a:r>
            <a:r>
              <a:rPr lang="en-US" err="1"/>
              <a:t>varius</a:t>
            </a:r>
            <a:r>
              <a:rPr lang="en-US"/>
              <a:t> </a:t>
            </a:r>
            <a:r>
              <a:rPr lang="en-US" err="1"/>
              <a:t>lobortis</a:t>
            </a:r>
            <a:r>
              <a:rPr lang="en-US"/>
              <a:t> </a:t>
            </a:r>
            <a:r>
              <a:rPr lang="en-US" err="1"/>
              <a:t>lectus</a:t>
            </a:r>
            <a:r>
              <a:rPr lang="en-US"/>
              <a:t>. </a:t>
            </a:r>
            <a:r>
              <a:rPr lang="en-US" err="1"/>
              <a:t>Fusce</a:t>
            </a:r>
            <a:r>
              <a:rPr lang="en-US"/>
              <a:t> </a:t>
            </a:r>
            <a:r>
              <a:rPr lang="en-US" err="1"/>
              <a:t>fermentum</a:t>
            </a:r>
            <a:r>
              <a:rPr lang="en-US"/>
              <a:t> </a:t>
            </a:r>
            <a:r>
              <a:rPr lang="en-US" err="1"/>
              <a:t>bibendum</a:t>
            </a:r>
            <a:r>
              <a:rPr lang="en-US"/>
              <a:t> </a:t>
            </a:r>
            <a:r>
              <a:rPr lang="en-US" err="1"/>
              <a:t>varius</a:t>
            </a:r>
            <a:r>
              <a:rPr lang="en-US"/>
              <a:t>. </a:t>
            </a: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r>
              <a:rPr lang="en-US"/>
              <a:t> </a:t>
            </a:r>
            <a:br>
              <a:rPr lang="en-US"/>
            </a:br>
            <a:r>
              <a:rPr lang="en-US"/>
              <a:t>fames ac </a:t>
            </a:r>
            <a:r>
              <a:rPr lang="en-US" err="1"/>
              <a:t>turpis</a:t>
            </a:r>
            <a:r>
              <a:rPr lang="en-US"/>
              <a:t> </a:t>
            </a:r>
            <a:r>
              <a:rPr lang="en-US" err="1"/>
              <a:t>egestas</a:t>
            </a:r>
            <a:r>
              <a:rPr lang="en-US"/>
              <a:t>.</a:t>
            </a:r>
          </a:p>
          <a:p>
            <a:pPr marL="171450" marR="0" lvl="0" indent="-171450" algn="l" defTabSz="914400" rtl="0" eaLnBrk="1" fontAlgn="auto" latinLnBrk="0" hangingPunct="1">
              <a:lnSpc>
                <a:spcPts val="1600"/>
              </a:lnSpc>
              <a:spcBef>
                <a:spcPts val="264"/>
              </a:spcBef>
              <a:spcAft>
                <a:spcPts val="300"/>
              </a:spcAft>
              <a:buClrTx/>
              <a:buSzTx/>
              <a:tabLst/>
              <a:defRPr/>
            </a:pPr>
            <a:r>
              <a:rPr lang="en-US" sz="1100">
                <a:latin typeface="+mj-lt"/>
              </a:rPr>
              <a:t>In </a:t>
            </a:r>
            <a:r>
              <a:rPr lang="en-US" sz="1100" err="1">
                <a:latin typeface="+mj-lt"/>
              </a:rPr>
              <a:t>egestas</a:t>
            </a:r>
            <a:r>
              <a:rPr lang="en-US" sz="1100">
                <a:latin typeface="+mj-lt"/>
              </a:rPr>
              <a:t> </a:t>
            </a:r>
            <a:r>
              <a:rPr lang="en-US" sz="1100" err="1">
                <a:latin typeface="+mj-lt"/>
              </a:rPr>
              <a:t>orci</a:t>
            </a:r>
            <a:r>
              <a:rPr lang="en-US" sz="1100">
                <a:latin typeface="+mj-lt"/>
              </a:rPr>
              <a:t> </a:t>
            </a:r>
            <a:r>
              <a:rPr lang="en-US" sz="1100" err="1">
                <a:latin typeface="+mj-lt"/>
              </a:rPr>
              <a:t>eu</a:t>
            </a:r>
            <a:r>
              <a:rPr lang="en-US" sz="1100">
                <a:latin typeface="+mj-lt"/>
              </a:rPr>
              <a:t> </a:t>
            </a:r>
            <a:r>
              <a:rPr lang="en-US" sz="1100" err="1">
                <a:latin typeface="+mj-lt"/>
              </a:rPr>
              <a:t>lacinia</a:t>
            </a:r>
            <a:r>
              <a:rPr lang="en-US" sz="1100">
                <a:latin typeface="+mj-lt"/>
              </a:rPr>
              <a:t> </a:t>
            </a:r>
            <a:r>
              <a:rPr lang="en-US" sz="1100" err="1">
                <a:latin typeface="+mj-lt"/>
              </a:rPr>
              <a:t>consectetur</a:t>
            </a:r>
            <a:r>
              <a:rPr lang="en-US" sz="1100">
                <a:latin typeface="+mj-lt"/>
              </a:rPr>
              <a:t>. In dolor ipsum, gravida et </a:t>
            </a:r>
            <a:r>
              <a:rPr lang="en-US" sz="1100" err="1">
                <a:latin typeface="+mj-lt"/>
              </a:rPr>
              <a:t>sagittis</a:t>
            </a:r>
            <a:r>
              <a:rPr lang="en-US" sz="1100">
                <a:latin typeface="+mj-lt"/>
              </a:rPr>
              <a:t> id, </a:t>
            </a:r>
            <a:r>
              <a:rPr lang="en-US" sz="1100" err="1">
                <a:latin typeface="+mj-lt"/>
              </a:rPr>
              <a:t>sollicitudin</a:t>
            </a:r>
            <a:r>
              <a:rPr lang="en-US" sz="1100">
                <a:latin typeface="+mj-lt"/>
              </a:rPr>
              <a:t> </a:t>
            </a:r>
            <a:r>
              <a:rPr lang="en-US" sz="1100" err="1">
                <a:latin typeface="+mj-lt"/>
              </a:rPr>
              <a:t>ut</a:t>
            </a:r>
            <a:r>
              <a:rPr lang="en-US" sz="1100">
                <a:latin typeface="+mj-lt"/>
              </a:rPr>
              <a:t> </a:t>
            </a:r>
            <a:r>
              <a:rPr lang="en-US" sz="1100" err="1">
                <a:latin typeface="+mj-lt"/>
              </a:rPr>
              <a:t>nisl</a:t>
            </a:r>
            <a:r>
              <a:rPr lang="en-US" sz="1100">
                <a:latin typeface="+mj-lt"/>
              </a:rPr>
              <a:t>. </a:t>
            </a:r>
            <a:r>
              <a:rPr lang="en-US" sz="1100" err="1">
                <a:latin typeface="+mj-lt"/>
              </a:rPr>
              <a:t>Praesent</a:t>
            </a:r>
            <a:r>
              <a:rPr lang="en-US" sz="1100">
                <a:latin typeface="+mj-lt"/>
              </a:rPr>
              <a:t> </a:t>
            </a:r>
            <a:r>
              <a:rPr lang="en-US" sz="1100" err="1">
                <a:latin typeface="+mj-lt"/>
              </a:rPr>
              <a:t>bibendum</a:t>
            </a:r>
            <a:r>
              <a:rPr lang="en-US" sz="1100">
                <a:latin typeface="+mj-lt"/>
              </a:rPr>
              <a:t> tempus </a:t>
            </a:r>
            <a:r>
              <a:rPr lang="en-US" sz="1100" err="1">
                <a:latin typeface="+mj-lt"/>
              </a:rPr>
              <a:t>tellus</a:t>
            </a:r>
            <a:r>
              <a:rPr lang="en-US" sz="1100">
                <a:latin typeface="+mj-lt"/>
              </a:rPr>
              <a:t> </a:t>
            </a:r>
            <a:r>
              <a:rPr lang="en-US" sz="1100" err="1">
                <a:latin typeface="+mj-lt"/>
              </a:rPr>
              <a:t>nec</a:t>
            </a:r>
            <a:r>
              <a:rPr lang="en-US" sz="1100">
                <a:latin typeface="+mj-lt"/>
              </a:rPr>
              <a:t> </a:t>
            </a:r>
            <a:r>
              <a:rPr lang="en-US" sz="1100" err="1">
                <a:latin typeface="+mj-lt"/>
              </a:rPr>
              <a:t>hendrerit</a:t>
            </a:r>
            <a:r>
              <a:rPr lang="en-US" sz="1100">
                <a:latin typeface="+mj-lt"/>
              </a:rPr>
              <a:t>. Nam in </a:t>
            </a:r>
            <a:r>
              <a:rPr lang="en-US" sz="1100" err="1">
                <a:latin typeface="+mj-lt"/>
              </a:rPr>
              <a:t>tempor</a:t>
            </a:r>
            <a:r>
              <a:rPr lang="en-US" sz="1100">
                <a:latin typeface="+mj-lt"/>
              </a:rPr>
              <a:t> </a:t>
            </a:r>
            <a:r>
              <a:rPr lang="en-US" sz="1100" err="1">
                <a:latin typeface="+mj-lt"/>
              </a:rPr>
              <a:t>metus</a:t>
            </a:r>
            <a:r>
              <a:rPr lang="en-US" sz="1100">
                <a:latin typeface="+mj-lt"/>
              </a:rPr>
              <a:t>, ac </a:t>
            </a:r>
            <a:r>
              <a:rPr lang="en-US" sz="1100" err="1">
                <a:latin typeface="+mj-lt"/>
              </a:rPr>
              <a:t>finibus</a:t>
            </a:r>
            <a:r>
              <a:rPr lang="en-US" sz="1100">
                <a:latin typeface="+mj-lt"/>
              </a:rPr>
              <a:t> </a:t>
            </a:r>
            <a:r>
              <a:rPr lang="en-US" sz="1100" err="1">
                <a:latin typeface="+mj-lt"/>
              </a:rPr>
              <a:t>purus</a:t>
            </a:r>
            <a:r>
              <a:rPr lang="en-US" sz="1100">
                <a:latin typeface="+mj-lt"/>
              </a:rPr>
              <a:t>. </a:t>
            </a:r>
            <a:r>
              <a:rPr lang="en-US" sz="1100" err="1">
                <a:latin typeface="+mj-lt"/>
              </a:rPr>
              <a:t>Praesent</a:t>
            </a:r>
            <a:r>
              <a:rPr lang="en-US" sz="1100">
                <a:latin typeface="+mj-lt"/>
              </a:rPr>
              <a:t> </a:t>
            </a:r>
            <a:r>
              <a:rPr lang="en-US" sz="1100" err="1">
                <a:latin typeface="+mj-lt"/>
              </a:rPr>
              <a:t>consequat</a:t>
            </a:r>
            <a:r>
              <a:rPr lang="en-US" sz="1100">
                <a:latin typeface="+mj-lt"/>
              </a:rPr>
              <a:t> </a:t>
            </a:r>
            <a:r>
              <a:rPr lang="en-US" sz="1100" err="1">
                <a:latin typeface="+mj-lt"/>
              </a:rPr>
              <a:t>lectus</a:t>
            </a:r>
            <a:r>
              <a:rPr lang="en-US" sz="1100">
                <a:latin typeface="+mj-lt"/>
              </a:rPr>
              <a:t> sit </a:t>
            </a:r>
            <a:r>
              <a:rPr lang="en-US" sz="1100" err="1">
                <a:latin typeface="+mj-lt"/>
              </a:rPr>
              <a:t>amet</a:t>
            </a:r>
            <a:r>
              <a:rPr lang="en-US" sz="1100">
                <a:latin typeface="+mj-lt"/>
              </a:rPr>
              <a:t> </a:t>
            </a:r>
            <a:r>
              <a:rPr lang="en-US" sz="1100" err="1">
                <a:latin typeface="+mj-lt"/>
              </a:rPr>
              <a:t>tortor</a:t>
            </a:r>
            <a:r>
              <a:rPr lang="en-US" sz="1100">
                <a:latin typeface="+mj-lt"/>
              </a:rPr>
              <a:t> pharetra, </a:t>
            </a:r>
            <a:r>
              <a:rPr lang="en-US" sz="1100" err="1">
                <a:latin typeface="+mj-lt"/>
              </a:rPr>
              <a:t>sed</a:t>
            </a:r>
            <a:r>
              <a:rPr lang="en-US" sz="1100">
                <a:latin typeface="+mj-lt"/>
              </a:rPr>
              <a:t> </a:t>
            </a:r>
            <a:r>
              <a:rPr lang="en-US" sz="1100" err="1">
                <a:latin typeface="+mj-lt"/>
              </a:rPr>
              <a:t>venenatis</a:t>
            </a:r>
            <a:r>
              <a:rPr lang="en-US" sz="1100">
                <a:latin typeface="+mj-lt"/>
              </a:rPr>
              <a:t> </a:t>
            </a:r>
            <a:r>
              <a:rPr lang="en-US" sz="1100" err="1">
                <a:latin typeface="+mj-lt"/>
              </a:rPr>
              <a:t>eros</a:t>
            </a:r>
            <a:r>
              <a:rPr lang="en-US" sz="1100">
                <a:latin typeface="+mj-lt"/>
              </a:rPr>
              <a:t> </a:t>
            </a:r>
            <a:r>
              <a:rPr lang="en-US" sz="1100" err="1">
                <a:latin typeface="+mj-lt"/>
              </a:rPr>
              <a:t>lacinia</a:t>
            </a:r>
            <a:r>
              <a:rPr lang="en-US" sz="1100">
                <a:latin typeface="+mj-lt"/>
              </a:rPr>
              <a:t>. In </a:t>
            </a:r>
            <a:r>
              <a:rPr lang="en-US" sz="1100" err="1">
                <a:latin typeface="+mj-lt"/>
              </a:rPr>
              <a:t>sed</a:t>
            </a:r>
            <a:r>
              <a:rPr lang="en-US" sz="1100">
                <a:latin typeface="+mj-lt"/>
              </a:rPr>
              <a:t> </a:t>
            </a:r>
            <a:r>
              <a:rPr lang="en-US" sz="1100" err="1">
                <a:latin typeface="+mj-lt"/>
              </a:rPr>
              <a:t>erat</a:t>
            </a:r>
            <a:r>
              <a:rPr lang="en-US" sz="1100">
                <a:latin typeface="+mj-lt"/>
              </a:rPr>
              <a:t> libero. </a:t>
            </a:r>
            <a:r>
              <a:rPr lang="en-US" sz="1100" err="1">
                <a:latin typeface="+mj-lt"/>
              </a:rPr>
              <a:t>Sed</a:t>
            </a:r>
            <a:r>
              <a:rPr lang="en-US" sz="1100">
                <a:latin typeface="+mj-lt"/>
              </a:rPr>
              <a:t> lorem </a:t>
            </a:r>
            <a:r>
              <a:rPr lang="en-US" sz="1100" err="1">
                <a:latin typeface="+mj-lt"/>
              </a:rPr>
              <a:t>neque</a:t>
            </a:r>
            <a:r>
              <a:rPr lang="en-US" sz="1100">
                <a:latin typeface="+mj-lt"/>
              </a:rPr>
              <a:t>, </a:t>
            </a:r>
            <a:r>
              <a:rPr lang="en-US" sz="1100" err="1">
                <a:latin typeface="+mj-lt"/>
              </a:rPr>
              <a:t>commodo</a:t>
            </a:r>
            <a:r>
              <a:rPr lang="en-US" sz="1100">
                <a:latin typeface="+mj-lt"/>
              </a:rPr>
              <a:t> vitae ex at, pharetra convallis </a:t>
            </a:r>
            <a:r>
              <a:rPr lang="en-US" sz="1100" err="1">
                <a:latin typeface="+mj-lt"/>
              </a:rPr>
              <a:t>nunc</a:t>
            </a:r>
            <a:r>
              <a:rPr lang="en-US" sz="1100">
                <a:latin typeface="+mj-lt"/>
              </a:rPr>
              <a:t>. In </a:t>
            </a:r>
            <a:r>
              <a:rPr lang="en-US" sz="1100" err="1">
                <a:latin typeface="+mj-lt"/>
              </a:rPr>
              <a:t>vehicula</a:t>
            </a:r>
            <a:r>
              <a:rPr lang="en-US" sz="1100">
                <a:latin typeface="+mj-lt"/>
              </a:rPr>
              <a:t> </a:t>
            </a:r>
            <a:r>
              <a:rPr lang="en-US" sz="1100" err="1">
                <a:latin typeface="+mj-lt"/>
              </a:rPr>
              <a:t>mauris</a:t>
            </a:r>
            <a:r>
              <a:rPr lang="en-US" sz="1100">
                <a:latin typeface="+mj-lt"/>
              </a:rPr>
              <a:t> ligula. </a:t>
            </a:r>
            <a:r>
              <a:rPr lang="en-US" sz="1100" err="1">
                <a:latin typeface="+mj-lt"/>
              </a:rPr>
              <a:t>Suspendisse</a:t>
            </a:r>
            <a:r>
              <a:rPr lang="en-US" sz="1100">
                <a:latin typeface="+mj-lt"/>
              </a:rPr>
              <a:t> in </a:t>
            </a:r>
            <a:r>
              <a:rPr lang="en-US" sz="1100" err="1">
                <a:latin typeface="+mj-lt"/>
              </a:rPr>
              <a:t>tellus</a:t>
            </a:r>
            <a:r>
              <a:rPr lang="en-US" sz="1100">
                <a:latin typeface="+mj-lt"/>
              </a:rPr>
              <a:t> </a:t>
            </a:r>
            <a:r>
              <a:rPr lang="en-US" sz="1100" err="1">
                <a:latin typeface="+mj-lt"/>
              </a:rPr>
              <a:t>congue</a:t>
            </a:r>
            <a:r>
              <a:rPr lang="en-US" sz="1100">
                <a:latin typeface="+mj-lt"/>
              </a:rPr>
              <a:t> </a:t>
            </a:r>
            <a:r>
              <a:rPr lang="en-US" sz="1100" err="1">
                <a:latin typeface="+mj-lt"/>
              </a:rPr>
              <a:t>odio</a:t>
            </a:r>
            <a:r>
              <a:rPr lang="en-US" sz="1100">
                <a:latin typeface="+mj-lt"/>
              </a:rPr>
              <a:t> pharetra </a:t>
            </a:r>
            <a:r>
              <a:rPr lang="en-US" sz="1100" err="1">
                <a:latin typeface="+mj-lt"/>
              </a:rPr>
              <a:t>finibus</a:t>
            </a:r>
            <a:r>
              <a:rPr lang="en-US" sz="1100">
                <a:latin typeface="+mj-lt"/>
              </a:rPr>
              <a:t>. Nam </a:t>
            </a:r>
            <a:r>
              <a:rPr lang="en-US" sz="1100" err="1">
                <a:latin typeface="+mj-lt"/>
              </a:rPr>
              <a:t>vel</a:t>
            </a:r>
            <a:r>
              <a:rPr lang="en-US" sz="1100">
                <a:latin typeface="+mj-lt"/>
              </a:rPr>
              <a:t> </a:t>
            </a:r>
            <a:r>
              <a:rPr lang="en-US" sz="1100" err="1">
                <a:latin typeface="+mj-lt"/>
              </a:rPr>
              <a:t>auctor</a:t>
            </a:r>
            <a:r>
              <a:rPr lang="en-US" sz="1100">
                <a:latin typeface="+mj-lt"/>
              </a:rPr>
              <a:t> </a:t>
            </a:r>
            <a:r>
              <a:rPr lang="en-US" sz="1100" err="1">
                <a:latin typeface="+mj-lt"/>
              </a:rPr>
              <a:t>justo</a:t>
            </a:r>
            <a:r>
              <a:rPr lang="en-US" sz="1100">
                <a:latin typeface="+mj-lt"/>
              </a:rPr>
              <a:t>, vitae </a:t>
            </a:r>
            <a:r>
              <a:rPr lang="en-US" sz="1100" err="1">
                <a:latin typeface="+mj-lt"/>
              </a:rPr>
              <a:t>hendrerit</a:t>
            </a:r>
            <a:r>
              <a:rPr lang="en-US" sz="1100">
                <a:latin typeface="+mj-lt"/>
              </a:rPr>
              <a:t> </a:t>
            </a:r>
            <a:r>
              <a:rPr lang="en-US" sz="1100" err="1">
                <a:latin typeface="+mj-lt"/>
              </a:rPr>
              <a:t>orci</a:t>
            </a:r>
            <a:r>
              <a:rPr lang="en-US" sz="1100">
                <a:latin typeface="+mj-lt"/>
              </a:rPr>
              <a:t>. </a:t>
            </a:r>
            <a:r>
              <a:rPr lang="en-US" sz="1100" err="1">
                <a:latin typeface="+mj-lt"/>
              </a:rPr>
              <a:t>Duis</a:t>
            </a:r>
            <a:r>
              <a:rPr lang="en-US" sz="1100">
                <a:latin typeface="+mj-lt"/>
              </a:rPr>
              <a:t> </a:t>
            </a:r>
            <a:r>
              <a:rPr lang="en-US" sz="1100" err="1">
                <a:latin typeface="+mj-lt"/>
              </a:rPr>
              <a:t>nec</a:t>
            </a:r>
            <a:r>
              <a:rPr lang="en-US" sz="1100">
                <a:latin typeface="+mj-lt"/>
              </a:rPr>
              <a:t> </a:t>
            </a:r>
            <a:r>
              <a:rPr lang="en-US" sz="1100" err="1">
                <a:latin typeface="+mj-lt"/>
              </a:rPr>
              <a:t>sapien</a:t>
            </a:r>
            <a:r>
              <a:rPr lang="en-US" sz="1100">
                <a:latin typeface="+mj-lt"/>
              </a:rPr>
              <a:t> </a:t>
            </a:r>
            <a:r>
              <a:rPr lang="en-US" sz="1100" err="1">
                <a:latin typeface="+mj-lt"/>
              </a:rPr>
              <a:t>viverra</a:t>
            </a:r>
            <a:r>
              <a:rPr lang="en-US" sz="1100">
                <a:latin typeface="+mj-lt"/>
              </a:rPr>
              <a:t>, </a:t>
            </a:r>
            <a:r>
              <a:rPr lang="en-US" sz="1100" err="1">
                <a:latin typeface="+mj-lt"/>
              </a:rPr>
              <a:t>bibendum</a:t>
            </a:r>
            <a:r>
              <a:rPr lang="en-US" sz="1100">
                <a:latin typeface="+mj-lt"/>
              </a:rPr>
              <a:t> </a:t>
            </a:r>
            <a:r>
              <a:rPr lang="en-US" sz="1100" err="1">
                <a:latin typeface="+mj-lt"/>
              </a:rPr>
              <a:t>tellus</a:t>
            </a:r>
            <a:r>
              <a:rPr lang="en-US" sz="1100">
                <a:latin typeface="+mj-lt"/>
              </a:rPr>
              <a:t> </a:t>
            </a:r>
            <a:r>
              <a:rPr lang="en-US" sz="1100" err="1">
                <a:latin typeface="+mj-lt"/>
              </a:rPr>
              <a:t>eget</a:t>
            </a:r>
            <a:r>
              <a:rPr lang="en-US" sz="1100">
                <a:latin typeface="+mj-lt"/>
              </a:rPr>
              <a:t>, </a:t>
            </a:r>
            <a:r>
              <a:rPr lang="en-US" sz="1100" err="1">
                <a:latin typeface="+mj-lt"/>
              </a:rPr>
              <a:t>pellentesque</a:t>
            </a:r>
            <a:r>
              <a:rPr lang="en-US" sz="1100">
                <a:latin typeface="+mj-lt"/>
              </a:rPr>
              <a:t> </a:t>
            </a:r>
            <a:r>
              <a:rPr lang="en-US" sz="1100" err="1">
                <a:latin typeface="+mj-lt"/>
              </a:rPr>
              <a:t>massa</a:t>
            </a:r>
            <a:r>
              <a:rPr lang="en-US" sz="1100">
                <a:latin typeface="+mj-lt"/>
              </a:rPr>
              <a:t>. </a:t>
            </a:r>
            <a:r>
              <a:rPr lang="en-US" sz="1100" err="1">
                <a:latin typeface="+mj-lt"/>
              </a:rPr>
              <a:t>Nulla</a:t>
            </a:r>
            <a:r>
              <a:rPr lang="en-US" sz="1100">
                <a:latin typeface="+mj-lt"/>
              </a:rPr>
              <a:t> </a:t>
            </a:r>
            <a:r>
              <a:rPr lang="en-US" sz="1100" err="1">
                <a:latin typeface="+mj-lt"/>
              </a:rPr>
              <a:t>feugiat</a:t>
            </a:r>
            <a:r>
              <a:rPr lang="en-US" sz="1100">
                <a:latin typeface="+mj-lt"/>
              </a:rPr>
              <a:t>, </a:t>
            </a:r>
            <a:r>
              <a:rPr lang="en-US" sz="1100" err="1">
                <a:latin typeface="+mj-lt"/>
              </a:rPr>
              <a:t>turpis</a:t>
            </a:r>
            <a:r>
              <a:rPr lang="en-US" sz="1100">
                <a:latin typeface="+mj-lt"/>
              </a:rPr>
              <a:t> et </a:t>
            </a:r>
            <a:r>
              <a:rPr lang="en-US" sz="1100" err="1">
                <a:latin typeface="+mj-lt"/>
              </a:rPr>
              <a:t>posuere</a:t>
            </a:r>
            <a:r>
              <a:rPr lang="en-US" sz="1100">
                <a:latin typeface="+mj-lt"/>
              </a:rPr>
              <a:t> </a:t>
            </a:r>
            <a:r>
              <a:rPr lang="en-US" sz="1100" err="1">
                <a:latin typeface="+mj-lt"/>
              </a:rPr>
              <a:t>viverra</a:t>
            </a:r>
            <a:r>
              <a:rPr lang="en-US" sz="1100">
                <a:latin typeface="+mj-lt"/>
              </a:rPr>
              <a:t>, ipsum </a:t>
            </a:r>
            <a:r>
              <a:rPr lang="en-US" sz="1100" err="1">
                <a:latin typeface="+mj-lt"/>
              </a:rPr>
              <a:t>sem</a:t>
            </a:r>
            <a:r>
              <a:rPr lang="en-US" sz="1100">
                <a:latin typeface="+mj-lt"/>
              </a:rPr>
              <a:t> </a:t>
            </a:r>
            <a:r>
              <a:rPr lang="en-US" sz="1100" err="1">
                <a:latin typeface="+mj-lt"/>
              </a:rPr>
              <a:t>tincidunt</a:t>
            </a:r>
            <a:r>
              <a:rPr lang="en-US" sz="1100">
                <a:latin typeface="+mj-lt"/>
              </a:rPr>
              <a:t> </a:t>
            </a:r>
            <a:r>
              <a:rPr lang="en-US" sz="1100" err="1">
                <a:latin typeface="+mj-lt"/>
              </a:rPr>
              <a:t>est</a:t>
            </a:r>
            <a:r>
              <a:rPr lang="en-US" sz="1100">
                <a:latin typeface="+mj-lt"/>
              </a:rPr>
              <a:t>, </a:t>
            </a:r>
            <a:r>
              <a:rPr lang="en-US" sz="1100" err="1">
                <a:latin typeface="+mj-lt"/>
              </a:rPr>
              <a:t>finibus</a:t>
            </a:r>
            <a:r>
              <a:rPr lang="en-US" sz="1100">
                <a:latin typeface="+mj-lt"/>
              </a:rPr>
              <a:t> </a:t>
            </a:r>
            <a:r>
              <a:rPr lang="en-US" sz="1100" err="1">
                <a:latin typeface="+mj-lt"/>
              </a:rPr>
              <a:t>tempor</a:t>
            </a:r>
            <a:r>
              <a:rPr lang="en-US" sz="1100">
                <a:latin typeface="+mj-lt"/>
              </a:rPr>
              <a:t> </a:t>
            </a:r>
            <a:r>
              <a:rPr lang="en-US" sz="1100" err="1">
                <a:latin typeface="+mj-lt"/>
              </a:rPr>
              <a:t>nibh</a:t>
            </a:r>
            <a:r>
              <a:rPr lang="en-US" sz="1100">
                <a:latin typeface="+mj-lt"/>
              </a:rPr>
              <a:t> ante semper diam. </a:t>
            </a:r>
            <a:r>
              <a:rPr lang="en-US" sz="1100" err="1">
                <a:latin typeface="+mj-lt"/>
              </a:rPr>
              <a:t>Nullam</a:t>
            </a:r>
            <a:r>
              <a:rPr lang="en-US" sz="1100">
                <a:latin typeface="+mj-lt"/>
              </a:rPr>
              <a:t> </a:t>
            </a:r>
            <a:r>
              <a:rPr lang="en-US" sz="1100" err="1">
                <a:latin typeface="+mj-lt"/>
              </a:rPr>
              <a:t>quis</a:t>
            </a:r>
            <a:r>
              <a:rPr lang="en-US" sz="1100">
                <a:latin typeface="+mj-lt"/>
              </a:rPr>
              <a:t> </a:t>
            </a:r>
            <a:r>
              <a:rPr lang="en-US" sz="1100" err="1">
                <a:latin typeface="+mj-lt"/>
              </a:rPr>
              <a:t>euismod</a:t>
            </a:r>
            <a:r>
              <a:rPr lang="en-US" sz="1100">
                <a:latin typeface="+mj-lt"/>
              </a:rPr>
              <a:t> </a:t>
            </a:r>
            <a:r>
              <a:rPr lang="en-US" sz="1100" err="1">
                <a:latin typeface="+mj-lt"/>
              </a:rPr>
              <a:t>neque</a:t>
            </a:r>
            <a:r>
              <a:rPr lang="en-US" sz="1100">
                <a:latin typeface="+mj-lt"/>
              </a:rPr>
              <a:t>, </a:t>
            </a:r>
            <a:r>
              <a:rPr lang="en-US" sz="1100" err="1">
                <a:latin typeface="+mj-lt"/>
              </a:rPr>
              <a:t>nec</a:t>
            </a:r>
            <a:r>
              <a:rPr lang="en-US" sz="1100">
                <a:latin typeface="+mj-lt"/>
              </a:rPr>
              <a:t> </a:t>
            </a:r>
            <a:r>
              <a:rPr lang="en-US" sz="1100" err="1">
                <a:latin typeface="+mj-lt"/>
              </a:rPr>
              <a:t>facilisis</a:t>
            </a:r>
            <a:r>
              <a:rPr lang="en-US" sz="1100">
                <a:latin typeface="+mj-lt"/>
              </a:rPr>
              <a:t> sem. </a:t>
            </a:r>
            <a:r>
              <a:rPr lang="en-US" sz="1100" err="1">
                <a:latin typeface="+mj-lt"/>
              </a:rPr>
              <a:t>Morbi</a:t>
            </a:r>
            <a:r>
              <a:rPr lang="en-US" sz="1100">
                <a:latin typeface="+mj-lt"/>
              </a:rPr>
              <a:t> </a:t>
            </a:r>
            <a:r>
              <a:rPr lang="en-US" sz="1100" err="1">
                <a:latin typeface="+mj-lt"/>
              </a:rPr>
              <a:t>egestas</a:t>
            </a:r>
            <a:r>
              <a:rPr lang="en-US" sz="1100">
                <a:latin typeface="+mj-lt"/>
              </a:rPr>
              <a:t> </a:t>
            </a:r>
            <a:r>
              <a:rPr lang="en-US" sz="1100" err="1">
                <a:latin typeface="+mj-lt"/>
              </a:rPr>
              <a:t>iaculis</a:t>
            </a:r>
            <a:r>
              <a:rPr lang="en-US" sz="1100">
                <a:latin typeface="+mj-lt"/>
              </a:rPr>
              <a:t> </a:t>
            </a:r>
            <a:r>
              <a:rPr lang="en-US" sz="1100" err="1">
                <a:latin typeface="+mj-lt"/>
              </a:rPr>
              <a:t>dignissim</a:t>
            </a:r>
            <a:r>
              <a:rPr lang="en-US" sz="1100">
                <a:latin typeface="+mj-lt"/>
              </a:rPr>
              <a:t>. In </a:t>
            </a:r>
            <a:r>
              <a:rPr lang="en-US" sz="1100" err="1">
                <a:latin typeface="+mj-lt"/>
              </a:rPr>
              <a:t>accumsan</a:t>
            </a:r>
            <a:r>
              <a:rPr lang="en-US" sz="1100">
                <a:latin typeface="+mj-lt"/>
              </a:rPr>
              <a:t> </a:t>
            </a:r>
            <a:r>
              <a:rPr lang="en-US" sz="1100" err="1">
                <a:latin typeface="+mj-lt"/>
              </a:rPr>
              <a:t>tortor</a:t>
            </a:r>
            <a:r>
              <a:rPr lang="en-US" sz="1100">
                <a:latin typeface="+mj-lt"/>
              </a:rPr>
              <a:t> </a:t>
            </a:r>
            <a:r>
              <a:rPr lang="en-US" sz="1100" err="1">
                <a:latin typeface="+mj-lt"/>
              </a:rPr>
              <a:t>elit</a:t>
            </a:r>
            <a:r>
              <a:rPr lang="en-US" sz="1100">
                <a:latin typeface="+mj-lt"/>
              </a:rPr>
              <a:t>, non </a:t>
            </a:r>
            <a:r>
              <a:rPr lang="en-US" sz="1100" err="1">
                <a:latin typeface="+mj-lt"/>
              </a:rPr>
              <a:t>euismod</a:t>
            </a:r>
            <a:r>
              <a:rPr lang="en-US" sz="1100">
                <a:latin typeface="+mj-lt"/>
              </a:rPr>
              <a:t> </a:t>
            </a:r>
            <a:r>
              <a:rPr lang="en-US" sz="1100" err="1">
                <a:latin typeface="+mj-lt"/>
              </a:rPr>
              <a:t>eros</a:t>
            </a:r>
            <a:r>
              <a:rPr lang="en-US" sz="1100">
                <a:latin typeface="+mj-lt"/>
              </a:rPr>
              <a:t> </a:t>
            </a:r>
            <a:r>
              <a:rPr lang="en-US" sz="1100" err="1">
                <a:latin typeface="+mj-lt"/>
              </a:rPr>
              <a:t>accumsan</a:t>
            </a:r>
            <a:r>
              <a:rPr lang="en-US" sz="1100">
                <a:latin typeface="+mj-lt"/>
              </a:rPr>
              <a:t> ac. </a:t>
            </a:r>
            <a:r>
              <a:rPr lang="en-US" sz="1100" err="1">
                <a:latin typeface="+mj-lt"/>
              </a:rPr>
              <a:t>Sed</a:t>
            </a:r>
            <a:r>
              <a:rPr lang="en-US" sz="1100">
                <a:latin typeface="+mj-lt"/>
              </a:rPr>
              <a:t> </a:t>
            </a:r>
            <a:r>
              <a:rPr lang="en-US" sz="1100" err="1">
                <a:latin typeface="+mj-lt"/>
              </a:rPr>
              <a:t>ultrices</a:t>
            </a:r>
            <a:r>
              <a:rPr lang="en-US" sz="1100">
                <a:latin typeface="+mj-lt"/>
              </a:rPr>
              <a:t> mi lorem, </a:t>
            </a:r>
            <a:r>
              <a:rPr lang="en-US" sz="1100" err="1">
                <a:latin typeface="+mj-lt"/>
              </a:rPr>
              <a:t>ut</a:t>
            </a:r>
            <a:r>
              <a:rPr lang="en-US" sz="1100">
                <a:latin typeface="+mj-lt"/>
              </a:rPr>
              <a:t> </a:t>
            </a:r>
            <a:r>
              <a:rPr lang="en-US" sz="1100" err="1">
                <a:latin typeface="+mj-lt"/>
              </a:rPr>
              <a:t>dignissim</a:t>
            </a:r>
            <a:r>
              <a:rPr lang="en-US" sz="1100">
                <a:latin typeface="+mj-lt"/>
              </a:rPr>
              <a:t> </a:t>
            </a:r>
            <a:r>
              <a:rPr lang="en-US" sz="1100" err="1">
                <a:latin typeface="+mj-lt"/>
              </a:rPr>
              <a:t>nibh</a:t>
            </a:r>
            <a:r>
              <a:rPr lang="en-US" sz="1100">
                <a:latin typeface="+mj-lt"/>
              </a:rPr>
              <a:t> </a:t>
            </a:r>
            <a:r>
              <a:rPr lang="en-US" sz="1100" err="1">
                <a:latin typeface="+mj-lt"/>
              </a:rPr>
              <a:t>facilisis</a:t>
            </a:r>
            <a:r>
              <a:rPr lang="en-US" sz="1100">
                <a:latin typeface="+mj-lt"/>
              </a:rPr>
              <a:t> vel.</a:t>
            </a:r>
          </a:p>
        </p:txBody>
      </p:sp>
      <p:cxnSp>
        <p:nvCxnSpPr>
          <p:cNvPr id="4" name="Straight Connector 3"/>
          <p:cNvCxnSpPr/>
          <p:nvPr userDrawn="1"/>
        </p:nvCxnSpPr>
        <p:spPr>
          <a:xfrm>
            <a:off x="294409" y="716437"/>
            <a:ext cx="8555182"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7" name="Slide Number Placeholder 1"/>
          <p:cNvSpPr>
            <a:spLocks noGrp="1"/>
          </p:cNvSpPr>
          <p:nvPr>
            <p:ph type="sldNum" sz="quarter" idx="4"/>
          </p:nvPr>
        </p:nvSpPr>
        <p:spPr>
          <a:xfrm>
            <a:off x="7413441" y="4826639"/>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pPr marL="0" marR="0" lvl="0" indent="0" algn="r" defTabSz="685800" rtl="0" eaLnBrk="1" fontAlgn="auto" latinLnBrk="0" hangingPunct="1">
              <a:lnSpc>
                <a:spcPct val="100000"/>
              </a:lnSpc>
              <a:spcBef>
                <a:spcPts val="0"/>
              </a:spcBef>
              <a:spcAft>
                <a:spcPts val="0"/>
              </a:spcAft>
              <a:buClrTx/>
              <a:buSzTx/>
              <a:buFontTx/>
              <a:buNone/>
              <a:tabLst/>
              <a:defRPr/>
            </a:pPr>
            <a:fld id="{3A707DD9-E92B-45E8-BE0A-E6B2EDF345EB}" type="slidenum">
              <a:rPr kumimoji="0" lang="en-US" sz="800" b="1" i="0" u="none" strike="noStrike" kern="1200" cap="none" spc="0" normalizeH="0" baseline="0" noProof="0" smtClean="0">
                <a:ln>
                  <a:noFill/>
                </a:ln>
                <a:solidFill>
                  <a:srgbClr val="FEFEFE"/>
                </a:solidFill>
                <a:effectLst/>
                <a:uLnTx/>
                <a:uFillTx/>
                <a:latin typeface="Calibri Light"/>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a:t>
            </a:fld>
            <a:endParaRPr kumimoji="0" lang="en-US" sz="800" b="1" i="0" u="none" strike="noStrike" kern="1200" cap="none" spc="0" normalizeH="0" baseline="0" noProof="0">
              <a:ln>
                <a:noFill/>
              </a:ln>
              <a:solidFill>
                <a:srgbClr val="FEFEFE"/>
              </a:solidFill>
              <a:effectLst/>
              <a:uLnTx/>
              <a:uFillTx/>
              <a:latin typeface="Calibri Light"/>
              <a:ea typeface="+mn-ea"/>
              <a:cs typeface="+mn-cs"/>
            </a:endParaRPr>
          </a:p>
        </p:txBody>
      </p:sp>
    </p:spTree>
    <p:extLst>
      <p:ext uri="{BB962C8B-B14F-4D97-AF65-F5344CB8AC3E}">
        <p14:creationId xmlns:p14="http://schemas.microsoft.com/office/powerpoint/2010/main" val="2513589495"/>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Comparison on Color Canvas">
    <p:bg>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bg1"/>
                </a:solidFill>
              </a:defRPr>
            </a:lvl1pPr>
          </a:lstStyle>
          <a:p>
            <a:r>
              <a:rPr lang="en-US"/>
              <a:t>Please Add Slide Headline Here</a:t>
            </a:r>
          </a:p>
        </p:txBody>
      </p:sp>
      <p:sp>
        <p:nvSpPr>
          <p:cNvPr id="3" name="Content Placeholder 5"/>
          <p:cNvSpPr>
            <a:spLocks noGrp="1"/>
          </p:cNvSpPr>
          <p:nvPr>
            <p:ph sz="quarter" idx="10" hasCustomPrompt="1"/>
          </p:nvPr>
        </p:nvSpPr>
        <p:spPr>
          <a:xfrm>
            <a:off x="357189" y="1422400"/>
            <a:ext cx="3986211" cy="3054350"/>
          </a:xfrm>
        </p:spPr>
        <p:txBody>
          <a:bodyPr/>
          <a:lstStyle>
            <a:lvl1pPr>
              <a:defRPr>
                <a:solidFill>
                  <a:schemeClr val="bg1"/>
                </a:solidFill>
                <a:latin typeface="+mj-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 </a:t>
            </a:r>
          </a:p>
          <a:p>
            <a:pPr lvl="0"/>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r>
              <a:rPr lang="en-US" err="1"/>
              <a:t>Aliquam</a:t>
            </a:r>
            <a:r>
              <a:rPr lang="en-US"/>
              <a:t> sit </a:t>
            </a:r>
            <a:r>
              <a:rPr lang="en-US" err="1"/>
              <a:t>amet</a:t>
            </a:r>
            <a:r>
              <a:rPr lang="en-US"/>
              <a:t> </a:t>
            </a:r>
            <a:r>
              <a:rPr lang="en-US" err="1"/>
              <a:t>leo</a:t>
            </a:r>
            <a:r>
              <a:rPr lang="en-US"/>
              <a:t> semper, </a:t>
            </a:r>
            <a:r>
              <a:rPr lang="en-US" err="1"/>
              <a:t>tincidunt</a:t>
            </a:r>
            <a:r>
              <a:rPr lang="en-US"/>
              <a:t> dolor a, </a:t>
            </a:r>
            <a:r>
              <a:rPr lang="en-US" err="1"/>
              <a:t>lobortis</a:t>
            </a:r>
            <a:r>
              <a:rPr lang="en-US"/>
              <a:t> </a:t>
            </a:r>
            <a:r>
              <a:rPr lang="en-US" err="1"/>
              <a:t>elit</a:t>
            </a:r>
            <a:r>
              <a:rPr lang="en-US"/>
              <a:t>. </a:t>
            </a:r>
            <a:r>
              <a:rPr lang="en-US" err="1"/>
              <a:t>Nulla</a:t>
            </a:r>
            <a:r>
              <a:rPr lang="en-US"/>
              <a:t> ipsum dolor, </a:t>
            </a:r>
            <a:r>
              <a:rPr lang="en-US" err="1"/>
              <a:t>condimentum</a:t>
            </a:r>
            <a:r>
              <a:rPr lang="en-US"/>
              <a:t> </a:t>
            </a:r>
          </a:p>
          <a:p>
            <a:pPr lvl="0"/>
            <a:r>
              <a:rPr lang="en-US"/>
              <a:t>at nisi et, </a:t>
            </a:r>
            <a:r>
              <a:rPr lang="en-US" err="1"/>
              <a:t>varius</a:t>
            </a:r>
            <a:r>
              <a:rPr lang="en-US"/>
              <a:t> </a:t>
            </a:r>
            <a:r>
              <a:rPr lang="en-US" err="1"/>
              <a:t>lobortis</a:t>
            </a:r>
            <a:r>
              <a:rPr lang="en-US"/>
              <a:t> </a:t>
            </a:r>
            <a:r>
              <a:rPr lang="en-US" err="1"/>
              <a:t>lectus</a:t>
            </a:r>
            <a:r>
              <a:rPr lang="en-US"/>
              <a:t>. </a:t>
            </a:r>
            <a:r>
              <a:rPr lang="en-US" err="1"/>
              <a:t>Fusce</a:t>
            </a:r>
            <a:r>
              <a:rPr lang="en-US"/>
              <a:t> </a:t>
            </a:r>
            <a:r>
              <a:rPr lang="en-US" err="1"/>
              <a:t>fermentum</a:t>
            </a:r>
            <a:r>
              <a:rPr lang="en-US"/>
              <a:t> </a:t>
            </a:r>
            <a:r>
              <a:rPr lang="en-US" err="1"/>
              <a:t>bibendum</a:t>
            </a:r>
            <a:r>
              <a:rPr lang="en-US"/>
              <a:t> </a:t>
            </a:r>
            <a:r>
              <a:rPr lang="en-US" err="1"/>
              <a:t>varius</a:t>
            </a:r>
            <a:r>
              <a:rPr lang="en-US"/>
              <a:t>. </a:t>
            </a: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endParaRPr lang="en-US"/>
          </a:p>
        </p:txBody>
      </p:sp>
      <p:sp>
        <p:nvSpPr>
          <p:cNvPr id="5" name="Text Placeholder 4"/>
          <p:cNvSpPr>
            <a:spLocks noGrp="1"/>
          </p:cNvSpPr>
          <p:nvPr>
            <p:ph type="body" sz="quarter" idx="11" hasCustomPrompt="1"/>
          </p:nvPr>
        </p:nvSpPr>
        <p:spPr>
          <a:xfrm>
            <a:off x="357189" y="1079500"/>
            <a:ext cx="3986212" cy="342900"/>
          </a:xfrm>
        </p:spPr>
        <p:txBody>
          <a:bodyPr wrap="none" bIns="0">
            <a:noAutofit/>
          </a:bodyPr>
          <a:lstStyle>
            <a:lvl1pPr marL="0" indent="0">
              <a:spcBef>
                <a:spcPts val="288"/>
              </a:spcBef>
              <a:buNone/>
              <a:defRPr sz="1200" b="1" i="0" cap="all" spc="200" baseline="0">
                <a:solidFill>
                  <a:schemeClr val="bg1"/>
                </a:solidFill>
              </a:defRPr>
            </a:lvl1pPr>
          </a:lstStyle>
          <a:p>
            <a:pPr lvl="0"/>
            <a:r>
              <a:rPr lang="en-US"/>
              <a:t>Highlight goes here</a:t>
            </a:r>
          </a:p>
        </p:txBody>
      </p:sp>
      <p:sp>
        <p:nvSpPr>
          <p:cNvPr id="6" name="Content Placeholder 5"/>
          <p:cNvSpPr>
            <a:spLocks noGrp="1"/>
          </p:cNvSpPr>
          <p:nvPr>
            <p:ph sz="quarter" idx="12" hasCustomPrompt="1"/>
          </p:nvPr>
        </p:nvSpPr>
        <p:spPr>
          <a:xfrm>
            <a:off x="4800599" y="1422400"/>
            <a:ext cx="3993357" cy="3054350"/>
          </a:xfrm>
        </p:spPr>
        <p:txBody>
          <a:bodyPr/>
          <a:lstStyle>
            <a:lvl1pPr>
              <a:defRPr>
                <a:solidFill>
                  <a:schemeClr val="bg1"/>
                </a:solidFill>
                <a:latin typeface="+mj-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 </a:t>
            </a:r>
          </a:p>
          <a:p>
            <a:pPr lvl="0"/>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r>
              <a:rPr lang="en-US" err="1"/>
              <a:t>Aliquam</a:t>
            </a:r>
            <a:r>
              <a:rPr lang="en-US"/>
              <a:t> sit </a:t>
            </a:r>
            <a:r>
              <a:rPr lang="en-US" err="1"/>
              <a:t>amet</a:t>
            </a:r>
            <a:r>
              <a:rPr lang="en-US"/>
              <a:t> </a:t>
            </a:r>
            <a:r>
              <a:rPr lang="en-US" err="1"/>
              <a:t>leo</a:t>
            </a:r>
            <a:r>
              <a:rPr lang="en-US"/>
              <a:t> semper, </a:t>
            </a:r>
            <a:r>
              <a:rPr lang="en-US" err="1"/>
              <a:t>tincidunt</a:t>
            </a:r>
            <a:r>
              <a:rPr lang="en-US"/>
              <a:t> dolor a, </a:t>
            </a:r>
            <a:r>
              <a:rPr lang="en-US" err="1"/>
              <a:t>lobortis</a:t>
            </a:r>
            <a:r>
              <a:rPr lang="en-US"/>
              <a:t> </a:t>
            </a:r>
            <a:r>
              <a:rPr lang="en-US" err="1"/>
              <a:t>elit</a:t>
            </a:r>
            <a:r>
              <a:rPr lang="en-US"/>
              <a:t>. </a:t>
            </a:r>
            <a:r>
              <a:rPr lang="en-US" err="1"/>
              <a:t>Nulla</a:t>
            </a:r>
            <a:r>
              <a:rPr lang="en-US"/>
              <a:t> ipsum dolor, </a:t>
            </a:r>
            <a:r>
              <a:rPr lang="en-US" err="1"/>
              <a:t>condimentum</a:t>
            </a:r>
            <a:r>
              <a:rPr lang="en-US"/>
              <a:t> </a:t>
            </a:r>
          </a:p>
          <a:p>
            <a:pPr lvl="0"/>
            <a:r>
              <a:rPr lang="en-US"/>
              <a:t>at nisi et, </a:t>
            </a:r>
            <a:r>
              <a:rPr lang="en-US" err="1"/>
              <a:t>varius</a:t>
            </a:r>
            <a:r>
              <a:rPr lang="en-US"/>
              <a:t> </a:t>
            </a:r>
            <a:r>
              <a:rPr lang="en-US" err="1"/>
              <a:t>lobortis</a:t>
            </a:r>
            <a:r>
              <a:rPr lang="en-US"/>
              <a:t> </a:t>
            </a:r>
            <a:r>
              <a:rPr lang="en-US" err="1"/>
              <a:t>lectus</a:t>
            </a:r>
            <a:r>
              <a:rPr lang="en-US"/>
              <a:t>. </a:t>
            </a:r>
            <a:r>
              <a:rPr lang="en-US" err="1"/>
              <a:t>Fusce</a:t>
            </a:r>
            <a:r>
              <a:rPr lang="en-US"/>
              <a:t> </a:t>
            </a:r>
            <a:r>
              <a:rPr lang="en-US" err="1"/>
              <a:t>fermentum</a:t>
            </a:r>
            <a:r>
              <a:rPr lang="en-US"/>
              <a:t> </a:t>
            </a:r>
            <a:r>
              <a:rPr lang="en-US" err="1"/>
              <a:t>bibendum</a:t>
            </a:r>
            <a:r>
              <a:rPr lang="en-US"/>
              <a:t> </a:t>
            </a:r>
            <a:r>
              <a:rPr lang="en-US" err="1"/>
              <a:t>varius</a:t>
            </a:r>
            <a:r>
              <a:rPr lang="en-US"/>
              <a:t>. </a:t>
            </a: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endParaRPr lang="en-US"/>
          </a:p>
        </p:txBody>
      </p:sp>
      <p:sp>
        <p:nvSpPr>
          <p:cNvPr id="7" name="Text Placeholder 4"/>
          <p:cNvSpPr>
            <a:spLocks noGrp="1"/>
          </p:cNvSpPr>
          <p:nvPr>
            <p:ph type="body" sz="quarter" idx="13" hasCustomPrompt="1"/>
          </p:nvPr>
        </p:nvSpPr>
        <p:spPr>
          <a:xfrm>
            <a:off x="4800599" y="1079500"/>
            <a:ext cx="3986214" cy="342900"/>
          </a:xfrm>
        </p:spPr>
        <p:txBody>
          <a:bodyPr wrap="none" bIns="0">
            <a:noAutofit/>
          </a:bodyPr>
          <a:lstStyle>
            <a:lvl1pPr marL="0" indent="0">
              <a:spcBef>
                <a:spcPts val="288"/>
              </a:spcBef>
              <a:buNone/>
              <a:defRPr sz="1200" b="1" i="0" cap="all" spc="200" baseline="0">
                <a:solidFill>
                  <a:schemeClr val="bg1"/>
                </a:solidFill>
              </a:defRPr>
            </a:lvl1pPr>
          </a:lstStyle>
          <a:p>
            <a:pPr lvl="0"/>
            <a:r>
              <a:rPr lang="en-US"/>
              <a:t>OTHER Highlight goes here</a:t>
            </a:r>
          </a:p>
        </p:txBody>
      </p:sp>
      <p:cxnSp>
        <p:nvCxnSpPr>
          <p:cNvPr id="8" name="Straight Connector 7"/>
          <p:cNvCxnSpPr/>
          <p:nvPr userDrawn="1"/>
        </p:nvCxnSpPr>
        <p:spPr>
          <a:xfrm>
            <a:off x="294409" y="716437"/>
            <a:ext cx="8555182"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10" name="Slide Number Placeholder 1"/>
          <p:cNvSpPr>
            <a:spLocks noGrp="1"/>
          </p:cNvSpPr>
          <p:nvPr>
            <p:ph type="sldNum" sz="quarter" idx="4"/>
          </p:nvPr>
        </p:nvSpPr>
        <p:spPr>
          <a:xfrm>
            <a:off x="7413441" y="4826639"/>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pPr marL="0" marR="0" lvl="0" indent="0" algn="r" defTabSz="685800" rtl="0" eaLnBrk="1" fontAlgn="auto" latinLnBrk="0" hangingPunct="1">
              <a:lnSpc>
                <a:spcPct val="100000"/>
              </a:lnSpc>
              <a:spcBef>
                <a:spcPts val="0"/>
              </a:spcBef>
              <a:spcAft>
                <a:spcPts val="0"/>
              </a:spcAft>
              <a:buClrTx/>
              <a:buSzTx/>
              <a:buFontTx/>
              <a:buNone/>
              <a:tabLst/>
              <a:defRPr/>
            </a:pPr>
            <a:fld id="{3A707DD9-E92B-45E8-BE0A-E6B2EDF345EB}" type="slidenum">
              <a:rPr kumimoji="0" lang="en-US" sz="800" b="1" i="0" u="none" strike="noStrike" kern="1200" cap="none" spc="0" normalizeH="0" baseline="0" noProof="0" smtClean="0">
                <a:ln>
                  <a:noFill/>
                </a:ln>
                <a:solidFill>
                  <a:srgbClr val="FEFEFE"/>
                </a:solidFill>
                <a:effectLst/>
                <a:uLnTx/>
                <a:uFillTx/>
                <a:latin typeface="Calibri Light"/>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a:t>
            </a:fld>
            <a:endParaRPr kumimoji="0" lang="en-US" sz="800" b="1" i="0" u="none" strike="noStrike" kern="1200" cap="none" spc="0" normalizeH="0" baseline="0" noProof="0">
              <a:ln>
                <a:noFill/>
              </a:ln>
              <a:solidFill>
                <a:srgbClr val="FEFEFE"/>
              </a:solidFill>
              <a:effectLst/>
              <a:uLnTx/>
              <a:uFillTx/>
              <a:latin typeface="Calibri Light"/>
              <a:ea typeface="+mn-ea"/>
              <a:cs typeface="+mn-cs"/>
            </a:endParaRPr>
          </a:p>
        </p:txBody>
      </p:sp>
    </p:spTree>
    <p:extLst>
      <p:ext uri="{BB962C8B-B14F-4D97-AF65-F5344CB8AC3E}">
        <p14:creationId xmlns:p14="http://schemas.microsoft.com/office/powerpoint/2010/main" val="3836614935"/>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hree Content on Color Canvas">
    <p:bg>
      <p:bgPr>
        <a:solidFill>
          <a:schemeClr val="accent6"/>
        </a:solidFill>
        <a:effectLst/>
      </p:bgPr>
    </p:bg>
    <p:spTree>
      <p:nvGrpSpPr>
        <p:cNvPr id="1" name=""/>
        <p:cNvGrpSpPr/>
        <p:nvPr/>
      </p:nvGrpSpPr>
      <p:grpSpPr>
        <a:xfrm>
          <a:off x="0" y="0"/>
          <a:ext cx="0" cy="0"/>
          <a:chOff x="0" y="0"/>
          <a:chExt cx="0" cy="0"/>
        </a:xfrm>
      </p:grpSpPr>
      <p:sp>
        <p:nvSpPr>
          <p:cNvPr id="15" name="Content Placeholder 14"/>
          <p:cNvSpPr>
            <a:spLocks noGrp="1"/>
          </p:cNvSpPr>
          <p:nvPr>
            <p:ph sz="quarter" idx="16" hasCustomPrompt="1"/>
          </p:nvPr>
        </p:nvSpPr>
        <p:spPr>
          <a:xfrm>
            <a:off x="1127175" y="1238584"/>
            <a:ext cx="2304288" cy="2903538"/>
          </a:xfrm>
          <a:ln>
            <a:solidFill>
              <a:schemeClr val="bg1"/>
            </a:solidFill>
          </a:ln>
        </p:spPr>
        <p:txBody>
          <a:bodyPr vert="horz" lIns="182880" tIns="274320" rIns="182880" bIns="274320" rtlCol="0">
            <a:normAutofit/>
          </a:bodyPr>
          <a:lstStyle>
            <a:lvl1pPr>
              <a:defRPr lang="en-US" sz="1000" dirty="0" smtClean="0">
                <a:solidFill>
                  <a:schemeClr val="bg1"/>
                </a:solidFill>
              </a:defRPr>
            </a:lvl1pPr>
            <a:lvl2pPr>
              <a:defRPr lang="en-US" sz="1000" dirty="0" smtClean="0">
                <a:solidFill>
                  <a:schemeClr val="bg1"/>
                </a:solidFill>
              </a:defRPr>
            </a:lvl2pPr>
            <a:lvl3pPr>
              <a:defRPr lang="en-US" sz="1000" dirty="0" smtClean="0">
                <a:solidFill>
                  <a:schemeClr val="bg1"/>
                </a:solidFill>
              </a:defRPr>
            </a:lvl3pPr>
            <a:lvl4pPr>
              <a:defRPr lang="en-US" sz="1000" dirty="0" smtClean="0">
                <a:solidFill>
                  <a:schemeClr val="bg1"/>
                </a:solidFill>
              </a:defRPr>
            </a:lvl4pPr>
            <a:lvl5pPr>
              <a:defRPr lang="en-US" sz="1000" dirty="0">
                <a:solidFill>
                  <a:schemeClr val="bg1"/>
                </a:solidFill>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p>
          <a:p>
            <a:pPr lvl="0"/>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 </a:t>
            </a:r>
          </a:p>
        </p:txBody>
      </p:sp>
      <p:sp>
        <p:nvSpPr>
          <p:cNvPr id="5" name="Title Placeholder 3"/>
          <p:cNvSpPr>
            <a:spLocks noGrp="1"/>
          </p:cNvSpPr>
          <p:nvPr>
            <p:ph type="body" sz="quarter" idx="11" hasCustomPrompt="1"/>
          </p:nvPr>
        </p:nvSpPr>
        <p:spPr>
          <a:xfrm>
            <a:off x="5735751" y="799672"/>
            <a:ext cx="2304288" cy="438912"/>
          </a:xfrm>
          <a:solidFill>
            <a:schemeClr val="bg1"/>
          </a:solidFill>
          <a:ln>
            <a:solidFill>
              <a:schemeClr val="bg1"/>
            </a:solidFill>
          </a:ln>
        </p:spPr>
        <p:txBody>
          <a:bodyPr wrap="none" lIns="91440" tIns="0" rIns="91440" bIns="0" anchor="ctr">
            <a:noAutofit/>
          </a:bodyPr>
          <a:lstStyle>
            <a:lvl1pPr marL="0" indent="0" algn="ctr">
              <a:buNone/>
              <a:defRPr sz="1200" b="1" i="0" cap="all" spc="200" baseline="0"/>
            </a:lvl1pPr>
            <a:lvl2pPr marL="457200" indent="0">
              <a:buNone/>
              <a:defRPr b="1" i="0" cap="all" spc="200" baseline="0"/>
            </a:lvl2pPr>
            <a:lvl3pPr marL="914400" indent="0">
              <a:buNone/>
              <a:defRPr b="1" i="0" cap="all" spc="200" baseline="0"/>
            </a:lvl3pPr>
            <a:lvl4pPr marL="1371600" indent="0">
              <a:buNone/>
              <a:defRPr b="1" i="0" cap="all" spc="200" baseline="0"/>
            </a:lvl4pPr>
            <a:lvl5pPr marL="1828800" indent="0">
              <a:buFont typeface="Arial" panose="020B0604020202020204" pitchFamily="34" charset="0"/>
              <a:buNone/>
              <a:defRPr b="1" i="0" cap="all" spc="200" baseline="0"/>
            </a:lvl5pPr>
          </a:lstStyle>
          <a:p>
            <a:pPr lvl="0"/>
            <a:r>
              <a:rPr lang="en-US"/>
              <a:t>ADD TITILE HERE</a:t>
            </a:r>
          </a:p>
        </p:txBody>
      </p:sp>
      <p:sp>
        <p:nvSpPr>
          <p:cNvPr id="4" name="Title Placeholder 2"/>
          <p:cNvSpPr>
            <a:spLocks noGrp="1"/>
          </p:cNvSpPr>
          <p:nvPr>
            <p:ph type="body" sz="quarter" idx="10" hasCustomPrompt="1"/>
          </p:nvPr>
        </p:nvSpPr>
        <p:spPr>
          <a:xfrm>
            <a:off x="3431463" y="799672"/>
            <a:ext cx="2304288" cy="438912"/>
          </a:xfrm>
          <a:solidFill>
            <a:schemeClr val="bg1"/>
          </a:solidFill>
          <a:ln>
            <a:solidFill>
              <a:schemeClr val="bg1"/>
            </a:solidFill>
          </a:ln>
        </p:spPr>
        <p:txBody>
          <a:bodyPr wrap="none" lIns="91440" tIns="0" rIns="91440" bIns="0" anchor="ctr">
            <a:noAutofit/>
          </a:bodyPr>
          <a:lstStyle>
            <a:lvl1pPr marL="0" indent="0" algn="ctr">
              <a:buNone/>
              <a:defRPr sz="1200" b="1" i="0" cap="all" spc="200" baseline="0"/>
            </a:lvl1pPr>
            <a:lvl2pPr marL="457200" indent="0">
              <a:buNone/>
              <a:defRPr b="1" i="0" cap="all" spc="200" baseline="0"/>
            </a:lvl2pPr>
            <a:lvl3pPr marL="914400" indent="0">
              <a:buNone/>
              <a:defRPr b="1" i="0" cap="all" spc="200" baseline="0"/>
            </a:lvl3pPr>
            <a:lvl4pPr marL="1371600" indent="0">
              <a:buNone/>
              <a:defRPr b="1" i="0" cap="all" spc="200" baseline="0"/>
            </a:lvl4pPr>
            <a:lvl5pPr marL="1828800" indent="0">
              <a:buFont typeface="Arial" panose="020B0604020202020204" pitchFamily="34" charset="0"/>
              <a:buNone/>
              <a:defRPr b="1" i="0" cap="all" spc="200" baseline="0"/>
            </a:lvl5pPr>
          </a:lstStyle>
          <a:p>
            <a:pPr lvl="0"/>
            <a:r>
              <a:rPr lang="en-US"/>
              <a:t>ADD TITILE HERE</a:t>
            </a:r>
          </a:p>
        </p:txBody>
      </p:sp>
      <p:sp>
        <p:nvSpPr>
          <p:cNvPr id="6" name="Title Placeholder 1"/>
          <p:cNvSpPr>
            <a:spLocks noGrp="1"/>
          </p:cNvSpPr>
          <p:nvPr>
            <p:ph type="body" sz="quarter" idx="12" hasCustomPrompt="1"/>
          </p:nvPr>
        </p:nvSpPr>
        <p:spPr>
          <a:xfrm>
            <a:off x="1127175" y="799672"/>
            <a:ext cx="2304288" cy="438912"/>
          </a:xfrm>
          <a:solidFill>
            <a:schemeClr val="bg1"/>
          </a:solidFill>
          <a:ln>
            <a:solidFill>
              <a:schemeClr val="bg1"/>
            </a:solidFill>
          </a:ln>
        </p:spPr>
        <p:txBody>
          <a:bodyPr wrap="none" lIns="91440" tIns="0" rIns="91440" bIns="0" anchor="ctr">
            <a:noAutofit/>
          </a:bodyPr>
          <a:lstStyle>
            <a:lvl1pPr marL="0" indent="0" algn="ctr">
              <a:buNone/>
              <a:defRPr sz="1200" b="1" i="0" cap="all" spc="200" baseline="0"/>
            </a:lvl1pPr>
            <a:lvl2pPr marL="457200" indent="0">
              <a:buNone/>
              <a:defRPr b="1" i="0" cap="all" spc="200" baseline="0"/>
            </a:lvl2pPr>
            <a:lvl3pPr marL="914400" indent="0">
              <a:buNone/>
              <a:defRPr b="1" i="0" cap="all" spc="200" baseline="0"/>
            </a:lvl3pPr>
            <a:lvl4pPr marL="1371600" indent="0">
              <a:buNone/>
              <a:defRPr b="1" i="0" cap="all" spc="200" baseline="0"/>
            </a:lvl4pPr>
            <a:lvl5pPr marL="1828800" indent="0">
              <a:buFont typeface="Arial" panose="020B0604020202020204" pitchFamily="34" charset="0"/>
              <a:buNone/>
              <a:defRPr b="1" i="0" cap="all" spc="200" baseline="0"/>
            </a:lvl5pPr>
          </a:lstStyle>
          <a:p>
            <a:pPr lvl="0"/>
            <a:r>
              <a:rPr lang="en-US"/>
              <a:t>ADD TITILE HERE</a:t>
            </a:r>
          </a:p>
        </p:txBody>
      </p:sp>
      <p:sp>
        <p:nvSpPr>
          <p:cNvPr id="13" name="Slide Number Placeholder 1"/>
          <p:cNvSpPr>
            <a:spLocks noGrp="1"/>
          </p:cNvSpPr>
          <p:nvPr>
            <p:ph type="sldNum" sz="quarter" idx="4"/>
          </p:nvPr>
        </p:nvSpPr>
        <p:spPr>
          <a:xfrm>
            <a:off x="7413441" y="4826639"/>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pPr marL="0" marR="0" lvl="0" indent="0" algn="r" defTabSz="685800" rtl="0" eaLnBrk="1" fontAlgn="auto" latinLnBrk="0" hangingPunct="1">
              <a:lnSpc>
                <a:spcPct val="100000"/>
              </a:lnSpc>
              <a:spcBef>
                <a:spcPts val="0"/>
              </a:spcBef>
              <a:spcAft>
                <a:spcPts val="0"/>
              </a:spcAft>
              <a:buClrTx/>
              <a:buSzTx/>
              <a:buFontTx/>
              <a:buNone/>
              <a:tabLst/>
              <a:defRPr/>
            </a:pPr>
            <a:fld id="{3A707DD9-E92B-45E8-BE0A-E6B2EDF345EB}" type="slidenum">
              <a:rPr kumimoji="0" lang="en-US" sz="800" b="1" i="0" u="none" strike="noStrike" kern="1200" cap="none" spc="0" normalizeH="0" baseline="0" noProof="0" smtClean="0">
                <a:ln>
                  <a:noFill/>
                </a:ln>
                <a:solidFill>
                  <a:srgbClr val="FEFEFE"/>
                </a:solidFill>
                <a:effectLst/>
                <a:uLnTx/>
                <a:uFillTx/>
                <a:latin typeface="Calibri Light"/>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a:t>
            </a:fld>
            <a:endParaRPr kumimoji="0" lang="en-US" sz="800" b="1" i="0" u="none" strike="noStrike" kern="1200" cap="none" spc="0" normalizeH="0" baseline="0" noProof="0">
              <a:ln>
                <a:noFill/>
              </a:ln>
              <a:solidFill>
                <a:srgbClr val="FEFEFE"/>
              </a:solidFill>
              <a:effectLst/>
              <a:uLnTx/>
              <a:uFillTx/>
              <a:latin typeface="Calibri Light"/>
              <a:ea typeface="+mn-ea"/>
              <a:cs typeface="+mn-cs"/>
            </a:endParaRPr>
          </a:p>
        </p:txBody>
      </p:sp>
      <p:sp>
        <p:nvSpPr>
          <p:cNvPr id="16" name="Content Placeholder 14"/>
          <p:cNvSpPr>
            <a:spLocks noGrp="1"/>
          </p:cNvSpPr>
          <p:nvPr>
            <p:ph sz="quarter" idx="17" hasCustomPrompt="1"/>
          </p:nvPr>
        </p:nvSpPr>
        <p:spPr>
          <a:xfrm>
            <a:off x="5735751" y="1238584"/>
            <a:ext cx="2304288" cy="2903538"/>
          </a:xfrm>
          <a:ln>
            <a:solidFill>
              <a:schemeClr val="bg1"/>
            </a:solidFill>
          </a:ln>
        </p:spPr>
        <p:txBody>
          <a:bodyPr vert="horz" lIns="182880" tIns="274320" rIns="182880" bIns="274320" rtlCol="0">
            <a:normAutofit/>
          </a:bodyPr>
          <a:lstStyle>
            <a:lvl1pPr>
              <a:defRPr lang="en-US" sz="1000" dirty="0" smtClean="0">
                <a:solidFill>
                  <a:schemeClr val="bg1"/>
                </a:solidFill>
              </a:defRPr>
            </a:lvl1pPr>
            <a:lvl2pPr>
              <a:defRPr lang="en-US" sz="1000" dirty="0" smtClean="0">
                <a:solidFill>
                  <a:schemeClr val="bg1"/>
                </a:solidFill>
              </a:defRPr>
            </a:lvl2pPr>
            <a:lvl3pPr>
              <a:defRPr lang="en-US" sz="1000" dirty="0" smtClean="0">
                <a:solidFill>
                  <a:schemeClr val="bg1"/>
                </a:solidFill>
              </a:defRPr>
            </a:lvl3pPr>
            <a:lvl4pPr>
              <a:defRPr lang="en-US" sz="1000" dirty="0" smtClean="0">
                <a:solidFill>
                  <a:schemeClr val="bg1"/>
                </a:solidFill>
              </a:defRPr>
            </a:lvl4pPr>
            <a:lvl5pPr>
              <a:defRPr lang="en-US" sz="1000" dirty="0">
                <a:solidFill>
                  <a:schemeClr val="bg1"/>
                </a:solidFill>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p>
          <a:p>
            <a:pPr lvl="0"/>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 </a:t>
            </a:r>
          </a:p>
        </p:txBody>
      </p:sp>
      <p:sp>
        <p:nvSpPr>
          <p:cNvPr id="17" name="Content Placeholder 14"/>
          <p:cNvSpPr>
            <a:spLocks noGrp="1"/>
          </p:cNvSpPr>
          <p:nvPr>
            <p:ph sz="quarter" idx="18" hasCustomPrompt="1"/>
          </p:nvPr>
        </p:nvSpPr>
        <p:spPr>
          <a:xfrm>
            <a:off x="3431463" y="1238584"/>
            <a:ext cx="2304288" cy="2903538"/>
          </a:xfrm>
          <a:ln>
            <a:solidFill>
              <a:schemeClr val="bg1"/>
            </a:solidFill>
          </a:ln>
        </p:spPr>
        <p:txBody>
          <a:bodyPr vert="horz" lIns="182880" tIns="274320" rIns="182880" bIns="274320" rtlCol="0">
            <a:normAutofit/>
          </a:bodyPr>
          <a:lstStyle>
            <a:lvl1pPr>
              <a:defRPr lang="en-US" sz="1000" dirty="0" smtClean="0">
                <a:solidFill>
                  <a:schemeClr val="bg1"/>
                </a:solidFill>
              </a:defRPr>
            </a:lvl1pPr>
            <a:lvl2pPr>
              <a:defRPr lang="en-US" sz="1000" dirty="0" smtClean="0">
                <a:solidFill>
                  <a:schemeClr val="bg1"/>
                </a:solidFill>
              </a:defRPr>
            </a:lvl2pPr>
            <a:lvl3pPr>
              <a:defRPr lang="en-US" sz="1000" dirty="0" smtClean="0">
                <a:solidFill>
                  <a:schemeClr val="bg1"/>
                </a:solidFill>
              </a:defRPr>
            </a:lvl3pPr>
            <a:lvl4pPr>
              <a:defRPr lang="en-US" sz="1000" dirty="0" smtClean="0">
                <a:solidFill>
                  <a:schemeClr val="bg1"/>
                </a:solidFill>
              </a:defRPr>
            </a:lvl4pPr>
            <a:lvl5pPr>
              <a:defRPr lang="en-US" sz="1000" dirty="0">
                <a:solidFill>
                  <a:schemeClr val="bg1"/>
                </a:solidFill>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p>
          <a:p>
            <a:pPr lvl="0"/>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 </a:t>
            </a:r>
          </a:p>
        </p:txBody>
      </p:sp>
    </p:spTree>
    <p:extLst>
      <p:ext uri="{BB962C8B-B14F-4D97-AF65-F5344CB8AC3E}">
        <p14:creationId xmlns:p14="http://schemas.microsoft.com/office/powerpoint/2010/main" val="1606890005"/>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Quote - EPAM Blue">
    <p:bg>
      <p:bgPr>
        <a:solidFill>
          <a:schemeClr val="accent2"/>
        </a:solidFill>
        <a:effectLst/>
      </p:bgPr>
    </p:bg>
    <p:spTree>
      <p:nvGrpSpPr>
        <p:cNvPr id="1" name=""/>
        <p:cNvGrpSpPr/>
        <p:nvPr/>
      </p:nvGrpSpPr>
      <p:grpSpPr>
        <a:xfrm>
          <a:off x="0" y="0"/>
          <a:ext cx="0" cy="0"/>
          <a:chOff x="0" y="0"/>
          <a:chExt cx="0" cy="0"/>
        </a:xfrm>
      </p:grpSpPr>
      <p:sp>
        <p:nvSpPr>
          <p:cNvPr id="9" name="Text Placeholder 8"/>
          <p:cNvSpPr>
            <a:spLocks noGrp="1"/>
          </p:cNvSpPr>
          <p:nvPr>
            <p:ph type="body" sz="quarter" idx="10" hasCustomPrompt="1"/>
          </p:nvPr>
        </p:nvSpPr>
        <p:spPr>
          <a:xfrm>
            <a:off x="1780953" y="2098360"/>
            <a:ext cx="5582093" cy="587388"/>
          </a:xfrm>
          <a:prstGeom prst="rect">
            <a:avLst/>
          </a:prstGeom>
        </p:spPr>
        <p:txBody>
          <a:bodyPr anchor="ctr"/>
          <a:lstStyle>
            <a:lvl1pPr marL="0" indent="0" algn="ctr">
              <a:buNone/>
              <a:defRPr sz="1600">
                <a:solidFill>
                  <a:schemeClr val="bg1"/>
                </a:solidFill>
                <a:latin typeface="+mj-lt"/>
              </a:defRPr>
            </a:lvl1pPr>
            <a:lvl2pPr marL="457200" indent="0">
              <a:buNone/>
              <a:defRPr sz="1600">
                <a:latin typeface="+mj-lt"/>
              </a:defRPr>
            </a:lvl2pPr>
            <a:lvl3pPr marL="914400" indent="0">
              <a:buNone/>
              <a:defRPr sz="1600">
                <a:latin typeface="+mj-lt"/>
              </a:defRPr>
            </a:lvl3pPr>
            <a:lvl4pPr marL="1371600" indent="0">
              <a:buNone/>
              <a:defRPr sz="1600">
                <a:latin typeface="+mj-lt"/>
              </a:defRPr>
            </a:lvl4pPr>
            <a:lvl5pPr marL="1828800" indent="0">
              <a:buNone/>
              <a:defRPr sz="1600">
                <a:latin typeface="+mj-lt"/>
              </a:defRPr>
            </a:lvl5pPr>
          </a:lstStyle>
          <a:p>
            <a:pPr algn="ctr">
              <a:lnSpc>
                <a:spcPts val="2400"/>
              </a:lnSpc>
            </a:pPr>
            <a:r>
              <a:rPr lang="en-US" sz="1600" baseline="0">
                <a:solidFill>
                  <a:schemeClr val="bg1"/>
                </a:solidFill>
                <a:latin typeface="+mj-lt"/>
              </a:rPr>
              <a:t>Please add call out or quote here</a:t>
            </a:r>
            <a:br>
              <a:rPr lang="en-US" sz="1600" baseline="0">
                <a:solidFill>
                  <a:schemeClr val="bg1"/>
                </a:solidFill>
                <a:latin typeface="+mj-lt"/>
              </a:rPr>
            </a:br>
            <a:r>
              <a:rPr lang="en-US" sz="1600" baseline="0">
                <a:solidFill>
                  <a:schemeClr val="bg1"/>
                </a:solidFill>
                <a:latin typeface="+mj-lt"/>
              </a:rPr>
              <a:t>sit </a:t>
            </a:r>
            <a:r>
              <a:rPr lang="en-US" sz="1600" baseline="0" err="1">
                <a:solidFill>
                  <a:schemeClr val="bg1"/>
                </a:solidFill>
                <a:latin typeface="+mj-lt"/>
              </a:rPr>
              <a:t>amet</a:t>
            </a:r>
            <a:r>
              <a:rPr lang="en-US" sz="1600" baseline="0">
                <a:solidFill>
                  <a:schemeClr val="bg1"/>
                </a:solidFill>
                <a:latin typeface="+mj-lt"/>
              </a:rPr>
              <a:t>, </a:t>
            </a:r>
            <a:r>
              <a:rPr lang="en-US" sz="1600" baseline="0" err="1">
                <a:solidFill>
                  <a:schemeClr val="bg1"/>
                </a:solidFill>
                <a:latin typeface="+mj-lt"/>
              </a:rPr>
              <a:t>consectetur</a:t>
            </a:r>
            <a:r>
              <a:rPr lang="en-US" sz="1600" baseline="0">
                <a:solidFill>
                  <a:schemeClr val="bg1"/>
                </a:solidFill>
                <a:latin typeface="+mj-lt"/>
              </a:rPr>
              <a:t> </a:t>
            </a:r>
            <a:r>
              <a:rPr lang="en-US" sz="1600" baseline="0" err="1">
                <a:solidFill>
                  <a:schemeClr val="bg1"/>
                </a:solidFill>
                <a:latin typeface="+mj-lt"/>
              </a:rPr>
              <a:t>adipiscing</a:t>
            </a:r>
            <a:r>
              <a:rPr lang="en-US" sz="1600" baseline="0">
                <a:solidFill>
                  <a:schemeClr val="bg1"/>
                </a:solidFill>
                <a:latin typeface="+mj-lt"/>
              </a:rPr>
              <a:t> </a:t>
            </a:r>
            <a:r>
              <a:rPr lang="en-US" sz="1600" baseline="0" err="1">
                <a:solidFill>
                  <a:schemeClr val="bg1"/>
                </a:solidFill>
                <a:latin typeface="+mj-lt"/>
              </a:rPr>
              <a:t>elit</a:t>
            </a:r>
            <a:r>
              <a:rPr lang="en-US" sz="1600" baseline="0">
                <a:solidFill>
                  <a:schemeClr val="bg1"/>
                </a:solidFill>
                <a:latin typeface="+mj-lt"/>
              </a:rPr>
              <a:t>. </a:t>
            </a:r>
            <a:r>
              <a:rPr lang="en-US" sz="1600" baseline="0" err="1">
                <a:solidFill>
                  <a:schemeClr val="bg1"/>
                </a:solidFill>
                <a:latin typeface="+mj-lt"/>
              </a:rPr>
              <a:t>Sed</a:t>
            </a:r>
            <a:r>
              <a:rPr lang="en-US" sz="1600" baseline="0">
                <a:solidFill>
                  <a:schemeClr val="bg1"/>
                </a:solidFill>
                <a:latin typeface="+mj-lt"/>
              </a:rPr>
              <a:t> </a:t>
            </a:r>
            <a:r>
              <a:rPr lang="en-US" sz="1600" baseline="0" err="1">
                <a:solidFill>
                  <a:schemeClr val="bg1"/>
                </a:solidFill>
                <a:latin typeface="+mj-lt"/>
              </a:rPr>
              <a:t>nec</a:t>
            </a:r>
            <a:r>
              <a:rPr lang="en-US" sz="1600" baseline="0">
                <a:solidFill>
                  <a:schemeClr val="bg1"/>
                </a:solidFill>
                <a:latin typeface="+mj-lt"/>
              </a:rPr>
              <a:t> </a:t>
            </a:r>
            <a:r>
              <a:rPr lang="en-US" sz="1600" baseline="0" err="1">
                <a:solidFill>
                  <a:schemeClr val="bg1"/>
                </a:solidFill>
                <a:latin typeface="+mj-lt"/>
              </a:rPr>
              <a:t>sem</a:t>
            </a:r>
            <a:r>
              <a:rPr lang="en-US" sz="1600" baseline="0">
                <a:solidFill>
                  <a:schemeClr val="bg1"/>
                </a:solidFill>
                <a:latin typeface="+mj-lt"/>
              </a:rPr>
              <a:t> gravida, </a:t>
            </a:r>
            <a:r>
              <a:rPr lang="en-US" sz="1600" baseline="0" err="1">
                <a:solidFill>
                  <a:schemeClr val="bg1"/>
                </a:solidFill>
                <a:latin typeface="+mj-lt"/>
              </a:rPr>
              <a:t>dapibus</a:t>
            </a:r>
            <a:r>
              <a:rPr lang="en-US" sz="1600" baseline="0">
                <a:solidFill>
                  <a:schemeClr val="bg1"/>
                </a:solidFill>
                <a:latin typeface="+mj-lt"/>
              </a:rPr>
              <a:t> </a:t>
            </a:r>
            <a:r>
              <a:rPr lang="en-US" sz="1600" baseline="0" err="1">
                <a:solidFill>
                  <a:schemeClr val="bg1"/>
                </a:solidFill>
                <a:latin typeface="+mj-lt"/>
              </a:rPr>
              <a:t>turpis</a:t>
            </a:r>
            <a:r>
              <a:rPr lang="en-US" sz="1600" baseline="0">
                <a:solidFill>
                  <a:schemeClr val="bg1"/>
                </a:solidFill>
                <a:latin typeface="+mj-lt"/>
              </a:rPr>
              <a:t> </a:t>
            </a:r>
            <a:r>
              <a:rPr lang="en-US" sz="1600" baseline="0" err="1">
                <a:solidFill>
                  <a:schemeClr val="bg1"/>
                </a:solidFill>
                <a:latin typeface="+mj-lt"/>
              </a:rPr>
              <a:t>porttitor</a:t>
            </a:r>
            <a:r>
              <a:rPr lang="en-US" sz="1600" baseline="0">
                <a:solidFill>
                  <a:schemeClr val="bg1"/>
                </a:solidFill>
                <a:latin typeface="+mj-lt"/>
              </a:rPr>
              <a:t>, </a:t>
            </a:r>
            <a:r>
              <a:rPr lang="en-US" sz="1600" baseline="0" err="1">
                <a:solidFill>
                  <a:schemeClr val="bg1"/>
                </a:solidFill>
                <a:latin typeface="+mj-lt"/>
              </a:rPr>
              <a:t>tincidunt</a:t>
            </a:r>
            <a:r>
              <a:rPr lang="en-US" sz="1600" baseline="0">
                <a:solidFill>
                  <a:schemeClr val="bg1"/>
                </a:solidFill>
                <a:latin typeface="+mj-lt"/>
              </a:rPr>
              <a:t> </a:t>
            </a:r>
            <a:r>
              <a:rPr lang="en-US" sz="1600" baseline="0" err="1">
                <a:solidFill>
                  <a:schemeClr val="bg1"/>
                </a:solidFill>
                <a:latin typeface="+mj-lt"/>
              </a:rPr>
              <a:t>nibh</a:t>
            </a:r>
            <a:r>
              <a:rPr lang="en-US" sz="1600" baseline="0">
                <a:solidFill>
                  <a:schemeClr val="bg1"/>
                </a:solidFill>
                <a:latin typeface="+mj-lt"/>
              </a:rPr>
              <a:t>. </a:t>
            </a:r>
            <a:r>
              <a:rPr lang="en-US" sz="1600" baseline="0" err="1">
                <a:solidFill>
                  <a:schemeClr val="bg1"/>
                </a:solidFill>
                <a:latin typeface="+mj-lt"/>
              </a:rPr>
              <a:t>Orci</a:t>
            </a:r>
            <a:r>
              <a:rPr lang="en-US" sz="1600" baseline="0">
                <a:solidFill>
                  <a:schemeClr val="bg1"/>
                </a:solidFill>
                <a:latin typeface="+mj-lt"/>
              </a:rPr>
              <a:t> </a:t>
            </a:r>
            <a:r>
              <a:rPr lang="en-US" sz="1600" baseline="0" err="1">
                <a:solidFill>
                  <a:schemeClr val="bg1"/>
                </a:solidFill>
                <a:latin typeface="+mj-lt"/>
              </a:rPr>
              <a:t>varius</a:t>
            </a:r>
            <a:r>
              <a:rPr lang="en-US" sz="1600" baseline="0">
                <a:solidFill>
                  <a:schemeClr val="bg1"/>
                </a:solidFill>
                <a:latin typeface="+mj-lt"/>
              </a:rPr>
              <a:t> </a:t>
            </a:r>
            <a:r>
              <a:rPr lang="en-US" sz="1600" baseline="0" err="1">
                <a:solidFill>
                  <a:schemeClr val="bg1"/>
                </a:solidFill>
                <a:latin typeface="+mj-lt"/>
              </a:rPr>
              <a:t>natoque</a:t>
            </a:r>
            <a:r>
              <a:rPr lang="en-US" sz="1600" baseline="0">
                <a:solidFill>
                  <a:schemeClr val="bg1"/>
                </a:solidFill>
                <a:latin typeface="+mj-lt"/>
              </a:rPr>
              <a:t> </a:t>
            </a:r>
            <a:r>
              <a:rPr lang="en-US" sz="1600" baseline="0" err="1">
                <a:solidFill>
                  <a:schemeClr val="bg1"/>
                </a:solidFill>
                <a:latin typeface="+mj-lt"/>
              </a:rPr>
              <a:t>penatibus</a:t>
            </a:r>
            <a:r>
              <a:rPr lang="en-US" sz="1600" baseline="0">
                <a:solidFill>
                  <a:schemeClr val="bg1"/>
                </a:solidFill>
                <a:latin typeface="+mj-lt"/>
              </a:rPr>
              <a:t> et </a:t>
            </a:r>
            <a:r>
              <a:rPr lang="en-US" sz="1600" baseline="0" err="1">
                <a:solidFill>
                  <a:schemeClr val="bg1"/>
                </a:solidFill>
                <a:latin typeface="+mj-lt"/>
              </a:rPr>
              <a:t>magnis</a:t>
            </a:r>
            <a:r>
              <a:rPr lang="en-US" sz="1600" baseline="0">
                <a:solidFill>
                  <a:schemeClr val="bg1"/>
                </a:solidFill>
                <a:latin typeface="+mj-lt"/>
              </a:rPr>
              <a:t> dis parturient </a:t>
            </a:r>
            <a:r>
              <a:rPr lang="en-US" sz="1600" baseline="0" err="1">
                <a:solidFill>
                  <a:schemeClr val="bg1"/>
                </a:solidFill>
                <a:latin typeface="+mj-lt"/>
              </a:rPr>
              <a:t>montes</a:t>
            </a:r>
            <a:r>
              <a:rPr lang="en-US" sz="1600" baseline="0">
                <a:solidFill>
                  <a:schemeClr val="bg1"/>
                </a:solidFill>
                <a:latin typeface="+mj-lt"/>
              </a:rPr>
              <a:t>, </a:t>
            </a:r>
            <a:r>
              <a:rPr lang="en-US" sz="1600" baseline="0" err="1">
                <a:solidFill>
                  <a:schemeClr val="bg1"/>
                </a:solidFill>
                <a:latin typeface="+mj-lt"/>
              </a:rPr>
              <a:t>nascetur</a:t>
            </a:r>
            <a:r>
              <a:rPr lang="en-US" sz="1600" baseline="0">
                <a:solidFill>
                  <a:schemeClr val="bg1"/>
                </a:solidFill>
                <a:latin typeface="+mj-lt"/>
              </a:rPr>
              <a:t> </a:t>
            </a:r>
            <a:r>
              <a:rPr lang="en-US" sz="1600" baseline="0" err="1">
                <a:solidFill>
                  <a:schemeClr val="bg1"/>
                </a:solidFill>
                <a:latin typeface="+mj-lt"/>
              </a:rPr>
              <a:t>ridiculus</a:t>
            </a:r>
            <a:r>
              <a:rPr lang="en-US" sz="1600" baseline="0">
                <a:solidFill>
                  <a:schemeClr val="bg1"/>
                </a:solidFill>
                <a:latin typeface="+mj-lt"/>
              </a:rPr>
              <a:t> mus. Nam </a:t>
            </a:r>
            <a:r>
              <a:rPr lang="en-US" sz="1600" baseline="0" err="1">
                <a:solidFill>
                  <a:schemeClr val="bg1"/>
                </a:solidFill>
                <a:latin typeface="+mj-lt"/>
              </a:rPr>
              <a:t>eget</a:t>
            </a:r>
            <a:r>
              <a:rPr lang="en-US" sz="1600" baseline="0">
                <a:solidFill>
                  <a:schemeClr val="bg1"/>
                </a:solidFill>
                <a:latin typeface="+mj-lt"/>
              </a:rPr>
              <a:t> </a:t>
            </a:r>
            <a:r>
              <a:rPr lang="en-US" sz="1600" baseline="0" err="1">
                <a:solidFill>
                  <a:schemeClr val="bg1"/>
                </a:solidFill>
                <a:latin typeface="+mj-lt"/>
              </a:rPr>
              <a:t>enim</a:t>
            </a:r>
            <a:r>
              <a:rPr lang="en-US" sz="1600" baseline="0">
                <a:solidFill>
                  <a:schemeClr val="bg1"/>
                </a:solidFill>
                <a:latin typeface="+mj-lt"/>
              </a:rPr>
              <a:t> </a:t>
            </a:r>
            <a:r>
              <a:rPr lang="en-US" sz="1600" baseline="0" err="1">
                <a:solidFill>
                  <a:schemeClr val="bg1"/>
                </a:solidFill>
                <a:latin typeface="+mj-lt"/>
              </a:rPr>
              <a:t>mauris</a:t>
            </a:r>
            <a:r>
              <a:rPr lang="en-US" sz="1600" baseline="0">
                <a:solidFill>
                  <a:schemeClr val="bg1"/>
                </a:solidFill>
                <a:latin typeface="+mj-lt"/>
              </a:rPr>
              <a:t>. </a:t>
            </a:r>
            <a:r>
              <a:rPr lang="en-US" sz="1600" baseline="0" err="1">
                <a:solidFill>
                  <a:schemeClr val="bg1"/>
                </a:solidFill>
                <a:latin typeface="+mj-lt"/>
              </a:rPr>
              <a:t>Vivamus</a:t>
            </a:r>
            <a:r>
              <a:rPr lang="en-US" sz="1600" baseline="0">
                <a:solidFill>
                  <a:schemeClr val="bg1"/>
                </a:solidFill>
                <a:latin typeface="+mj-lt"/>
              </a:rPr>
              <a:t> sit </a:t>
            </a:r>
            <a:r>
              <a:rPr lang="en-US" sz="1600" baseline="0" err="1">
                <a:solidFill>
                  <a:schemeClr val="bg1"/>
                </a:solidFill>
                <a:latin typeface="+mj-lt"/>
              </a:rPr>
              <a:t>amet</a:t>
            </a:r>
            <a:r>
              <a:rPr lang="en-US" sz="1600" baseline="0">
                <a:solidFill>
                  <a:schemeClr val="bg1"/>
                </a:solidFill>
                <a:latin typeface="+mj-lt"/>
              </a:rPr>
              <a:t> </a:t>
            </a:r>
            <a:r>
              <a:rPr lang="en-US" sz="1600" baseline="0" err="1">
                <a:solidFill>
                  <a:schemeClr val="bg1"/>
                </a:solidFill>
                <a:latin typeface="+mj-lt"/>
              </a:rPr>
              <a:t>congue</a:t>
            </a:r>
            <a:r>
              <a:rPr lang="en-US" sz="1600" baseline="0">
                <a:solidFill>
                  <a:schemeClr val="bg1"/>
                </a:solidFill>
                <a:latin typeface="+mj-lt"/>
              </a:rPr>
              <a:t> </a:t>
            </a:r>
            <a:r>
              <a:rPr lang="en-US" sz="1600" baseline="0" err="1">
                <a:solidFill>
                  <a:schemeClr val="bg1"/>
                </a:solidFill>
                <a:latin typeface="+mj-lt"/>
              </a:rPr>
              <a:t>nunc</a:t>
            </a:r>
            <a:r>
              <a:rPr lang="en-US" sz="1600" baseline="0">
                <a:solidFill>
                  <a:schemeClr val="bg1"/>
                </a:solidFill>
                <a:latin typeface="+mj-lt"/>
              </a:rPr>
              <a:t>. </a:t>
            </a:r>
            <a:r>
              <a:rPr lang="en-US" sz="1600" baseline="0" err="1">
                <a:solidFill>
                  <a:schemeClr val="bg1"/>
                </a:solidFill>
                <a:latin typeface="+mj-lt"/>
              </a:rPr>
              <a:t>Duis</a:t>
            </a:r>
            <a:r>
              <a:rPr lang="en-US" sz="1600" baseline="0">
                <a:solidFill>
                  <a:schemeClr val="bg1"/>
                </a:solidFill>
                <a:latin typeface="+mj-lt"/>
              </a:rPr>
              <a:t> </a:t>
            </a:r>
            <a:r>
              <a:rPr lang="en-US" sz="1600" baseline="0" err="1">
                <a:solidFill>
                  <a:schemeClr val="bg1"/>
                </a:solidFill>
                <a:latin typeface="+mj-lt"/>
              </a:rPr>
              <a:t>pellentesque</a:t>
            </a:r>
            <a:r>
              <a:rPr lang="en-US" sz="1600" baseline="0">
                <a:solidFill>
                  <a:schemeClr val="bg1"/>
                </a:solidFill>
                <a:latin typeface="+mj-lt"/>
              </a:rPr>
              <a:t> </a:t>
            </a:r>
            <a:r>
              <a:rPr lang="en-US" sz="1600" baseline="0" err="1">
                <a:solidFill>
                  <a:schemeClr val="bg1"/>
                </a:solidFill>
                <a:latin typeface="+mj-lt"/>
              </a:rPr>
              <a:t>posuere</a:t>
            </a:r>
            <a:r>
              <a:rPr lang="en-US" sz="1600" baseline="0">
                <a:solidFill>
                  <a:schemeClr val="bg1"/>
                </a:solidFill>
                <a:latin typeface="+mj-lt"/>
              </a:rPr>
              <a:t> </a:t>
            </a:r>
            <a:r>
              <a:rPr lang="en-US" sz="1600" baseline="0" err="1">
                <a:solidFill>
                  <a:schemeClr val="bg1"/>
                </a:solidFill>
                <a:latin typeface="+mj-lt"/>
              </a:rPr>
              <a:t>rutrum</a:t>
            </a:r>
            <a:r>
              <a:rPr lang="en-US" sz="1600" baseline="0">
                <a:solidFill>
                  <a:schemeClr val="bg1"/>
                </a:solidFill>
                <a:latin typeface="+mj-lt"/>
              </a:rPr>
              <a:t>. </a:t>
            </a:r>
            <a:r>
              <a:rPr lang="en-US" sz="1600" baseline="0" err="1">
                <a:solidFill>
                  <a:schemeClr val="bg1"/>
                </a:solidFill>
                <a:latin typeface="+mj-lt"/>
              </a:rPr>
              <a:t>Pellentesque</a:t>
            </a:r>
            <a:r>
              <a:rPr lang="en-US" sz="1600" baseline="0">
                <a:solidFill>
                  <a:schemeClr val="bg1"/>
                </a:solidFill>
                <a:latin typeface="+mj-lt"/>
              </a:rPr>
              <a:t> ac </a:t>
            </a:r>
            <a:r>
              <a:rPr lang="en-US" sz="1600" baseline="0" err="1">
                <a:solidFill>
                  <a:schemeClr val="bg1"/>
                </a:solidFill>
                <a:latin typeface="+mj-lt"/>
              </a:rPr>
              <a:t>diam</a:t>
            </a:r>
            <a:r>
              <a:rPr lang="en-US" sz="1600" baseline="0">
                <a:solidFill>
                  <a:schemeClr val="bg1"/>
                </a:solidFill>
                <a:latin typeface="+mj-lt"/>
              </a:rPr>
              <a:t> </a:t>
            </a:r>
            <a:r>
              <a:rPr lang="en-US" sz="1600" baseline="0" err="1">
                <a:solidFill>
                  <a:schemeClr val="bg1"/>
                </a:solidFill>
                <a:latin typeface="+mj-lt"/>
              </a:rPr>
              <a:t>quis</a:t>
            </a:r>
            <a:r>
              <a:rPr lang="en-US" sz="1600" baseline="0">
                <a:solidFill>
                  <a:schemeClr val="bg1"/>
                </a:solidFill>
                <a:latin typeface="+mj-lt"/>
              </a:rPr>
              <a:t> </a:t>
            </a:r>
            <a:r>
              <a:rPr lang="en-US" sz="1600" baseline="0" err="1">
                <a:solidFill>
                  <a:schemeClr val="bg1"/>
                </a:solidFill>
                <a:latin typeface="+mj-lt"/>
              </a:rPr>
              <a:t>justo</a:t>
            </a:r>
            <a:r>
              <a:rPr lang="en-US" sz="1600" baseline="0">
                <a:solidFill>
                  <a:schemeClr val="bg1"/>
                </a:solidFill>
                <a:latin typeface="+mj-lt"/>
              </a:rPr>
              <a:t> </a:t>
            </a:r>
            <a:r>
              <a:rPr lang="en-US" sz="1600" baseline="0" err="1">
                <a:solidFill>
                  <a:schemeClr val="bg1"/>
                </a:solidFill>
                <a:latin typeface="+mj-lt"/>
              </a:rPr>
              <a:t>placerat</a:t>
            </a:r>
            <a:r>
              <a:rPr lang="en-US" sz="1600" baseline="0">
                <a:solidFill>
                  <a:schemeClr val="bg1"/>
                </a:solidFill>
                <a:latin typeface="+mj-lt"/>
              </a:rPr>
              <a:t> porta. </a:t>
            </a:r>
            <a:r>
              <a:rPr lang="en-US" sz="1600" baseline="0" err="1">
                <a:solidFill>
                  <a:schemeClr val="bg1"/>
                </a:solidFill>
                <a:latin typeface="+mj-lt"/>
              </a:rPr>
              <a:t>Phasellus</a:t>
            </a:r>
            <a:r>
              <a:rPr lang="en-US" sz="1600" baseline="0">
                <a:solidFill>
                  <a:schemeClr val="bg1"/>
                </a:solidFill>
                <a:latin typeface="+mj-lt"/>
              </a:rPr>
              <a:t> </a:t>
            </a:r>
            <a:r>
              <a:rPr lang="en-US" sz="1600" baseline="0" err="1">
                <a:solidFill>
                  <a:schemeClr val="bg1"/>
                </a:solidFill>
                <a:latin typeface="+mj-lt"/>
              </a:rPr>
              <a:t>bibendum</a:t>
            </a:r>
            <a:r>
              <a:rPr lang="en-US" sz="1600" baseline="0">
                <a:solidFill>
                  <a:schemeClr val="bg1"/>
                </a:solidFill>
                <a:latin typeface="+mj-lt"/>
              </a:rPr>
              <a:t> </a:t>
            </a:r>
            <a:r>
              <a:rPr lang="en-US" sz="1600" baseline="0" err="1">
                <a:solidFill>
                  <a:schemeClr val="bg1"/>
                </a:solidFill>
                <a:latin typeface="+mj-lt"/>
              </a:rPr>
              <a:t>vehicula</a:t>
            </a:r>
            <a:r>
              <a:rPr lang="en-US" sz="1600" baseline="0">
                <a:solidFill>
                  <a:schemeClr val="bg1"/>
                </a:solidFill>
                <a:latin typeface="+mj-lt"/>
              </a:rPr>
              <a:t> </a:t>
            </a:r>
            <a:r>
              <a:rPr lang="en-US" sz="1600" baseline="0" err="1">
                <a:solidFill>
                  <a:schemeClr val="bg1"/>
                </a:solidFill>
                <a:latin typeface="+mj-lt"/>
              </a:rPr>
              <a:t>sem</a:t>
            </a:r>
            <a:r>
              <a:rPr lang="en-US" sz="1600" baseline="0">
                <a:solidFill>
                  <a:schemeClr val="bg1"/>
                </a:solidFill>
                <a:latin typeface="+mj-lt"/>
              </a:rPr>
              <a:t> id </a:t>
            </a:r>
            <a:r>
              <a:rPr lang="en-US" sz="1600" baseline="0" err="1">
                <a:solidFill>
                  <a:schemeClr val="bg1"/>
                </a:solidFill>
                <a:latin typeface="+mj-lt"/>
              </a:rPr>
              <a:t>ornare</a:t>
            </a:r>
            <a:r>
              <a:rPr lang="en-US" sz="1600" baseline="0">
                <a:solidFill>
                  <a:schemeClr val="bg1"/>
                </a:solidFill>
                <a:latin typeface="+mj-lt"/>
              </a:rPr>
              <a:t>. Nam </a:t>
            </a:r>
            <a:r>
              <a:rPr lang="en-US" sz="1600" baseline="0" err="1">
                <a:solidFill>
                  <a:schemeClr val="bg1"/>
                </a:solidFill>
                <a:latin typeface="+mj-lt"/>
              </a:rPr>
              <a:t>commodo</a:t>
            </a:r>
            <a:r>
              <a:rPr lang="en-US" sz="1600" baseline="0">
                <a:solidFill>
                  <a:schemeClr val="bg1"/>
                </a:solidFill>
                <a:latin typeface="+mj-lt"/>
              </a:rPr>
              <a:t> ac </a:t>
            </a:r>
            <a:r>
              <a:rPr lang="en-US" sz="1600" baseline="0" err="1">
                <a:solidFill>
                  <a:schemeClr val="bg1"/>
                </a:solidFill>
                <a:latin typeface="+mj-lt"/>
              </a:rPr>
              <a:t>purus</a:t>
            </a:r>
            <a:r>
              <a:rPr lang="en-US" sz="1600" baseline="0">
                <a:solidFill>
                  <a:schemeClr val="bg1"/>
                </a:solidFill>
                <a:latin typeface="+mj-lt"/>
              </a:rPr>
              <a:t> </a:t>
            </a:r>
            <a:r>
              <a:rPr lang="en-US" sz="1600" baseline="0" err="1">
                <a:solidFill>
                  <a:schemeClr val="bg1"/>
                </a:solidFill>
                <a:latin typeface="+mj-lt"/>
              </a:rPr>
              <a:t>condimentum</a:t>
            </a:r>
            <a:r>
              <a:rPr lang="en-US" sz="1600" baseline="0">
                <a:solidFill>
                  <a:schemeClr val="bg1"/>
                </a:solidFill>
                <a:latin typeface="+mj-lt"/>
              </a:rPr>
              <a:t> porta. </a:t>
            </a:r>
            <a:r>
              <a:rPr lang="en-US" sz="1600" baseline="0" err="1">
                <a:solidFill>
                  <a:schemeClr val="bg1"/>
                </a:solidFill>
                <a:latin typeface="+mj-lt"/>
              </a:rPr>
              <a:t>Proin</a:t>
            </a:r>
            <a:r>
              <a:rPr lang="en-US" sz="1600" baseline="0">
                <a:solidFill>
                  <a:schemeClr val="bg1"/>
                </a:solidFill>
                <a:latin typeface="+mj-lt"/>
              </a:rPr>
              <a:t> </a:t>
            </a:r>
            <a:r>
              <a:rPr lang="en-US" sz="1600" baseline="0" err="1">
                <a:solidFill>
                  <a:schemeClr val="bg1"/>
                </a:solidFill>
                <a:latin typeface="+mj-lt"/>
              </a:rPr>
              <a:t>condimentum</a:t>
            </a:r>
            <a:r>
              <a:rPr lang="en-US" sz="1600" baseline="0">
                <a:solidFill>
                  <a:schemeClr val="bg1"/>
                </a:solidFill>
                <a:latin typeface="+mj-lt"/>
              </a:rPr>
              <a:t> </a:t>
            </a:r>
            <a:r>
              <a:rPr lang="en-US" sz="1600" baseline="0" err="1">
                <a:solidFill>
                  <a:schemeClr val="bg1"/>
                </a:solidFill>
                <a:latin typeface="+mj-lt"/>
              </a:rPr>
              <a:t>lectus</a:t>
            </a:r>
            <a:r>
              <a:rPr lang="en-US" sz="1600" baseline="0">
                <a:solidFill>
                  <a:schemeClr val="bg1"/>
                </a:solidFill>
                <a:latin typeface="+mj-lt"/>
              </a:rPr>
              <a:t> </a:t>
            </a:r>
            <a:r>
              <a:rPr lang="en-US" sz="1600" baseline="0" err="1">
                <a:solidFill>
                  <a:schemeClr val="bg1"/>
                </a:solidFill>
                <a:latin typeface="+mj-lt"/>
              </a:rPr>
              <a:t>leo</a:t>
            </a:r>
            <a:r>
              <a:rPr lang="en-US" sz="1600" baseline="0">
                <a:solidFill>
                  <a:schemeClr val="bg1"/>
                </a:solidFill>
                <a:latin typeface="+mj-lt"/>
              </a:rPr>
              <a:t>, in </a:t>
            </a:r>
            <a:r>
              <a:rPr lang="en-US" sz="1600" baseline="0" err="1">
                <a:solidFill>
                  <a:schemeClr val="bg1"/>
                </a:solidFill>
                <a:latin typeface="+mj-lt"/>
              </a:rPr>
              <a:t>lacinia</a:t>
            </a:r>
            <a:r>
              <a:rPr lang="en-US" sz="1600" baseline="0">
                <a:solidFill>
                  <a:schemeClr val="bg1"/>
                </a:solidFill>
                <a:latin typeface="+mj-lt"/>
              </a:rPr>
              <a:t> </a:t>
            </a:r>
            <a:r>
              <a:rPr lang="en-US" sz="1600" baseline="0" err="1">
                <a:solidFill>
                  <a:schemeClr val="bg1"/>
                </a:solidFill>
                <a:latin typeface="+mj-lt"/>
              </a:rPr>
              <a:t>diam</a:t>
            </a:r>
            <a:r>
              <a:rPr lang="en-US" sz="1600" baseline="0">
                <a:solidFill>
                  <a:schemeClr val="bg1"/>
                </a:solidFill>
                <a:latin typeface="+mj-lt"/>
              </a:rPr>
              <a:t> </a:t>
            </a:r>
            <a:r>
              <a:rPr lang="en-US" sz="1600" baseline="0" err="1">
                <a:solidFill>
                  <a:schemeClr val="bg1"/>
                </a:solidFill>
                <a:latin typeface="+mj-lt"/>
              </a:rPr>
              <a:t>placerat</a:t>
            </a:r>
            <a:r>
              <a:rPr lang="en-US" sz="1600" baseline="0">
                <a:solidFill>
                  <a:schemeClr val="bg1"/>
                </a:solidFill>
                <a:latin typeface="+mj-lt"/>
              </a:rPr>
              <a:t> convallis. </a:t>
            </a:r>
            <a:endParaRPr lang="en-US" sz="1600" b="1" spc="200" baseline="0">
              <a:solidFill>
                <a:schemeClr val="bg1"/>
              </a:solidFill>
              <a:latin typeface="+mj-lt"/>
              <a:ea typeface="Calibri" charset="0"/>
              <a:cs typeface="Calibri" charset="0"/>
            </a:endParaRPr>
          </a:p>
        </p:txBody>
      </p:sp>
      <p:pic>
        <p:nvPicPr>
          <p:cNvPr id="3" name="Picture 2"/>
          <p:cNvPicPr>
            <a:picLocks noChangeAspect="1"/>
          </p:cNvPicPr>
          <p:nvPr userDrawn="1"/>
        </p:nvPicPr>
        <p:blipFill rotWithShape="1">
          <a:blip r:embed="rId2" cstate="screen">
            <a:alphaModFix amt="16000"/>
            <a:extLst>
              <a:ext uri="{28A0092B-C50C-407E-A947-70E740481C1C}">
                <a14:useLocalDpi xmlns:a14="http://schemas.microsoft.com/office/drawing/2010/main"/>
              </a:ext>
            </a:extLst>
          </a:blip>
          <a:srcRect t="63049" r="42496"/>
          <a:stretch/>
        </p:blipFill>
        <p:spPr>
          <a:xfrm>
            <a:off x="1" y="-122440"/>
            <a:ext cx="1548202" cy="1187447"/>
          </a:xfrm>
          <a:prstGeom prst="rect">
            <a:avLst/>
          </a:prstGeom>
        </p:spPr>
      </p:pic>
      <p:pic>
        <p:nvPicPr>
          <p:cNvPr id="4" name="Picture 3"/>
          <p:cNvPicPr>
            <a:picLocks noChangeAspect="1"/>
          </p:cNvPicPr>
          <p:nvPr userDrawn="1"/>
        </p:nvPicPr>
        <p:blipFill rotWithShape="1">
          <a:blip r:embed="rId2" cstate="screen">
            <a:alphaModFix amt="16000"/>
            <a:extLst>
              <a:ext uri="{28A0092B-C50C-407E-A947-70E740481C1C}">
                <a14:useLocalDpi xmlns:a14="http://schemas.microsoft.com/office/drawing/2010/main"/>
              </a:ext>
            </a:extLst>
          </a:blip>
          <a:srcRect t="63049" r="42496"/>
          <a:stretch/>
        </p:blipFill>
        <p:spPr>
          <a:xfrm rot="10800000">
            <a:off x="7595798" y="3681859"/>
            <a:ext cx="1548202" cy="1187447"/>
          </a:xfrm>
          <a:prstGeom prst="rect">
            <a:avLst/>
          </a:prstGeom>
        </p:spPr>
      </p:pic>
      <p:sp>
        <p:nvSpPr>
          <p:cNvPr id="7" name="Slide Number Placeholder 1"/>
          <p:cNvSpPr>
            <a:spLocks noGrp="1"/>
          </p:cNvSpPr>
          <p:nvPr>
            <p:ph type="sldNum" sz="quarter" idx="4"/>
          </p:nvPr>
        </p:nvSpPr>
        <p:spPr>
          <a:xfrm>
            <a:off x="7413441" y="4826639"/>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pPr marL="0" marR="0" lvl="0" indent="0" algn="r" defTabSz="685800" rtl="0" eaLnBrk="1" fontAlgn="auto" latinLnBrk="0" hangingPunct="1">
              <a:lnSpc>
                <a:spcPct val="100000"/>
              </a:lnSpc>
              <a:spcBef>
                <a:spcPts val="0"/>
              </a:spcBef>
              <a:spcAft>
                <a:spcPts val="0"/>
              </a:spcAft>
              <a:buClrTx/>
              <a:buSzTx/>
              <a:buFontTx/>
              <a:buNone/>
              <a:tabLst/>
              <a:defRPr/>
            </a:pPr>
            <a:fld id="{3A707DD9-E92B-45E8-BE0A-E6B2EDF345EB}" type="slidenum">
              <a:rPr kumimoji="0" lang="en-US" sz="800" b="1" i="0" u="none" strike="noStrike" kern="1200" cap="none" spc="0" normalizeH="0" baseline="0" noProof="0" smtClean="0">
                <a:ln>
                  <a:noFill/>
                </a:ln>
                <a:solidFill>
                  <a:srgbClr val="FEFEFE"/>
                </a:solidFill>
                <a:effectLst/>
                <a:uLnTx/>
                <a:uFillTx/>
                <a:latin typeface="Calibri Light"/>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a:t>
            </a:fld>
            <a:endParaRPr kumimoji="0" lang="en-US" sz="800" b="1" i="0" u="none" strike="noStrike" kern="1200" cap="none" spc="0" normalizeH="0" baseline="0" noProof="0">
              <a:ln>
                <a:noFill/>
              </a:ln>
              <a:solidFill>
                <a:srgbClr val="FEFEFE"/>
              </a:solidFill>
              <a:effectLst/>
              <a:uLnTx/>
              <a:uFillTx/>
              <a:latin typeface="Calibri Light"/>
              <a:ea typeface="+mn-ea"/>
              <a:cs typeface="+mn-cs"/>
            </a:endParaRPr>
          </a:p>
        </p:txBody>
      </p:sp>
    </p:spTree>
    <p:extLst>
      <p:ext uri="{BB962C8B-B14F-4D97-AF65-F5344CB8AC3E}">
        <p14:creationId xmlns:p14="http://schemas.microsoft.com/office/powerpoint/2010/main" val="3161965026"/>
      </p:ext>
    </p:extLst>
  </p:cSld>
  <p:clrMapOvr>
    <a:masterClrMapping/>
  </p:clrMapOvr>
  <p:extLst>
    <p:ext uri="{DCECCB84-F9BA-43D5-87BE-67443E8EF086}">
      <p15:sldGuideLst xmlns:p15="http://schemas.microsoft.com/office/powerpoint/2012/main">
        <p15:guide id="1" orient="horz" pos="1524">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Please Add Slide Headline Here</a:t>
            </a:r>
          </a:p>
        </p:txBody>
      </p:sp>
      <p:cxnSp>
        <p:nvCxnSpPr>
          <p:cNvPr id="4" name="Straight Connector 3"/>
          <p:cNvCxnSpPr/>
          <p:nvPr userDrawn="1"/>
        </p:nvCxnSpPr>
        <p:spPr>
          <a:xfrm>
            <a:off x="294409" y="716437"/>
            <a:ext cx="8555182"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8" name="Slide Number Placeholder 1"/>
          <p:cNvSpPr>
            <a:spLocks noGrp="1"/>
          </p:cNvSpPr>
          <p:nvPr>
            <p:ph type="sldNum" sz="quarter" idx="4"/>
          </p:nvPr>
        </p:nvSpPr>
        <p:spPr>
          <a:xfrm>
            <a:off x="7413441" y="4826639"/>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pPr marL="0" marR="0" lvl="0" indent="0" algn="r" defTabSz="685800" rtl="0" eaLnBrk="1" fontAlgn="auto" latinLnBrk="0" hangingPunct="1">
              <a:lnSpc>
                <a:spcPct val="100000"/>
              </a:lnSpc>
              <a:spcBef>
                <a:spcPts val="0"/>
              </a:spcBef>
              <a:spcAft>
                <a:spcPts val="0"/>
              </a:spcAft>
              <a:buClrTx/>
              <a:buSzTx/>
              <a:buFontTx/>
              <a:buNone/>
              <a:tabLst/>
              <a:defRPr/>
            </a:pPr>
            <a:fld id="{3A707DD9-E92B-45E8-BE0A-E6B2EDF345EB}" type="slidenum">
              <a:rPr kumimoji="0" lang="en-US" sz="800" b="1" i="0" u="none" strike="noStrike" kern="1200" cap="none" spc="0" normalizeH="0" baseline="0" noProof="0" smtClean="0">
                <a:ln>
                  <a:noFill/>
                </a:ln>
                <a:solidFill>
                  <a:srgbClr val="FEFEFE"/>
                </a:solidFill>
                <a:effectLst/>
                <a:uLnTx/>
                <a:uFillTx/>
                <a:latin typeface="Calibri Light"/>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a:t>
            </a:fld>
            <a:endParaRPr kumimoji="0" lang="en-US" sz="800" b="1" i="0" u="none" strike="noStrike" kern="1200" cap="none" spc="0" normalizeH="0" baseline="0" noProof="0">
              <a:ln>
                <a:noFill/>
              </a:ln>
              <a:solidFill>
                <a:srgbClr val="FEFEFE"/>
              </a:solidFill>
              <a:effectLst/>
              <a:uLnTx/>
              <a:uFillTx/>
              <a:latin typeface="Calibri Light"/>
              <a:ea typeface="+mn-ea"/>
              <a:cs typeface="+mn-cs"/>
            </a:endParaRPr>
          </a:p>
        </p:txBody>
      </p:sp>
    </p:spTree>
    <p:extLst>
      <p:ext uri="{BB962C8B-B14F-4D97-AF65-F5344CB8AC3E}">
        <p14:creationId xmlns:p14="http://schemas.microsoft.com/office/powerpoint/2010/main" val="4193384526"/>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_CaseStud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Please Add Slide Headline Here</a:t>
            </a:r>
          </a:p>
        </p:txBody>
      </p:sp>
      <p:cxnSp>
        <p:nvCxnSpPr>
          <p:cNvPr id="4" name="Straight Connector 3"/>
          <p:cNvCxnSpPr/>
          <p:nvPr userDrawn="1"/>
        </p:nvCxnSpPr>
        <p:spPr>
          <a:xfrm>
            <a:off x="294409" y="716437"/>
            <a:ext cx="8555182"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8" name="Slide Number Placeholder 1"/>
          <p:cNvSpPr>
            <a:spLocks noGrp="1"/>
          </p:cNvSpPr>
          <p:nvPr>
            <p:ph type="sldNum" sz="quarter" idx="4"/>
          </p:nvPr>
        </p:nvSpPr>
        <p:spPr>
          <a:xfrm>
            <a:off x="7413441" y="4826639"/>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pPr marL="0" marR="0" lvl="0" indent="0" algn="r" defTabSz="685800" rtl="0" eaLnBrk="1" fontAlgn="auto" latinLnBrk="0" hangingPunct="1">
              <a:lnSpc>
                <a:spcPct val="100000"/>
              </a:lnSpc>
              <a:spcBef>
                <a:spcPts val="0"/>
              </a:spcBef>
              <a:spcAft>
                <a:spcPts val="0"/>
              </a:spcAft>
              <a:buClrTx/>
              <a:buSzTx/>
              <a:buFontTx/>
              <a:buNone/>
              <a:tabLst/>
              <a:defRPr/>
            </a:pPr>
            <a:fld id="{3A707DD9-E92B-45E8-BE0A-E6B2EDF345EB}" type="slidenum">
              <a:rPr kumimoji="0" lang="en-US" sz="800" b="1" i="0" u="none" strike="noStrike" kern="1200" cap="none" spc="0" normalizeH="0" baseline="0" noProof="0" smtClean="0">
                <a:ln>
                  <a:noFill/>
                </a:ln>
                <a:solidFill>
                  <a:srgbClr val="FEFEFE"/>
                </a:solidFill>
                <a:effectLst/>
                <a:uLnTx/>
                <a:uFillTx/>
                <a:latin typeface="Calibri Light"/>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a:t>
            </a:fld>
            <a:endParaRPr kumimoji="0" lang="en-US" sz="800" b="1" i="0" u="none" strike="noStrike" kern="1200" cap="none" spc="0" normalizeH="0" baseline="0" noProof="0">
              <a:ln>
                <a:noFill/>
              </a:ln>
              <a:solidFill>
                <a:srgbClr val="FEFEFE"/>
              </a:solidFill>
              <a:effectLst/>
              <a:uLnTx/>
              <a:uFillTx/>
              <a:latin typeface="Calibri Light"/>
              <a:ea typeface="+mn-ea"/>
              <a:cs typeface="+mn-cs"/>
            </a:endParaRPr>
          </a:p>
        </p:txBody>
      </p:sp>
      <p:cxnSp>
        <p:nvCxnSpPr>
          <p:cNvPr id="5" name="Straight Connector 4">
            <a:extLst>
              <a:ext uri="{FF2B5EF4-FFF2-40B4-BE49-F238E27FC236}">
                <a16:creationId xmlns:a16="http://schemas.microsoft.com/office/drawing/2014/main" id="{03040C60-A39E-8442-A520-BA092303AC98}"/>
              </a:ext>
            </a:extLst>
          </p:cNvPr>
          <p:cNvCxnSpPr/>
          <p:nvPr userDrawn="1"/>
        </p:nvCxnSpPr>
        <p:spPr>
          <a:xfrm flipV="1">
            <a:off x="5986464" y="703218"/>
            <a:ext cx="0" cy="4123421"/>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6" name="Picture Placeholder 8">
            <a:extLst>
              <a:ext uri="{FF2B5EF4-FFF2-40B4-BE49-F238E27FC236}">
                <a16:creationId xmlns:a16="http://schemas.microsoft.com/office/drawing/2014/main" id="{21FF28FE-B84E-5D44-B6A6-4B55087B1239}"/>
              </a:ext>
            </a:extLst>
          </p:cNvPr>
          <p:cNvSpPr>
            <a:spLocks noGrp="1"/>
          </p:cNvSpPr>
          <p:nvPr>
            <p:ph type="pic" sz="quarter" idx="11" hasCustomPrompt="1"/>
          </p:nvPr>
        </p:nvSpPr>
        <p:spPr>
          <a:xfrm>
            <a:off x="0" y="711726"/>
            <a:ext cx="5986464" cy="4089993"/>
          </a:xfrm>
        </p:spPr>
        <p:txBody>
          <a:bodyPr anchor="ctr">
            <a:normAutofit/>
          </a:bodyPr>
          <a:lstStyle>
            <a:lvl1pPr marL="0" indent="0" algn="ctr">
              <a:buNone/>
              <a:defRPr sz="1600"/>
            </a:lvl1pPr>
          </a:lstStyle>
          <a:p>
            <a:r>
              <a:rPr lang="en-US"/>
              <a:t>Please add picture here</a:t>
            </a:r>
          </a:p>
          <a:p>
            <a:endParaRPr lang="en-US"/>
          </a:p>
          <a:p>
            <a:endParaRPr lang="en-US"/>
          </a:p>
        </p:txBody>
      </p:sp>
      <p:sp>
        <p:nvSpPr>
          <p:cNvPr id="7" name="Shape 920">
            <a:extLst>
              <a:ext uri="{FF2B5EF4-FFF2-40B4-BE49-F238E27FC236}">
                <a16:creationId xmlns:a16="http://schemas.microsoft.com/office/drawing/2014/main" id="{D1A5E50C-7A92-6F49-870C-2507B203D755}"/>
              </a:ext>
            </a:extLst>
          </p:cNvPr>
          <p:cNvSpPr/>
          <p:nvPr userDrawn="1"/>
        </p:nvSpPr>
        <p:spPr>
          <a:xfrm>
            <a:off x="5986464" y="711726"/>
            <a:ext cx="3157536" cy="518593"/>
          </a:xfrm>
          <a:prstGeom prst="rect">
            <a:avLst/>
          </a:prstGeom>
          <a:solidFill>
            <a:schemeClr val="accent2"/>
          </a:solidFill>
          <a:ln w="12700">
            <a:miter lim="400000"/>
          </a:ln>
          <a:extLst>
            <a:ext uri="{C572A759-6A51-4108-AA02-DFA0A04FC94B}">
              <ma14:wrappingTextBoxFlag xmlns:ma14="http://schemas.microsoft.com/office/mac/drawingml/2011/main" xmlns="" val="1"/>
            </a:ext>
          </a:extLst>
        </p:spPr>
        <p:txBody>
          <a:bodyPr wrap="square" lIns="0" tIns="28575" rIns="0" bIns="28575" anchor="ctr">
            <a:noAutofit/>
          </a:bodyPr>
          <a:lstStyle/>
          <a:p>
            <a:pPr marL="0" marR="23813" lvl="0" indent="23813" algn="ctr" defTabSz="309567" rtl="0" eaLnBrk="1" fontAlgn="auto" latinLnBrk="0" hangingPunct="1">
              <a:lnSpc>
                <a:spcPct val="90000"/>
              </a:lnSpc>
              <a:spcBef>
                <a:spcPts val="0"/>
              </a:spcBef>
              <a:spcAft>
                <a:spcPts val="0"/>
              </a:spcAft>
              <a:buClrTx/>
              <a:buSzTx/>
              <a:buFontTx/>
              <a:buNone/>
              <a:tabLst/>
              <a:defRPr sz="2800" cap="all">
                <a:solidFill>
                  <a:srgbClr val="FFFFFF"/>
                </a:solidFill>
                <a:latin typeface="Oswald DemiBold"/>
                <a:ea typeface="Oswald DemiBold"/>
                <a:cs typeface="Oswald DemiBold"/>
                <a:sym typeface="Oswald DemiBold"/>
              </a:defRPr>
            </a:pPr>
            <a:endParaRPr kumimoji="0" sz="1200" b="1" i="0" u="none" strike="noStrike" kern="0" cap="all" spc="100" normalizeH="0" baseline="0" noProof="0">
              <a:ln>
                <a:noFill/>
              </a:ln>
              <a:solidFill>
                <a:srgbClr val="FFFFFF"/>
              </a:solidFill>
              <a:effectLst/>
              <a:uLnTx/>
              <a:uFillTx/>
              <a:latin typeface="Calibri" charset="0"/>
              <a:ea typeface="Calibri" charset="0"/>
              <a:cs typeface="Calibri" charset="0"/>
              <a:sym typeface="Oswald DemiBold"/>
            </a:endParaRPr>
          </a:p>
        </p:txBody>
      </p:sp>
      <p:sp>
        <p:nvSpPr>
          <p:cNvPr id="9" name="Title Placeholder 1">
            <a:extLst>
              <a:ext uri="{FF2B5EF4-FFF2-40B4-BE49-F238E27FC236}">
                <a16:creationId xmlns:a16="http://schemas.microsoft.com/office/drawing/2014/main" id="{D86B7237-6AD3-844E-9A6E-C3E0C1013AD4}"/>
              </a:ext>
            </a:extLst>
          </p:cNvPr>
          <p:cNvSpPr>
            <a:spLocks noGrp="1"/>
          </p:cNvSpPr>
          <p:nvPr>
            <p:ph type="body" sz="quarter" idx="12" hasCustomPrompt="1"/>
          </p:nvPr>
        </p:nvSpPr>
        <p:spPr>
          <a:xfrm>
            <a:off x="5986462" y="769496"/>
            <a:ext cx="3157537" cy="438912"/>
          </a:xfrm>
          <a:noFill/>
          <a:ln>
            <a:noFill/>
          </a:ln>
        </p:spPr>
        <p:txBody>
          <a:bodyPr wrap="none" lIns="91440" tIns="0" rIns="91440" bIns="0" anchor="ctr">
            <a:noAutofit/>
          </a:bodyPr>
          <a:lstStyle>
            <a:lvl1pPr marL="0" indent="0" algn="ctr">
              <a:buNone/>
              <a:defRPr sz="1200" b="1" i="0" cap="all" spc="200" baseline="0">
                <a:solidFill>
                  <a:schemeClr val="bg1"/>
                </a:solidFill>
              </a:defRPr>
            </a:lvl1pPr>
            <a:lvl2pPr marL="457200" indent="0">
              <a:buNone/>
              <a:defRPr b="1" i="0" cap="all" spc="200" baseline="0"/>
            </a:lvl2pPr>
            <a:lvl3pPr marL="914400" indent="0">
              <a:buNone/>
              <a:defRPr b="1" i="0" cap="all" spc="200" baseline="0"/>
            </a:lvl3pPr>
            <a:lvl4pPr marL="1371600" indent="0">
              <a:buNone/>
              <a:defRPr b="1" i="0" cap="all" spc="200" baseline="0"/>
            </a:lvl4pPr>
            <a:lvl5pPr marL="1828800" indent="0">
              <a:buFont typeface="Arial" panose="020B0604020202020204" pitchFamily="34" charset="0"/>
              <a:buNone/>
              <a:defRPr b="1" i="0" cap="all" spc="200" baseline="0"/>
            </a:lvl5pPr>
          </a:lstStyle>
          <a:p>
            <a:pPr lvl="0"/>
            <a:r>
              <a:rPr lang="en-US"/>
              <a:t>ADD TITILE HERE</a:t>
            </a:r>
          </a:p>
        </p:txBody>
      </p:sp>
      <p:sp>
        <p:nvSpPr>
          <p:cNvPr id="10" name="Content Placeholder 5">
            <a:extLst>
              <a:ext uri="{FF2B5EF4-FFF2-40B4-BE49-F238E27FC236}">
                <a16:creationId xmlns:a16="http://schemas.microsoft.com/office/drawing/2014/main" id="{94328E10-B013-0A4C-A50C-6D1D6CFD70B7}"/>
              </a:ext>
            </a:extLst>
          </p:cNvPr>
          <p:cNvSpPr>
            <a:spLocks noGrp="1"/>
          </p:cNvSpPr>
          <p:nvPr>
            <p:ph sz="quarter" idx="10" hasCustomPrompt="1"/>
          </p:nvPr>
        </p:nvSpPr>
        <p:spPr>
          <a:xfrm>
            <a:off x="6193213" y="1772289"/>
            <a:ext cx="2656378" cy="3054350"/>
          </a:xfrm>
        </p:spPr>
        <p:txBody>
          <a:bodyPr/>
          <a:lstStyle>
            <a:lvl1pPr marL="0" marR="0" indent="0" algn="l" defTabSz="914400" rtl="0" eaLnBrk="1" fontAlgn="auto" latinLnBrk="0" hangingPunct="1">
              <a:lnSpc>
                <a:spcPts val="1480"/>
              </a:lnSpc>
              <a:spcBef>
                <a:spcPts val="264"/>
              </a:spcBef>
              <a:spcAft>
                <a:spcPts val="300"/>
              </a:spcAft>
              <a:buClrTx/>
              <a:buSzTx/>
              <a:buFont typeface="Arial" panose="020B0604020202020204" pitchFamily="34" charset="0"/>
              <a:buNone/>
              <a:tabLst/>
              <a:defRPr sz="900">
                <a:latin typeface="+mj-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 </a:t>
            </a:r>
          </a:p>
          <a:p>
            <a:pPr lvl="0"/>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p>
          <a:p>
            <a:pPr marL="171450" marR="0" lvl="0" indent="-171450" algn="l" defTabSz="914400" rtl="0" eaLnBrk="1" fontAlgn="auto" latinLnBrk="0" hangingPunct="1">
              <a:lnSpc>
                <a:spcPts val="1480"/>
              </a:lnSpc>
              <a:spcBef>
                <a:spcPts val="264"/>
              </a:spcBef>
              <a:spcAft>
                <a:spcPts val="300"/>
              </a:spcAft>
              <a:buClrTx/>
              <a:buSzTx/>
              <a:buFont typeface="Arial" panose="020B0604020202020204" pitchFamily="34" charset="0"/>
              <a:buChar char="•"/>
              <a:tabLst/>
              <a:defRPr/>
            </a:pPr>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p>
        </p:txBody>
      </p:sp>
      <p:sp>
        <p:nvSpPr>
          <p:cNvPr id="11" name="Text Placeholder 4">
            <a:extLst>
              <a:ext uri="{FF2B5EF4-FFF2-40B4-BE49-F238E27FC236}">
                <a16:creationId xmlns:a16="http://schemas.microsoft.com/office/drawing/2014/main" id="{ABD56F5B-8455-0345-910E-53CDD8476F9B}"/>
              </a:ext>
            </a:extLst>
          </p:cNvPr>
          <p:cNvSpPr>
            <a:spLocks noGrp="1"/>
          </p:cNvSpPr>
          <p:nvPr>
            <p:ph type="body" sz="quarter" idx="13" hasCustomPrompt="1"/>
          </p:nvPr>
        </p:nvSpPr>
        <p:spPr>
          <a:xfrm>
            <a:off x="6193213" y="1429389"/>
            <a:ext cx="2656378" cy="342900"/>
          </a:xfrm>
        </p:spPr>
        <p:txBody>
          <a:bodyPr wrap="none" bIns="0">
            <a:noAutofit/>
          </a:bodyPr>
          <a:lstStyle>
            <a:lvl1pPr marL="0" indent="0">
              <a:spcBef>
                <a:spcPts val="288"/>
              </a:spcBef>
              <a:buNone/>
              <a:defRPr sz="1200" b="1" i="0" cap="all" spc="200" baseline="0">
                <a:solidFill>
                  <a:schemeClr val="accent2"/>
                </a:solidFill>
              </a:defRPr>
            </a:lvl1pPr>
          </a:lstStyle>
          <a:p>
            <a:pPr lvl="0"/>
            <a:r>
              <a:rPr lang="en-US"/>
              <a:t>Highlight goes here</a:t>
            </a:r>
          </a:p>
        </p:txBody>
      </p:sp>
    </p:spTree>
    <p:extLst>
      <p:ext uri="{BB962C8B-B14F-4D97-AF65-F5344CB8AC3E}">
        <p14:creationId xmlns:p14="http://schemas.microsoft.com/office/powerpoint/2010/main" val="780909227"/>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6" name="Slide Number Placeholder 1"/>
          <p:cNvSpPr>
            <a:spLocks noGrp="1"/>
          </p:cNvSpPr>
          <p:nvPr>
            <p:ph type="sldNum" sz="quarter" idx="4"/>
          </p:nvPr>
        </p:nvSpPr>
        <p:spPr>
          <a:xfrm>
            <a:off x="7413441" y="4826639"/>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pPr marL="0" marR="0" lvl="0" indent="0" algn="r" defTabSz="685800" rtl="0" eaLnBrk="1" fontAlgn="auto" latinLnBrk="0" hangingPunct="1">
              <a:lnSpc>
                <a:spcPct val="100000"/>
              </a:lnSpc>
              <a:spcBef>
                <a:spcPts val="0"/>
              </a:spcBef>
              <a:spcAft>
                <a:spcPts val="0"/>
              </a:spcAft>
              <a:buClrTx/>
              <a:buSzTx/>
              <a:buFontTx/>
              <a:buNone/>
              <a:tabLst/>
              <a:defRPr/>
            </a:pPr>
            <a:fld id="{3A707DD9-E92B-45E8-BE0A-E6B2EDF345EB}" type="slidenum">
              <a:rPr kumimoji="0" lang="en-US" sz="800" b="1" i="0" u="none" strike="noStrike" kern="1200" cap="none" spc="0" normalizeH="0" baseline="0" noProof="0" smtClean="0">
                <a:ln>
                  <a:noFill/>
                </a:ln>
                <a:solidFill>
                  <a:srgbClr val="FEFEFE"/>
                </a:solidFill>
                <a:effectLst/>
                <a:uLnTx/>
                <a:uFillTx/>
                <a:latin typeface="Calibri Light"/>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a:t>
            </a:fld>
            <a:endParaRPr kumimoji="0" lang="en-US" sz="800" b="1" i="0" u="none" strike="noStrike" kern="1200" cap="none" spc="0" normalizeH="0" baseline="0" noProof="0">
              <a:ln>
                <a:noFill/>
              </a:ln>
              <a:solidFill>
                <a:srgbClr val="FEFEFE"/>
              </a:solidFill>
              <a:effectLst/>
              <a:uLnTx/>
              <a:uFillTx/>
              <a:latin typeface="Calibri Light"/>
              <a:ea typeface="+mn-ea"/>
              <a:cs typeface="+mn-cs"/>
            </a:endParaRPr>
          </a:p>
        </p:txBody>
      </p:sp>
    </p:spTree>
    <p:extLst>
      <p:ext uri="{BB962C8B-B14F-4D97-AF65-F5344CB8AC3E}">
        <p14:creationId xmlns:p14="http://schemas.microsoft.com/office/powerpoint/2010/main" val="1105296299"/>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Please Add Slide Headline Here</a:t>
            </a:r>
          </a:p>
        </p:txBody>
      </p:sp>
      <p:sp>
        <p:nvSpPr>
          <p:cNvPr id="6" name="Content Placeholder 5"/>
          <p:cNvSpPr>
            <a:spLocks noGrp="1"/>
          </p:cNvSpPr>
          <p:nvPr>
            <p:ph sz="quarter" idx="10" hasCustomPrompt="1"/>
          </p:nvPr>
        </p:nvSpPr>
        <p:spPr>
          <a:xfrm>
            <a:off x="357188" y="1079500"/>
            <a:ext cx="8429625" cy="3397250"/>
          </a:xfrm>
        </p:spPr>
        <p:txBody>
          <a:bodyPr/>
          <a:lstStyle>
            <a:lvl1pPr marL="171450" marR="0" indent="-171450" algn="l" defTabSz="914400" rtl="0" eaLnBrk="1" fontAlgn="auto" latinLnBrk="0" hangingPunct="1">
              <a:lnSpc>
                <a:spcPts val="1600"/>
              </a:lnSpc>
              <a:spcBef>
                <a:spcPts val="264"/>
              </a:spcBef>
              <a:spcAft>
                <a:spcPts val="300"/>
              </a:spcAft>
              <a:buClrTx/>
              <a:buSzTx/>
              <a:buFont typeface="Arial" panose="020B0604020202020204" pitchFamily="34" charset="0"/>
              <a:buChar char="•"/>
              <a:tabLst/>
              <a:defRPr>
                <a:latin typeface="+mj-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 </a:t>
            </a:r>
            <a:br>
              <a:rPr lang="en-US"/>
            </a:br>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r>
              <a:rPr lang="en-US" err="1"/>
              <a:t>Aliquam</a:t>
            </a:r>
            <a:r>
              <a:rPr lang="en-US"/>
              <a:t> sit </a:t>
            </a:r>
            <a:r>
              <a:rPr lang="en-US" err="1"/>
              <a:t>amet</a:t>
            </a:r>
            <a:r>
              <a:rPr lang="en-US"/>
              <a:t> </a:t>
            </a:r>
            <a:r>
              <a:rPr lang="en-US" err="1"/>
              <a:t>leo</a:t>
            </a:r>
            <a:r>
              <a:rPr lang="en-US"/>
              <a:t> semper, </a:t>
            </a:r>
            <a:r>
              <a:rPr lang="en-US" err="1"/>
              <a:t>tincidunt</a:t>
            </a:r>
            <a:r>
              <a:rPr lang="en-US"/>
              <a:t> dolor a, </a:t>
            </a:r>
            <a:r>
              <a:rPr lang="en-US" err="1"/>
              <a:t>lobortis</a:t>
            </a:r>
            <a:r>
              <a:rPr lang="en-US"/>
              <a:t> </a:t>
            </a:r>
            <a:r>
              <a:rPr lang="en-US" err="1"/>
              <a:t>elit</a:t>
            </a:r>
            <a:r>
              <a:rPr lang="en-US"/>
              <a:t>. </a:t>
            </a:r>
            <a:r>
              <a:rPr lang="en-US" err="1"/>
              <a:t>Nulla</a:t>
            </a:r>
            <a:r>
              <a:rPr lang="en-US"/>
              <a:t> ipsum dolor, </a:t>
            </a:r>
            <a:r>
              <a:rPr lang="en-US" err="1"/>
              <a:t>condimentum</a:t>
            </a:r>
            <a:r>
              <a:rPr lang="en-US"/>
              <a:t> </a:t>
            </a:r>
            <a:br>
              <a:rPr lang="en-US"/>
            </a:br>
            <a:r>
              <a:rPr lang="en-US"/>
              <a:t>at nisi et, </a:t>
            </a:r>
            <a:r>
              <a:rPr lang="en-US" err="1"/>
              <a:t>varius</a:t>
            </a:r>
            <a:r>
              <a:rPr lang="en-US"/>
              <a:t> </a:t>
            </a:r>
            <a:r>
              <a:rPr lang="en-US" err="1"/>
              <a:t>lobortis</a:t>
            </a:r>
            <a:r>
              <a:rPr lang="en-US"/>
              <a:t> </a:t>
            </a:r>
            <a:r>
              <a:rPr lang="en-US" err="1"/>
              <a:t>lectus</a:t>
            </a:r>
            <a:r>
              <a:rPr lang="en-US"/>
              <a:t>. </a:t>
            </a:r>
            <a:r>
              <a:rPr lang="en-US" err="1"/>
              <a:t>Fusce</a:t>
            </a:r>
            <a:r>
              <a:rPr lang="en-US"/>
              <a:t> </a:t>
            </a:r>
            <a:r>
              <a:rPr lang="en-US" err="1"/>
              <a:t>fermentum</a:t>
            </a:r>
            <a:r>
              <a:rPr lang="en-US"/>
              <a:t> </a:t>
            </a:r>
            <a:r>
              <a:rPr lang="en-US" err="1"/>
              <a:t>bibendum</a:t>
            </a:r>
            <a:r>
              <a:rPr lang="en-US"/>
              <a:t> </a:t>
            </a:r>
            <a:r>
              <a:rPr lang="en-US" err="1"/>
              <a:t>varius</a:t>
            </a:r>
            <a:r>
              <a:rPr lang="en-US"/>
              <a:t>. </a:t>
            </a: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r>
              <a:rPr lang="en-US"/>
              <a:t> </a:t>
            </a:r>
            <a:br>
              <a:rPr lang="en-US"/>
            </a:br>
            <a:r>
              <a:rPr lang="en-US"/>
              <a:t>fames ac </a:t>
            </a:r>
            <a:r>
              <a:rPr lang="en-US" err="1"/>
              <a:t>turpis</a:t>
            </a:r>
            <a:r>
              <a:rPr lang="en-US"/>
              <a:t> </a:t>
            </a:r>
            <a:r>
              <a:rPr lang="en-US" err="1"/>
              <a:t>egestas</a:t>
            </a:r>
            <a:r>
              <a:rPr lang="en-US"/>
              <a:t>.</a:t>
            </a:r>
          </a:p>
          <a:p>
            <a:pPr marL="171450" marR="0" lvl="0" indent="-171450" algn="l" defTabSz="914400" rtl="0" eaLnBrk="1" fontAlgn="auto" latinLnBrk="0" hangingPunct="1">
              <a:lnSpc>
                <a:spcPts val="1600"/>
              </a:lnSpc>
              <a:spcBef>
                <a:spcPts val="264"/>
              </a:spcBef>
              <a:spcAft>
                <a:spcPts val="300"/>
              </a:spcAft>
              <a:buClrTx/>
              <a:buSzTx/>
              <a:tabLst/>
              <a:defRPr/>
            </a:pPr>
            <a:r>
              <a:rPr lang="en-US" sz="1100">
                <a:latin typeface="+mj-lt"/>
              </a:rPr>
              <a:t>In </a:t>
            </a:r>
            <a:r>
              <a:rPr lang="en-US" sz="1100" err="1">
                <a:latin typeface="+mj-lt"/>
              </a:rPr>
              <a:t>egestas</a:t>
            </a:r>
            <a:r>
              <a:rPr lang="en-US" sz="1100">
                <a:latin typeface="+mj-lt"/>
              </a:rPr>
              <a:t> </a:t>
            </a:r>
            <a:r>
              <a:rPr lang="en-US" sz="1100" err="1">
                <a:latin typeface="+mj-lt"/>
              </a:rPr>
              <a:t>orci</a:t>
            </a:r>
            <a:r>
              <a:rPr lang="en-US" sz="1100">
                <a:latin typeface="+mj-lt"/>
              </a:rPr>
              <a:t> </a:t>
            </a:r>
            <a:r>
              <a:rPr lang="en-US" sz="1100" err="1">
                <a:latin typeface="+mj-lt"/>
              </a:rPr>
              <a:t>eu</a:t>
            </a:r>
            <a:r>
              <a:rPr lang="en-US" sz="1100">
                <a:latin typeface="+mj-lt"/>
              </a:rPr>
              <a:t> </a:t>
            </a:r>
            <a:r>
              <a:rPr lang="en-US" sz="1100" err="1">
                <a:latin typeface="+mj-lt"/>
              </a:rPr>
              <a:t>lacinia</a:t>
            </a:r>
            <a:r>
              <a:rPr lang="en-US" sz="1100">
                <a:latin typeface="+mj-lt"/>
              </a:rPr>
              <a:t> </a:t>
            </a:r>
            <a:r>
              <a:rPr lang="en-US" sz="1100" err="1">
                <a:latin typeface="+mj-lt"/>
              </a:rPr>
              <a:t>consectetur</a:t>
            </a:r>
            <a:r>
              <a:rPr lang="en-US" sz="1100">
                <a:latin typeface="+mj-lt"/>
              </a:rPr>
              <a:t>. In dolor ipsum, gravida et </a:t>
            </a:r>
            <a:r>
              <a:rPr lang="en-US" sz="1100" err="1">
                <a:latin typeface="+mj-lt"/>
              </a:rPr>
              <a:t>sagittis</a:t>
            </a:r>
            <a:r>
              <a:rPr lang="en-US" sz="1100">
                <a:latin typeface="+mj-lt"/>
              </a:rPr>
              <a:t> id, </a:t>
            </a:r>
            <a:r>
              <a:rPr lang="en-US" sz="1100" err="1">
                <a:latin typeface="+mj-lt"/>
              </a:rPr>
              <a:t>sollicitudin</a:t>
            </a:r>
            <a:r>
              <a:rPr lang="en-US" sz="1100">
                <a:latin typeface="+mj-lt"/>
              </a:rPr>
              <a:t> </a:t>
            </a:r>
            <a:r>
              <a:rPr lang="en-US" sz="1100" err="1">
                <a:latin typeface="+mj-lt"/>
              </a:rPr>
              <a:t>ut</a:t>
            </a:r>
            <a:r>
              <a:rPr lang="en-US" sz="1100">
                <a:latin typeface="+mj-lt"/>
              </a:rPr>
              <a:t> </a:t>
            </a:r>
            <a:r>
              <a:rPr lang="en-US" sz="1100" err="1">
                <a:latin typeface="+mj-lt"/>
              </a:rPr>
              <a:t>nisl</a:t>
            </a:r>
            <a:r>
              <a:rPr lang="en-US" sz="1100">
                <a:latin typeface="+mj-lt"/>
              </a:rPr>
              <a:t>. </a:t>
            </a:r>
            <a:r>
              <a:rPr lang="en-US" sz="1100" err="1">
                <a:latin typeface="+mj-lt"/>
              </a:rPr>
              <a:t>Praesent</a:t>
            </a:r>
            <a:r>
              <a:rPr lang="en-US" sz="1100">
                <a:latin typeface="+mj-lt"/>
              </a:rPr>
              <a:t> </a:t>
            </a:r>
            <a:r>
              <a:rPr lang="en-US" sz="1100" err="1">
                <a:latin typeface="+mj-lt"/>
              </a:rPr>
              <a:t>bibendum</a:t>
            </a:r>
            <a:r>
              <a:rPr lang="en-US" sz="1100">
                <a:latin typeface="+mj-lt"/>
              </a:rPr>
              <a:t> tempus </a:t>
            </a:r>
            <a:r>
              <a:rPr lang="en-US" sz="1100" err="1">
                <a:latin typeface="+mj-lt"/>
              </a:rPr>
              <a:t>tellus</a:t>
            </a:r>
            <a:r>
              <a:rPr lang="en-US" sz="1100">
                <a:latin typeface="+mj-lt"/>
              </a:rPr>
              <a:t> </a:t>
            </a:r>
            <a:r>
              <a:rPr lang="en-US" sz="1100" err="1">
                <a:latin typeface="+mj-lt"/>
              </a:rPr>
              <a:t>nec</a:t>
            </a:r>
            <a:r>
              <a:rPr lang="en-US" sz="1100">
                <a:latin typeface="+mj-lt"/>
              </a:rPr>
              <a:t> </a:t>
            </a:r>
            <a:r>
              <a:rPr lang="en-US" sz="1100" err="1">
                <a:latin typeface="+mj-lt"/>
              </a:rPr>
              <a:t>hendrerit</a:t>
            </a:r>
            <a:r>
              <a:rPr lang="en-US" sz="1100">
                <a:latin typeface="+mj-lt"/>
              </a:rPr>
              <a:t>. Nam in </a:t>
            </a:r>
            <a:r>
              <a:rPr lang="en-US" sz="1100" err="1">
                <a:latin typeface="+mj-lt"/>
              </a:rPr>
              <a:t>tempor</a:t>
            </a:r>
            <a:r>
              <a:rPr lang="en-US" sz="1100">
                <a:latin typeface="+mj-lt"/>
              </a:rPr>
              <a:t> </a:t>
            </a:r>
            <a:r>
              <a:rPr lang="en-US" sz="1100" err="1">
                <a:latin typeface="+mj-lt"/>
              </a:rPr>
              <a:t>metus</a:t>
            </a:r>
            <a:r>
              <a:rPr lang="en-US" sz="1100">
                <a:latin typeface="+mj-lt"/>
              </a:rPr>
              <a:t>, ac </a:t>
            </a:r>
            <a:r>
              <a:rPr lang="en-US" sz="1100" err="1">
                <a:latin typeface="+mj-lt"/>
              </a:rPr>
              <a:t>finibus</a:t>
            </a:r>
            <a:r>
              <a:rPr lang="en-US" sz="1100">
                <a:latin typeface="+mj-lt"/>
              </a:rPr>
              <a:t> </a:t>
            </a:r>
            <a:r>
              <a:rPr lang="en-US" sz="1100" err="1">
                <a:latin typeface="+mj-lt"/>
              </a:rPr>
              <a:t>purus</a:t>
            </a:r>
            <a:r>
              <a:rPr lang="en-US" sz="1100">
                <a:latin typeface="+mj-lt"/>
              </a:rPr>
              <a:t>. </a:t>
            </a:r>
            <a:r>
              <a:rPr lang="en-US" sz="1100" err="1">
                <a:latin typeface="+mj-lt"/>
              </a:rPr>
              <a:t>Praesent</a:t>
            </a:r>
            <a:r>
              <a:rPr lang="en-US" sz="1100">
                <a:latin typeface="+mj-lt"/>
              </a:rPr>
              <a:t> </a:t>
            </a:r>
            <a:r>
              <a:rPr lang="en-US" sz="1100" err="1">
                <a:latin typeface="+mj-lt"/>
              </a:rPr>
              <a:t>consequat</a:t>
            </a:r>
            <a:r>
              <a:rPr lang="en-US" sz="1100">
                <a:latin typeface="+mj-lt"/>
              </a:rPr>
              <a:t> </a:t>
            </a:r>
            <a:r>
              <a:rPr lang="en-US" sz="1100" err="1">
                <a:latin typeface="+mj-lt"/>
              </a:rPr>
              <a:t>lectus</a:t>
            </a:r>
            <a:r>
              <a:rPr lang="en-US" sz="1100">
                <a:latin typeface="+mj-lt"/>
              </a:rPr>
              <a:t> sit </a:t>
            </a:r>
            <a:r>
              <a:rPr lang="en-US" sz="1100" err="1">
                <a:latin typeface="+mj-lt"/>
              </a:rPr>
              <a:t>amet</a:t>
            </a:r>
            <a:r>
              <a:rPr lang="en-US" sz="1100">
                <a:latin typeface="+mj-lt"/>
              </a:rPr>
              <a:t> </a:t>
            </a:r>
            <a:r>
              <a:rPr lang="en-US" sz="1100" err="1">
                <a:latin typeface="+mj-lt"/>
              </a:rPr>
              <a:t>tortor</a:t>
            </a:r>
            <a:r>
              <a:rPr lang="en-US" sz="1100">
                <a:latin typeface="+mj-lt"/>
              </a:rPr>
              <a:t> pharetra, </a:t>
            </a:r>
            <a:r>
              <a:rPr lang="en-US" sz="1100" err="1">
                <a:latin typeface="+mj-lt"/>
              </a:rPr>
              <a:t>sed</a:t>
            </a:r>
            <a:r>
              <a:rPr lang="en-US" sz="1100">
                <a:latin typeface="+mj-lt"/>
              </a:rPr>
              <a:t> </a:t>
            </a:r>
            <a:r>
              <a:rPr lang="en-US" sz="1100" err="1">
                <a:latin typeface="+mj-lt"/>
              </a:rPr>
              <a:t>venenatis</a:t>
            </a:r>
            <a:r>
              <a:rPr lang="en-US" sz="1100">
                <a:latin typeface="+mj-lt"/>
              </a:rPr>
              <a:t> </a:t>
            </a:r>
            <a:r>
              <a:rPr lang="en-US" sz="1100" err="1">
                <a:latin typeface="+mj-lt"/>
              </a:rPr>
              <a:t>eros</a:t>
            </a:r>
            <a:r>
              <a:rPr lang="en-US" sz="1100">
                <a:latin typeface="+mj-lt"/>
              </a:rPr>
              <a:t> </a:t>
            </a:r>
            <a:r>
              <a:rPr lang="en-US" sz="1100" err="1">
                <a:latin typeface="+mj-lt"/>
              </a:rPr>
              <a:t>lacinia</a:t>
            </a:r>
            <a:r>
              <a:rPr lang="en-US" sz="1100">
                <a:latin typeface="+mj-lt"/>
              </a:rPr>
              <a:t>. In </a:t>
            </a:r>
            <a:r>
              <a:rPr lang="en-US" sz="1100" err="1">
                <a:latin typeface="+mj-lt"/>
              </a:rPr>
              <a:t>sed</a:t>
            </a:r>
            <a:r>
              <a:rPr lang="en-US" sz="1100">
                <a:latin typeface="+mj-lt"/>
              </a:rPr>
              <a:t> </a:t>
            </a:r>
            <a:r>
              <a:rPr lang="en-US" sz="1100" err="1">
                <a:latin typeface="+mj-lt"/>
              </a:rPr>
              <a:t>erat</a:t>
            </a:r>
            <a:r>
              <a:rPr lang="en-US" sz="1100">
                <a:latin typeface="+mj-lt"/>
              </a:rPr>
              <a:t> libero. </a:t>
            </a:r>
            <a:r>
              <a:rPr lang="en-US" sz="1100" err="1">
                <a:latin typeface="+mj-lt"/>
              </a:rPr>
              <a:t>Sed</a:t>
            </a:r>
            <a:r>
              <a:rPr lang="en-US" sz="1100">
                <a:latin typeface="+mj-lt"/>
              </a:rPr>
              <a:t> lorem </a:t>
            </a:r>
            <a:r>
              <a:rPr lang="en-US" sz="1100" err="1">
                <a:latin typeface="+mj-lt"/>
              </a:rPr>
              <a:t>neque</a:t>
            </a:r>
            <a:r>
              <a:rPr lang="en-US" sz="1100">
                <a:latin typeface="+mj-lt"/>
              </a:rPr>
              <a:t>, </a:t>
            </a:r>
            <a:r>
              <a:rPr lang="en-US" sz="1100" err="1">
                <a:latin typeface="+mj-lt"/>
              </a:rPr>
              <a:t>commodo</a:t>
            </a:r>
            <a:r>
              <a:rPr lang="en-US" sz="1100">
                <a:latin typeface="+mj-lt"/>
              </a:rPr>
              <a:t> vitae ex at, pharetra convallis </a:t>
            </a:r>
            <a:r>
              <a:rPr lang="en-US" sz="1100" err="1">
                <a:latin typeface="+mj-lt"/>
              </a:rPr>
              <a:t>nunc</a:t>
            </a:r>
            <a:r>
              <a:rPr lang="en-US" sz="1100">
                <a:latin typeface="+mj-lt"/>
              </a:rPr>
              <a:t>. In </a:t>
            </a:r>
            <a:r>
              <a:rPr lang="en-US" sz="1100" err="1">
                <a:latin typeface="+mj-lt"/>
              </a:rPr>
              <a:t>vehicula</a:t>
            </a:r>
            <a:r>
              <a:rPr lang="en-US" sz="1100">
                <a:latin typeface="+mj-lt"/>
              </a:rPr>
              <a:t> </a:t>
            </a:r>
            <a:r>
              <a:rPr lang="en-US" sz="1100" err="1">
                <a:latin typeface="+mj-lt"/>
              </a:rPr>
              <a:t>mauris</a:t>
            </a:r>
            <a:r>
              <a:rPr lang="en-US" sz="1100">
                <a:latin typeface="+mj-lt"/>
              </a:rPr>
              <a:t> ligula. </a:t>
            </a:r>
            <a:r>
              <a:rPr lang="en-US" sz="1100" err="1">
                <a:latin typeface="+mj-lt"/>
              </a:rPr>
              <a:t>Suspendisse</a:t>
            </a:r>
            <a:r>
              <a:rPr lang="en-US" sz="1100">
                <a:latin typeface="+mj-lt"/>
              </a:rPr>
              <a:t> in </a:t>
            </a:r>
            <a:r>
              <a:rPr lang="en-US" sz="1100" err="1">
                <a:latin typeface="+mj-lt"/>
              </a:rPr>
              <a:t>tellus</a:t>
            </a:r>
            <a:r>
              <a:rPr lang="en-US" sz="1100">
                <a:latin typeface="+mj-lt"/>
              </a:rPr>
              <a:t> </a:t>
            </a:r>
            <a:r>
              <a:rPr lang="en-US" sz="1100" err="1">
                <a:latin typeface="+mj-lt"/>
              </a:rPr>
              <a:t>congue</a:t>
            </a:r>
            <a:r>
              <a:rPr lang="en-US" sz="1100">
                <a:latin typeface="+mj-lt"/>
              </a:rPr>
              <a:t> </a:t>
            </a:r>
            <a:r>
              <a:rPr lang="en-US" sz="1100" err="1">
                <a:latin typeface="+mj-lt"/>
              </a:rPr>
              <a:t>odio</a:t>
            </a:r>
            <a:r>
              <a:rPr lang="en-US" sz="1100">
                <a:latin typeface="+mj-lt"/>
              </a:rPr>
              <a:t> pharetra </a:t>
            </a:r>
            <a:r>
              <a:rPr lang="en-US" sz="1100" err="1">
                <a:latin typeface="+mj-lt"/>
              </a:rPr>
              <a:t>finibus</a:t>
            </a:r>
            <a:r>
              <a:rPr lang="en-US" sz="1100">
                <a:latin typeface="+mj-lt"/>
              </a:rPr>
              <a:t>. Nam </a:t>
            </a:r>
            <a:r>
              <a:rPr lang="en-US" sz="1100" err="1">
                <a:latin typeface="+mj-lt"/>
              </a:rPr>
              <a:t>vel</a:t>
            </a:r>
            <a:r>
              <a:rPr lang="en-US" sz="1100">
                <a:latin typeface="+mj-lt"/>
              </a:rPr>
              <a:t> </a:t>
            </a:r>
            <a:r>
              <a:rPr lang="en-US" sz="1100" err="1">
                <a:latin typeface="+mj-lt"/>
              </a:rPr>
              <a:t>auctor</a:t>
            </a:r>
            <a:r>
              <a:rPr lang="en-US" sz="1100">
                <a:latin typeface="+mj-lt"/>
              </a:rPr>
              <a:t> </a:t>
            </a:r>
            <a:r>
              <a:rPr lang="en-US" sz="1100" err="1">
                <a:latin typeface="+mj-lt"/>
              </a:rPr>
              <a:t>justo</a:t>
            </a:r>
            <a:r>
              <a:rPr lang="en-US" sz="1100">
                <a:latin typeface="+mj-lt"/>
              </a:rPr>
              <a:t>, vitae </a:t>
            </a:r>
            <a:r>
              <a:rPr lang="en-US" sz="1100" err="1">
                <a:latin typeface="+mj-lt"/>
              </a:rPr>
              <a:t>hendrerit</a:t>
            </a:r>
            <a:r>
              <a:rPr lang="en-US" sz="1100">
                <a:latin typeface="+mj-lt"/>
              </a:rPr>
              <a:t> </a:t>
            </a:r>
            <a:r>
              <a:rPr lang="en-US" sz="1100" err="1">
                <a:latin typeface="+mj-lt"/>
              </a:rPr>
              <a:t>orci</a:t>
            </a:r>
            <a:r>
              <a:rPr lang="en-US" sz="1100">
                <a:latin typeface="+mj-lt"/>
              </a:rPr>
              <a:t>. </a:t>
            </a:r>
            <a:r>
              <a:rPr lang="en-US" sz="1100" err="1">
                <a:latin typeface="+mj-lt"/>
              </a:rPr>
              <a:t>Duis</a:t>
            </a:r>
            <a:r>
              <a:rPr lang="en-US" sz="1100">
                <a:latin typeface="+mj-lt"/>
              </a:rPr>
              <a:t> </a:t>
            </a:r>
            <a:r>
              <a:rPr lang="en-US" sz="1100" err="1">
                <a:latin typeface="+mj-lt"/>
              </a:rPr>
              <a:t>nec</a:t>
            </a:r>
            <a:r>
              <a:rPr lang="en-US" sz="1100">
                <a:latin typeface="+mj-lt"/>
              </a:rPr>
              <a:t> </a:t>
            </a:r>
            <a:r>
              <a:rPr lang="en-US" sz="1100" err="1">
                <a:latin typeface="+mj-lt"/>
              </a:rPr>
              <a:t>sapien</a:t>
            </a:r>
            <a:r>
              <a:rPr lang="en-US" sz="1100">
                <a:latin typeface="+mj-lt"/>
              </a:rPr>
              <a:t> </a:t>
            </a:r>
            <a:r>
              <a:rPr lang="en-US" sz="1100" err="1">
                <a:latin typeface="+mj-lt"/>
              </a:rPr>
              <a:t>viverra</a:t>
            </a:r>
            <a:r>
              <a:rPr lang="en-US" sz="1100">
                <a:latin typeface="+mj-lt"/>
              </a:rPr>
              <a:t>, </a:t>
            </a:r>
            <a:r>
              <a:rPr lang="en-US" sz="1100" err="1">
                <a:latin typeface="+mj-lt"/>
              </a:rPr>
              <a:t>bibendum</a:t>
            </a:r>
            <a:r>
              <a:rPr lang="en-US" sz="1100">
                <a:latin typeface="+mj-lt"/>
              </a:rPr>
              <a:t> </a:t>
            </a:r>
            <a:r>
              <a:rPr lang="en-US" sz="1100" err="1">
                <a:latin typeface="+mj-lt"/>
              </a:rPr>
              <a:t>tellus</a:t>
            </a:r>
            <a:r>
              <a:rPr lang="en-US" sz="1100">
                <a:latin typeface="+mj-lt"/>
              </a:rPr>
              <a:t> </a:t>
            </a:r>
            <a:r>
              <a:rPr lang="en-US" sz="1100" err="1">
                <a:latin typeface="+mj-lt"/>
              </a:rPr>
              <a:t>eget</a:t>
            </a:r>
            <a:r>
              <a:rPr lang="en-US" sz="1100">
                <a:latin typeface="+mj-lt"/>
              </a:rPr>
              <a:t>, </a:t>
            </a:r>
            <a:r>
              <a:rPr lang="en-US" sz="1100" err="1">
                <a:latin typeface="+mj-lt"/>
              </a:rPr>
              <a:t>pellentesque</a:t>
            </a:r>
            <a:r>
              <a:rPr lang="en-US" sz="1100">
                <a:latin typeface="+mj-lt"/>
              </a:rPr>
              <a:t> </a:t>
            </a:r>
            <a:r>
              <a:rPr lang="en-US" sz="1100" err="1">
                <a:latin typeface="+mj-lt"/>
              </a:rPr>
              <a:t>massa</a:t>
            </a:r>
            <a:r>
              <a:rPr lang="en-US" sz="1100">
                <a:latin typeface="+mj-lt"/>
              </a:rPr>
              <a:t>. </a:t>
            </a:r>
            <a:r>
              <a:rPr lang="en-US" sz="1100" err="1">
                <a:latin typeface="+mj-lt"/>
              </a:rPr>
              <a:t>Nulla</a:t>
            </a:r>
            <a:r>
              <a:rPr lang="en-US" sz="1100">
                <a:latin typeface="+mj-lt"/>
              </a:rPr>
              <a:t> </a:t>
            </a:r>
            <a:r>
              <a:rPr lang="en-US" sz="1100" err="1">
                <a:latin typeface="+mj-lt"/>
              </a:rPr>
              <a:t>feugiat</a:t>
            </a:r>
            <a:r>
              <a:rPr lang="en-US" sz="1100">
                <a:latin typeface="+mj-lt"/>
              </a:rPr>
              <a:t>, </a:t>
            </a:r>
            <a:r>
              <a:rPr lang="en-US" sz="1100" err="1">
                <a:latin typeface="+mj-lt"/>
              </a:rPr>
              <a:t>turpis</a:t>
            </a:r>
            <a:r>
              <a:rPr lang="en-US" sz="1100">
                <a:latin typeface="+mj-lt"/>
              </a:rPr>
              <a:t> et </a:t>
            </a:r>
            <a:r>
              <a:rPr lang="en-US" sz="1100" err="1">
                <a:latin typeface="+mj-lt"/>
              </a:rPr>
              <a:t>posuere</a:t>
            </a:r>
            <a:r>
              <a:rPr lang="en-US" sz="1100">
                <a:latin typeface="+mj-lt"/>
              </a:rPr>
              <a:t> </a:t>
            </a:r>
            <a:r>
              <a:rPr lang="en-US" sz="1100" err="1">
                <a:latin typeface="+mj-lt"/>
              </a:rPr>
              <a:t>viverra</a:t>
            </a:r>
            <a:r>
              <a:rPr lang="en-US" sz="1100">
                <a:latin typeface="+mj-lt"/>
              </a:rPr>
              <a:t>, ipsum </a:t>
            </a:r>
            <a:r>
              <a:rPr lang="en-US" sz="1100" err="1">
                <a:latin typeface="+mj-lt"/>
              </a:rPr>
              <a:t>sem</a:t>
            </a:r>
            <a:r>
              <a:rPr lang="en-US" sz="1100">
                <a:latin typeface="+mj-lt"/>
              </a:rPr>
              <a:t> </a:t>
            </a:r>
            <a:r>
              <a:rPr lang="en-US" sz="1100" err="1">
                <a:latin typeface="+mj-lt"/>
              </a:rPr>
              <a:t>tincidunt</a:t>
            </a:r>
            <a:r>
              <a:rPr lang="en-US" sz="1100">
                <a:latin typeface="+mj-lt"/>
              </a:rPr>
              <a:t> </a:t>
            </a:r>
            <a:r>
              <a:rPr lang="en-US" sz="1100" err="1">
                <a:latin typeface="+mj-lt"/>
              </a:rPr>
              <a:t>est</a:t>
            </a:r>
            <a:r>
              <a:rPr lang="en-US" sz="1100">
                <a:latin typeface="+mj-lt"/>
              </a:rPr>
              <a:t>, </a:t>
            </a:r>
            <a:r>
              <a:rPr lang="en-US" sz="1100" err="1">
                <a:latin typeface="+mj-lt"/>
              </a:rPr>
              <a:t>finibus</a:t>
            </a:r>
            <a:r>
              <a:rPr lang="en-US" sz="1100">
                <a:latin typeface="+mj-lt"/>
              </a:rPr>
              <a:t> </a:t>
            </a:r>
            <a:r>
              <a:rPr lang="en-US" sz="1100" err="1">
                <a:latin typeface="+mj-lt"/>
              </a:rPr>
              <a:t>tempor</a:t>
            </a:r>
            <a:r>
              <a:rPr lang="en-US" sz="1100">
                <a:latin typeface="+mj-lt"/>
              </a:rPr>
              <a:t> </a:t>
            </a:r>
            <a:r>
              <a:rPr lang="en-US" sz="1100" err="1">
                <a:latin typeface="+mj-lt"/>
              </a:rPr>
              <a:t>nibh</a:t>
            </a:r>
            <a:r>
              <a:rPr lang="en-US" sz="1100">
                <a:latin typeface="+mj-lt"/>
              </a:rPr>
              <a:t> ante semper diam. </a:t>
            </a:r>
            <a:r>
              <a:rPr lang="en-US" sz="1100" err="1">
                <a:latin typeface="+mj-lt"/>
              </a:rPr>
              <a:t>Nullam</a:t>
            </a:r>
            <a:r>
              <a:rPr lang="en-US" sz="1100">
                <a:latin typeface="+mj-lt"/>
              </a:rPr>
              <a:t> </a:t>
            </a:r>
            <a:r>
              <a:rPr lang="en-US" sz="1100" err="1">
                <a:latin typeface="+mj-lt"/>
              </a:rPr>
              <a:t>quis</a:t>
            </a:r>
            <a:r>
              <a:rPr lang="en-US" sz="1100">
                <a:latin typeface="+mj-lt"/>
              </a:rPr>
              <a:t> </a:t>
            </a:r>
            <a:r>
              <a:rPr lang="en-US" sz="1100" err="1">
                <a:latin typeface="+mj-lt"/>
              </a:rPr>
              <a:t>euismod</a:t>
            </a:r>
            <a:r>
              <a:rPr lang="en-US" sz="1100">
                <a:latin typeface="+mj-lt"/>
              </a:rPr>
              <a:t> </a:t>
            </a:r>
            <a:r>
              <a:rPr lang="en-US" sz="1100" err="1">
                <a:latin typeface="+mj-lt"/>
              </a:rPr>
              <a:t>neque</a:t>
            </a:r>
            <a:r>
              <a:rPr lang="en-US" sz="1100">
                <a:latin typeface="+mj-lt"/>
              </a:rPr>
              <a:t>, </a:t>
            </a:r>
            <a:r>
              <a:rPr lang="en-US" sz="1100" err="1">
                <a:latin typeface="+mj-lt"/>
              </a:rPr>
              <a:t>nec</a:t>
            </a:r>
            <a:r>
              <a:rPr lang="en-US" sz="1100">
                <a:latin typeface="+mj-lt"/>
              </a:rPr>
              <a:t> </a:t>
            </a:r>
            <a:r>
              <a:rPr lang="en-US" sz="1100" err="1">
                <a:latin typeface="+mj-lt"/>
              </a:rPr>
              <a:t>facilisis</a:t>
            </a:r>
            <a:r>
              <a:rPr lang="en-US" sz="1100">
                <a:latin typeface="+mj-lt"/>
              </a:rPr>
              <a:t> sem. </a:t>
            </a:r>
            <a:r>
              <a:rPr lang="en-US" sz="1100" err="1">
                <a:latin typeface="+mj-lt"/>
              </a:rPr>
              <a:t>Morbi</a:t>
            </a:r>
            <a:r>
              <a:rPr lang="en-US" sz="1100">
                <a:latin typeface="+mj-lt"/>
              </a:rPr>
              <a:t> </a:t>
            </a:r>
            <a:r>
              <a:rPr lang="en-US" sz="1100" err="1">
                <a:latin typeface="+mj-lt"/>
              </a:rPr>
              <a:t>egestas</a:t>
            </a:r>
            <a:r>
              <a:rPr lang="en-US" sz="1100">
                <a:latin typeface="+mj-lt"/>
              </a:rPr>
              <a:t> </a:t>
            </a:r>
            <a:r>
              <a:rPr lang="en-US" sz="1100" err="1">
                <a:latin typeface="+mj-lt"/>
              </a:rPr>
              <a:t>iaculis</a:t>
            </a:r>
            <a:r>
              <a:rPr lang="en-US" sz="1100">
                <a:latin typeface="+mj-lt"/>
              </a:rPr>
              <a:t> </a:t>
            </a:r>
            <a:r>
              <a:rPr lang="en-US" sz="1100" err="1">
                <a:latin typeface="+mj-lt"/>
              </a:rPr>
              <a:t>dignissim</a:t>
            </a:r>
            <a:r>
              <a:rPr lang="en-US" sz="1100">
                <a:latin typeface="+mj-lt"/>
              </a:rPr>
              <a:t>. In </a:t>
            </a:r>
            <a:r>
              <a:rPr lang="en-US" sz="1100" err="1">
                <a:latin typeface="+mj-lt"/>
              </a:rPr>
              <a:t>accumsan</a:t>
            </a:r>
            <a:r>
              <a:rPr lang="en-US" sz="1100">
                <a:latin typeface="+mj-lt"/>
              </a:rPr>
              <a:t> </a:t>
            </a:r>
            <a:r>
              <a:rPr lang="en-US" sz="1100" err="1">
                <a:latin typeface="+mj-lt"/>
              </a:rPr>
              <a:t>tortor</a:t>
            </a:r>
            <a:r>
              <a:rPr lang="en-US" sz="1100">
                <a:latin typeface="+mj-lt"/>
              </a:rPr>
              <a:t> </a:t>
            </a:r>
            <a:r>
              <a:rPr lang="en-US" sz="1100" err="1">
                <a:latin typeface="+mj-lt"/>
              </a:rPr>
              <a:t>elit</a:t>
            </a:r>
            <a:r>
              <a:rPr lang="en-US" sz="1100">
                <a:latin typeface="+mj-lt"/>
              </a:rPr>
              <a:t>, non </a:t>
            </a:r>
            <a:r>
              <a:rPr lang="en-US" sz="1100" err="1">
                <a:latin typeface="+mj-lt"/>
              </a:rPr>
              <a:t>euismod</a:t>
            </a:r>
            <a:r>
              <a:rPr lang="en-US" sz="1100">
                <a:latin typeface="+mj-lt"/>
              </a:rPr>
              <a:t> </a:t>
            </a:r>
            <a:r>
              <a:rPr lang="en-US" sz="1100" err="1">
                <a:latin typeface="+mj-lt"/>
              </a:rPr>
              <a:t>eros</a:t>
            </a:r>
            <a:r>
              <a:rPr lang="en-US" sz="1100">
                <a:latin typeface="+mj-lt"/>
              </a:rPr>
              <a:t> </a:t>
            </a:r>
            <a:r>
              <a:rPr lang="en-US" sz="1100" err="1">
                <a:latin typeface="+mj-lt"/>
              </a:rPr>
              <a:t>accumsan</a:t>
            </a:r>
            <a:r>
              <a:rPr lang="en-US" sz="1100">
                <a:latin typeface="+mj-lt"/>
              </a:rPr>
              <a:t> ac. </a:t>
            </a:r>
            <a:r>
              <a:rPr lang="en-US" sz="1100" err="1">
                <a:latin typeface="+mj-lt"/>
              </a:rPr>
              <a:t>Sed</a:t>
            </a:r>
            <a:r>
              <a:rPr lang="en-US" sz="1100">
                <a:latin typeface="+mj-lt"/>
              </a:rPr>
              <a:t> </a:t>
            </a:r>
            <a:r>
              <a:rPr lang="en-US" sz="1100" err="1">
                <a:latin typeface="+mj-lt"/>
              </a:rPr>
              <a:t>ultrices</a:t>
            </a:r>
            <a:r>
              <a:rPr lang="en-US" sz="1100">
                <a:latin typeface="+mj-lt"/>
              </a:rPr>
              <a:t> mi lorem, </a:t>
            </a:r>
            <a:r>
              <a:rPr lang="en-US" sz="1100" err="1">
                <a:latin typeface="+mj-lt"/>
              </a:rPr>
              <a:t>ut</a:t>
            </a:r>
            <a:r>
              <a:rPr lang="en-US" sz="1100">
                <a:latin typeface="+mj-lt"/>
              </a:rPr>
              <a:t> </a:t>
            </a:r>
            <a:r>
              <a:rPr lang="en-US" sz="1100" err="1">
                <a:latin typeface="+mj-lt"/>
              </a:rPr>
              <a:t>dignissim</a:t>
            </a:r>
            <a:r>
              <a:rPr lang="en-US" sz="1100">
                <a:latin typeface="+mj-lt"/>
              </a:rPr>
              <a:t> </a:t>
            </a:r>
            <a:r>
              <a:rPr lang="en-US" sz="1100" err="1">
                <a:latin typeface="+mj-lt"/>
              </a:rPr>
              <a:t>nibh</a:t>
            </a:r>
            <a:r>
              <a:rPr lang="en-US" sz="1100">
                <a:latin typeface="+mj-lt"/>
              </a:rPr>
              <a:t> </a:t>
            </a:r>
            <a:r>
              <a:rPr lang="en-US" sz="1100" err="1">
                <a:latin typeface="+mj-lt"/>
              </a:rPr>
              <a:t>facilisis</a:t>
            </a:r>
            <a:r>
              <a:rPr lang="en-US" sz="1100">
                <a:latin typeface="+mj-lt"/>
              </a:rPr>
              <a:t> vel.</a:t>
            </a:r>
          </a:p>
        </p:txBody>
      </p:sp>
      <p:cxnSp>
        <p:nvCxnSpPr>
          <p:cNvPr id="4" name="Straight Connector 3"/>
          <p:cNvCxnSpPr/>
          <p:nvPr userDrawn="1"/>
        </p:nvCxnSpPr>
        <p:spPr>
          <a:xfrm>
            <a:off x="294409" y="716437"/>
            <a:ext cx="8555182"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5" name="Slide Number Placeholder 1"/>
          <p:cNvSpPr>
            <a:spLocks noGrp="1"/>
          </p:cNvSpPr>
          <p:nvPr>
            <p:ph type="sldNum" sz="quarter" idx="4"/>
          </p:nvPr>
        </p:nvSpPr>
        <p:spPr>
          <a:xfrm>
            <a:off x="7413441" y="4826639"/>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pPr marL="0" marR="0" lvl="0" indent="0" algn="r" defTabSz="685800" rtl="0" eaLnBrk="1" fontAlgn="auto" latinLnBrk="0" hangingPunct="1">
              <a:lnSpc>
                <a:spcPct val="100000"/>
              </a:lnSpc>
              <a:spcBef>
                <a:spcPts val="0"/>
              </a:spcBef>
              <a:spcAft>
                <a:spcPts val="0"/>
              </a:spcAft>
              <a:buClrTx/>
              <a:buSzTx/>
              <a:buFontTx/>
              <a:buNone/>
              <a:tabLst/>
              <a:defRPr/>
            </a:pPr>
            <a:fld id="{3A707DD9-E92B-45E8-BE0A-E6B2EDF345EB}" type="slidenum">
              <a:rPr kumimoji="0" lang="en-US" sz="800" b="1" i="0" u="none" strike="noStrike" kern="1200" cap="none" spc="0" normalizeH="0" baseline="0" noProof="0" smtClean="0">
                <a:ln>
                  <a:noFill/>
                </a:ln>
                <a:solidFill>
                  <a:srgbClr val="FEFEFE"/>
                </a:solidFill>
                <a:effectLst/>
                <a:uLnTx/>
                <a:uFillTx/>
                <a:latin typeface="Calibri Light"/>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a:t>
            </a:fld>
            <a:endParaRPr kumimoji="0" lang="en-US" sz="800" b="1" i="0" u="none" strike="noStrike" kern="1200" cap="none" spc="0" normalizeH="0" baseline="0" noProof="0">
              <a:ln>
                <a:noFill/>
              </a:ln>
              <a:solidFill>
                <a:srgbClr val="FEFEFE"/>
              </a:solidFill>
              <a:effectLst/>
              <a:uLnTx/>
              <a:uFillTx/>
              <a:latin typeface="Calibri Light"/>
              <a:ea typeface="+mn-ea"/>
              <a:cs typeface="+mn-cs"/>
            </a:endParaRPr>
          </a:p>
        </p:txBody>
      </p:sp>
    </p:spTree>
    <p:extLst>
      <p:ext uri="{BB962C8B-B14F-4D97-AF65-F5344CB8AC3E}">
        <p14:creationId xmlns:p14="http://schemas.microsoft.com/office/powerpoint/2010/main" val="1138540228"/>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Please Add Slide Headline Here</a:t>
            </a:r>
          </a:p>
        </p:txBody>
      </p:sp>
      <p:sp>
        <p:nvSpPr>
          <p:cNvPr id="6" name="Content Placeholder 5"/>
          <p:cNvSpPr>
            <a:spLocks noGrp="1"/>
          </p:cNvSpPr>
          <p:nvPr>
            <p:ph sz="quarter" idx="10" hasCustomPrompt="1"/>
          </p:nvPr>
        </p:nvSpPr>
        <p:spPr>
          <a:xfrm>
            <a:off x="357189" y="1079500"/>
            <a:ext cx="3986212" cy="3397250"/>
          </a:xfrm>
        </p:spPr>
        <p:txBody>
          <a:bodyPr/>
          <a:lstStyle>
            <a:lvl1pPr marL="171450" indent="-171450">
              <a:buFont typeface="Arial" panose="020B0604020202020204" pitchFamily="34" charset="0"/>
              <a:buChar char="•"/>
              <a:defRPr>
                <a:latin typeface="+mj-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a:t>
            </a:r>
          </a:p>
          <a:p>
            <a:pPr lvl="0"/>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r>
              <a:rPr lang="en-US" err="1"/>
              <a:t>Aliquam</a:t>
            </a:r>
            <a:r>
              <a:rPr lang="en-US"/>
              <a:t> sit </a:t>
            </a:r>
            <a:r>
              <a:rPr lang="en-US" err="1"/>
              <a:t>amet</a:t>
            </a:r>
            <a:r>
              <a:rPr lang="en-US"/>
              <a:t> </a:t>
            </a:r>
            <a:r>
              <a:rPr lang="en-US" err="1"/>
              <a:t>leo</a:t>
            </a:r>
            <a:r>
              <a:rPr lang="en-US"/>
              <a:t> semper, </a:t>
            </a:r>
            <a:r>
              <a:rPr lang="en-US" err="1"/>
              <a:t>tincidunt</a:t>
            </a:r>
            <a:r>
              <a:rPr lang="en-US"/>
              <a:t> dolor a, </a:t>
            </a:r>
            <a:r>
              <a:rPr lang="en-US" err="1"/>
              <a:t>lobortis</a:t>
            </a:r>
            <a:r>
              <a:rPr lang="en-US"/>
              <a:t> </a:t>
            </a:r>
            <a:r>
              <a:rPr lang="en-US" err="1"/>
              <a:t>elit</a:t>
            </a:r>
            <a:r>
              <a:rPr lang="en-US"/>
              <a:t>. </a:t>
            </a:r>
            <a:r>
              <a:rPr lang="en-US" err="1"/>
              <a:t>Nulla</a:t>
            </a:r>
            <a:r>
              <a:rPr lang="en-US"/>
              <a:t> ipsum dolor, </a:t>
            </a:r>
            <a:r>
              <a:rPr lang="en-US" err="1"/>
              <a:t>condimentum</a:t>
            </a:r>
            <a:endParaRPr lang="en-US"/>
          </a:p>
          <a:p>
            <a:pPr lvl="0"/>
            <a:r>
              <a:rPr lang="en-US"/>
              <a:t>at nisi et, </a:t>
            </a:r>
            <a:r>
              <a:rPr lang="en-US" err="1"/>
              <a:t>varius</a:t>
            </a:r>
            <a:r>
              <a:rPr lang="en-US"/>
              <a:t> </a:t>
            </a:r>
            <a:r>
              <a:rPr lang="en-US" err="1"/>
              <a:t>lobortis</a:t>
            </a:r>
            <a:r>
              <a:rPr lang="en-US"/>
              <a:t> </a:t>
            </a:r>
            <a:r>
              <a:rPr lang="en-US" err="1"/>
              <a:t>lectus</a:t>
            </a:r>
            <a:r>
              <a:rPr lang="en-US"/>
              <a:t>. </a:t>
            </a:r>
            <a:r>
              <a:rPr lang="en-US" err="1"/>
              <a:t>Fusce</a:t>
            </a:r>
            <a:r>
              <a:rPr lang="en-US"/>
              <a:t> </a:t>
            </a:r>
            <a:r>
              <a:rPr lang="en-US" err="1"/>
              <a:t>fermentum</a:t>
            </a:r>
            <a:r>
              <a:rPr lang="en-US"/>
              <a:t> </a:t>
            </a:r>
            <a:r>
              <a:rPr lang="en-US" err="1"/>
              <a:t>bibendum</a:t>
            </a:r>
            <a:r>
              <a:rPr lang="en-US"/>
              <a:t> </a:t>
            </a:r>
            <a:r>
              <a:rPr lang="en-US" err="1"/>
              <a:t>varius</a:t>
            </a:r>
            <a:r>
              <a:rPr lang="en-US"/>
              <a:t>. </a:t>
            </a: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r>
              <a:rPr lang="en-US"/>
              <a:t> </a:t>
            </a:r>
            <a:br>
              <a:rPr lang="en-US"/>
            </a:br>
            <a:r>
              <a:rPr lang="en-US"/>
              <a:t>fames ac </a:t>
            </a:r>
            <a:r>
              <a:rPr lang="en-US" err="1"/>
              <a:t>turpis</a:t>
            </a:r>
            <a:r>
              <a:rPr lang="en-US"/>
              <a:t> </a:t>
            </a:r>
            <a:r>
              <a:rPr lang="en-US" err="1"/>
              <a:t>egestas</a:t>
            </a:r>
            <a:r>
              <a:rPr lang="en-US"/>
              <a:t>.</a:t>
            </a:r>
          </a:p>
        </p:txBody>
      </p:sp>
      <p:sp>
        <p:nvSpPr>
          <p:cNvPr id="4" name="Content Placeholder 5"/>
          <p:cNvSpPr>
            <a:spLocks noGrp="1"/>
          </p:cNvSpPr>
          <p:nvPr>
            <p:ph sz="quarter" idx="11" hasCustomPrompt="1"/>
          </p:nvPr>
        </p:nvSpPr>
        <p:spPr>
          <a:xfrm>
            <a:off x="4800600" y="1079500"/>
            <a:ext cx="3986213" cy="3397250"/>
          </a:xfrm>
        </p:spPr>
        <p:txBody>
          <a:bodyPr/>
          <a:lstStyle>
            <a:lvl1pPr marL="171450" indent="-171450">
              <a:buFont typeface="Arial" panose="020B0604020202020204" pitchFamily="34" charset="0"/>
              <a:buChar char="•"/>
              <a:defRPr>
                <a:latin typeface="+mj-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a:t>
            </a:r>
          </a:p>
          <a:p>
            <a:pPr lvl="0"/>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r>
              <a:rPr lang="en-US" err="1"/>
              <a:t>Aliquam</a:t>
            </a:r>
            <a:r>
              <a:rPr lang="en-US"/>
              <a:t> sit </a:t>
            </a:r>
            <a:r>
              <a:rPr lang="en-US" err="1"/>
              <a:t>amet</a:t>
            </a:r>
            <a:r>
              <a:rPr lang="en-US"/>
              <a:t> </a:t>
            </a:r>
            <a:r>
              <a:rPr lang="en-US" err="1"/>
              <a:t>leo</a:t>
            </a:r>
            <a:r>
              <a:rPr lang="en-US"/>
              <a:t> semper, </a:t>
            </a:r>
            <a:r>
              <a:rPr lang="en-US" err="1"/>
              <a:t>tincidunt</a:t>
            </a:r>
            <a:r>
              <a:rPr lang="en-US"/>
              <a:t> dolor a, </a:t>
            </a:r>
            <a:r>
              <a:rPr lang="en-US" err="1"/>
              <a:t>lobortis</a:t>
            </a:r>
            <a:r>
              <a:rPr lang="en-US"/>
              <a:t> </a:t>
            </a:r>
            <a:r>
              <a:rPr lang="en-US" err="1"/>
              <a:t>elit</a:t>
            </a:r>
            <a:r>
              <a:rPr lang="en-US"/>
              <a:t>. </a:t>
            </a:r>
            <a:r>
              <a:rPr lang="en-US" err="1"/>
              <a:t>Nulla</a:t>
            </a:r>
            <a:r>
              <a:rPr lang="en-US"/>
              <a:t> ipsum dolor, </a:t>
            </a:r>
            <a:r>
              <a:rPr lang="en-US" err="1"/>
              <a:t>condimentum</a:t>
            </a:r>
            <a:endParaRPr lang="en-US"/>
          </a:p>
          <a:p>
            <a:pPr lvl="0"/>
            <a:r>
              <a:rPr lang="en-US"/>
              <a:t>at nisi et, </a:t>
            </a:r>
            <a:r>
              <a:rPr lang="en-US" err="1"/>
              <a:t>varius</a:t>
            </a:r>
            <a:r>
              <a:rPr lang="en-US"/>
              <a:t> </a:t>
            </a:r>
            <a:r>
              <a:rPr lang="en-US" err="1"/>
              <a:t>lobortis</a:t>
            </a:r>
            <a:r>
              <a:rPr lang="en-US"/>
              <a:t> </a:t>
            </a:r>
            <a:r>
              <a:rPr lang="en-US" err="1"/>
              <a:t>lectus</a:t>
            </a:r>
            <a:r>
              <a:rPr lang="en-US"/>
              <a:t>. </a:t>
            </a:r>
            <a:r>
              <a:rPr lang="en-US" err="1"/>
              <a:t>Fusce</a:t>
            </a:r>
            <a:r>
              <a:rPr lang="en-US"/>
              <a:t> </a:t>
            </a:r>
            <a:r>
              <a:rPr lang="en-US" err="1"/>
              <a:t>fermentum</a:t>
            </a:r>
            <a:r>
              <a:rPr lang="en-US"/>
              <a:t> </a:t>
            </a:r>
            <a:r>
              <a:rPr lang="en-US" err="1"/>
              <a:t>bibendum</a:t>
            </a:r>
            <a:r>
              <a:rPr lang="en-US"/>
              <a:t> </a:t>
            </a:r>
            <a:r>
              <a:rPr lang="en-US" err="1"/>
              <a:t>varius</a:t>
            </a:r>
            <a:r>
              <a:rPr lang="en-US"/>
              <a:t>. </a:t>
            </a: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r>
              <a:rPr lang="en-US"/>
              <a:t> </a:t>
            </a:r>
            <a:br>
              <a:rPr lang="en-US"/>
            </a:br>
            <a:r>
              <a:rPr lang="en-US"/>
              <a:t>fames ac </a:t>
            </a:r>
            <a:r>
              <a:rPr lang="en-US" err="1"/>
              <a:t>turpis</a:t>
            </a:r>
            <a:r>
              <a:rPr lang="en-US"/>
              <a:t> </a:t>
            </a:r>
            <a:r>
              <a:rPr lang="en-US" err="1"/>
              <a:t>egestas</a:t>
            </a:r>
            <a:r>
              <a:rPr lang="en-US"/>
              <a:t>.</a:t>
            </a:r>
          </a:p>
        </p:txBody>
      </p:sp>
      <p:cxnSp>
        <p:nvCxnSpPr>
          <p:cNvPr id="5" name="Straight Connector 4"/>
          <p:cNvCxnSpPr/>
          <p:nvPr userDrawn="1"/>
        </p:nvCxnSpPr>
        <p:spPr>
          <a:xfrm>
            <a:off x="294409" y="716437"/>
            <a:ext cx="8555182"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8" name="Slide Number Placeholder 1"/>
          <p:cNvSpPr>
            <a:spLocks noGrp="1"/>
          </p:cNvSpPr>
          <p:nvPr>
            <p:ph type="sldNum" sz="quarter" idx="4"/>
          </p:nvPr>
        </p:nvSpPr>
        <p:spPr>
          <a:xfrm>
            <a:off x="7413441" y="4826639"/>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pPr marL="0" marR="0" lvl="0" indent="0" algn="r" defTabSz="685800" rtl="0" eaLnBrk="1" fontAlgn="auto" latinLnBrk="0" hangingPunct="1">
              <a:lnSpc>
                <a:spcPct val="100000"/>
              </a:lnSpc>
              <a:spcBef>
                <a:spcPts val="0"/>
              </a:spcBef>
              <a:spcAft>
                <a:spcPts val="0"/>
              </a:spcAft>
              <a:buClrTx/>
              <a:buSzTx/>
              <a:buFontTx/>
              <a:buNone/>
              <a:tabLst/>
              <a:defRPr/>
            </a:pPr>
            <a:fld id="{3A707DD9-E92B-45E8-BE0A-E6B2EDF345EB}" type="slidenum">
              <a:rPr kumimoji="0" lang="en-US" sz="800" b="1" i="0" u="none" strike="noStrike" kern="1200" cap="none" spc="0" normalizeH="0" baseline="0" noProof="0" smtClean="0">
                <a:ln>
                  <a:noFill/>
                </a:ln>
                <a:solidFill>
                  <a:srgbClr val="FEFEFE"/>
                </a:solidFill>
                <a:effectLst/>
                <a:uLnTx/>
                <a:uFillTx/>
                <a:latin typeface="Calibri Light"/>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a:t>
            </a:fld>
            <a:endParaRPr kumimoji="0" lang="en-US" sz="800" b="1" i="0" u="none" strike="noStrike" kern="1200" cap="none" spc="0" normalizeH="0" baseline="0" noProof="0">
              <a:ln>
                <a:noFill/>
              </a:ln>
              <a:solidFill>
                <a:srgbClr val="FEFEFE"/>
              </a:solidFill>
              <a:effectLst/>
              <a:uLnTx/>
              <a:uFillTx/>
              <a:latin typeface="Calibri Light"/>
              <a:ea typeface="+mn-ea"/>
              <a:cs typeface="+mn-cs"/>
            </a:endParaRPr>
          </a:p>
        </p:txBody>
      </p:sp>
    </p:spTree>
    <p:extLst>
      <p:ext uri="{BB962C8B-B14F-4D97-AF65-F5344CB8AC3E}">
        <p14:creationId xmlns:p14="http://schemas.microsoft.com/office/powerpoint/2010/main" val="1850405689"/>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Content with Highligh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Please Add Slide Headline Here</a:t>
            </a:r>
          </a:p>
        </p:txBody>
      </p:sp>
      <p:sp>
        <p:nvSpPr>
          <p:cNvPr id="3" name="Content Placeholder 5"/>
          <p:cNvSpPr>
            <a:spLocks noGrp="1"/>
          </p:cNvSpPr>
          <p:nvPr>
            <p:ph sz="quarter" idx="10" hasCustomPrompt="1"/>
          </p:nvPr>
        </p:nvSpPr>
        <p:spPr>
          <a:xfrm>
            <a:off x="357188" y="1422400"/>
            <a:ext cx="8429625" cy="3054350"/>
          </a:xfrm>
        </p:spPr>
        <p:txBody>
          <a:bodyPr/>
          <a:lstStyle>
            <a:lvl1pPr marL="171450" marR="0" indent="-171450" algn="l" defTabSz="914400" rtl="0" eaLnBrk="1" fontAlgn="auto" latinLnBrk="0" hangingPunct="1">
              <a:lnSpc>
                <a:spcPts val="1600"/>
              </a:lnSpc>
              <a:spcBef>
                <a:spcPts val="264"/>
              </a:spcBef>
              <a:spcAft>
                <a:spcPts val="300"/>
              </a:spcAft>
              <a:buClrTx/>
              <a:buSzTx/>
              <a:buFont typeface="Arial" panose="020B0604020202020204" pitchFamily="34" charset="0"/>
              <a:buChar char="•"/>
              <a:tabLst/>
              <a:defRPr>
                <a:latin typeface="+mj-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 </a:t>
            </a:r>
            <a:br>
              <a:rPr lang="en-US"/>
            </a:br>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r>
              <a:rPr lang="en-US" err="1"/>
              <a:t>Aliquam</a:t>
            </a:r>
            <a:r>
              <a:rPr lang="en-US"/>
              <a:t> sit </a:t>
            </a:r>
            <a:r>
              <a:rPr lang="en-US" err="1"/>
              <a:t>amet</a:t>
            </a:r>
            <a:r>
              <a:rPr lang="en-US"/>
              <a:t> </a:t>
            </a:r>
            <a:r>
              <a:rPr lang="en-US" err="1"/>
              <a:t>leo</a:t>
            </a:r>
            <a:r>
              <a:rPr lang="en-US"/>
              <a:t> semper, </a:t>
            </a:r>
            <a:r>
              <a:rPr lang="en-US" err="1"/>
              <a:t>tincidunt</a:t>
            </a:r>
            <a:r>
              <a:rPr lang="en-US"/>
              <a:t> dolor a, </a:t>
            </a:r>
            <a:r>
              <a:rPr lang="en-US" err="1"/>
              <a:t>lobortis</a:t>
            </a:r>
            <a:r>
              <a:rPr lang="en-US"/>
              <a:t> </a:t>
            </a:r>
            <a:r>
              <a:rPr lang="en-US" err="1"/>
              <a:t>elit</a:t>
            </a:r>
            <a:r>
              <a:rPr lang="en-US"/>
              <a:t>. </a:t>
            </a:r>
            <a:r>
              <a:rPr lang="en-US" err="1"/>
              <a:t>Nulla</a:t>
            </a:r>
            <a:r>
              <a:rPr lang="en-US"/>
              <a:t> ipsum dolor, </a:t>
            </a:r>
            <a:r>
              <a:rPr lang="en-US" err="1"/>
              <a:t>condimentum</a:t>
            </a:r>
            <a:r>
              <a:rPr lang="en-US"/>
              <a:t> </a:t>
            </a:r>
            <a:br>
              <a:rPr lang="en-US"/>
            </a:br>
            <a:r>
              <a:rPr lang="en-US"/>
              <a:t>at nisi et, </a:t>
            </a:r>
            <a:r>
              <a:rPr lang="en-US" err="1"/>
              <a:t>varius</a:t>
            </a:r>
            <a:r>
              <a:rPr lang="en-US"/>
              <a:t> </a:t>
            </a:r>
            <a:r>
              <a:rPr lang="en-US" err="1"/>
              <a:t>lobortis</a:t>
            </a:r>
            <a:r>
              <a:rPr lang="en-US"/>
              <a:t> </a:t>
            </a:r>
            <a:r>
              <a:rPr lang="en-US" err="1"/>
              <a:t>lectus</a:t>
            </a:r>
            <a:r>
              <a:rPr lang="en-US"/>
              <a:t>. </a:t>
            </a:r>
            <a:r>
              <a:rPr lang="en-US" err="1"/>
              <a:t>Fusce</a:t>
            </a:r>
            <a:r>
              <a:rPr lang="en-US"/>
              <a:t> </a:t>
            </a:r>
            <a:r>
              <a:rPr lang="en-US" err="1"/>
              <a:t>fermentum</a:t>
            </a:r>
            <a:r>
              <a:rPr lang="en-US"/>
              <a:t> </a:t>
            </a:r>
            <a:r>
              <a:rPr lang="en-US" err="1"/>
              <a:t>bibendum</a:t>
            </a:r>
            <a:r>
              <a:rPr lang="en-US"/>
              <a:t> </a:t>
            </a:r>
            <a:r>
              <a:rPr lang="en-US" err="1"/>
              <a:t>varius</a:t>
            </a:r>
            <a:r>
              <a:rPr lang="en-US"/>
              <a:t>. </a:t>
            </a: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r>
              <a:rPr lang="en-US"/>
              <a:t> </a:t>
            </a:r>
            <a:br>
              <a:rPr lang="en-US"/>
            </a:br>
            <a:r>
              <a:rPr lang="en-US"/>
              <a:t>fames ac </a:t>
            </a:r>
            <a:r>
              <a:rPr lang="en-US" err="1"/>
              <a:t>turpis</a:t>
            </a:r>
            <a:r>
              <a:rPr lang="en-US"/>
              <a:t> </a:t>
            </a:r>
            <a:r>
              <a:rPr lang="en-US" err="1"/>
              <a:t>egestas</a:t>
            </a:r>
            <a:r>
              <a:rPr lang="en-US"/>
              <a:t>.</a:t>
            </a:r>
          </a:p>
          <a:p>
            <a:pPr marL="171450" marR="0" lvl="0" indent="-171450" algn="l" defTabSz="914400" rtl="0" eaLnBrk="1" fontAlgn="auto" latinLnBrk="0" hangingPunct="1">
              <a:lnSpc>
                <a:spcPts val="1600"/>
              </a:lnSpc>
              <a:spcBef>
                <a:spcPts val="264"/>
              </a:spcBef>
              <a:spcAft>
                <a:spcPts val="300"/>
              </a:spcAft>
              <a:buClrTx/>
              <a:buSzTx/>
              <a:tabLst/>
              <a:defRPr/>
            </a:pPr>
            <a:r>
              <a:rPr lang="en-US" sz="1100">
                <a:latin typeface="+mj-lt"/>
              </a:rPr>
              <a:t>In </a:t>
            </a:r>
            <a:r>
              <a:rPr lang="en-US" sz="1100" err="1">
                <a:latin typeface="+mj-lt"/>
              </a:rPr>
              <a:t>egestas</a:t>
            </a:r>
            <a:r>
              <a:rPr lang="en-US" sz="1100">
                <a:latin typeface="+mj-lt"/>
              </a:rPr>
              <a:t> </a:t>
            </a:r>
            <a:r>
              <a:rPr lang="en-US" sz="1100" err="1">
                <a:latin typeface="+mj-lt"/>
              </a:rPr>
              <a:t>orci</a:t>
            </a:r>
            <a:r>
              <a:rPr lang="en-US" sz="1100">
                <a:latin typeface="+mj-lt"/>
              </a:rPr>
              <a:t> </a:t>
            </a:r>
            <a:r>
              <a:rPr lang="en-US" sz="1100" err="1">
                <a:latin typeface="+mj-lt"/>
              </a:rPr>
              <a:t>eu</a:t>
            </a:r>
            <a:r>
              <a:rPr lang="en-US" sz="1100">
                <a:latin typeface="+mj-lt"/>
              </a:rPr>
              <a:t> </a:t>
            </a:r>
            <a:r>
              <a:rPr lang="en-US" sz="1100" err="1">
                <a:latin typeface="+mj-lt"/>
              </a:rPr>
              <a:t>lacinia</a:t>
            </a:r>
            <a:r>
              <a:rPr lang="en-US" sz="1100">
                <a:latin typeface="+mj-lt"/>
              </a:rPr>
              <a:t> </a:t>
            </a:r>
            <a:r>
              <a:rPr lang="en-US" sz="1100" err="1">
                <a:latin typeface="+mj-lt"/>
              </a:rPr>
              <a:t>consectetur</a:t>
            </a:r>
            <a:r>
              <a:rPr lang="en-US" sz="1100">
                <a:latin typeface="+mj-lt"/>
              </a:rPr>
              <a:t>. In dolor ipsum, gravida et </a:t>
            </a:r>
            <a:r>
              <a:rPr lang="en-US" sz="1100" err="1">
                <a:latin typeface="+mj-lt"/>
              </a:rPr>
              <a:t>sagittis</a:t>
            </a:r>
            <a:r>
              <a:rPr lang="en-US" sz="1100">
                <a:latin typeface="+mj-lt"/>
              </a:rPr>
              <a:t> id, </a:t>
            </a:r>
            <a:r>
              <a:rPr lang="en-US" sz="1100" err="1">
                <a:latin typeface="+mj-lt"/>
              </a:rPr>
              <a:t>sollicitudin</a:t>
            </a:r>
            <a:r>
              <a:rPr lang="en-US" sz="1100">
                <a:latin typeface="+mj-lt"/>
              </a:rPr>
              <a:t> </a:t>
            </a:r>
            <a:r>
              <a:rPr lang="en-US" sz="1100" err="1">
                <a:latin typeface="+mj-lt"/>
              </a:rPr>
              <a:t>ut</a:t>
            </a:r>
            <a:r>
              <a:rPr lang="en-US" sz="1100">
                <a:latin typeface="+mj-lt"/>
              </a:rPr>
              <a:t> </a:t>
            </a:r>
            <a:r>
              <a:rPr lang="en-US" sz="1100" err="1">
                <a:latin typeface="+mj-lt"/>
              </a:rPr>
              <a:t>nisl</a:t>
            </a:r>
            <a:r>
              <a:rPr lang="en-US" sz="1100">
                <a:latin typeface="+mj-lt"/>
              </a:rPr>
              <a:t>. </a:t>
            </a:r>
            <a:r>
              <a:rPr lang="en-US" sz="1100" err="1">
                <a:latin typeface="+mj-lt"/>
              </a:rPr>
              <a:t>Praesent</a:t>
            </a:r>
            <a:r>
              <a:rPr lang="en-US" sz="1100">
                <a:latin typeface="+mj-lt"/>
              </a:rPr>
              <a:t> </a:t>
            </a:r>
            <a:r>
              <a:rPr lang="en-US" sz="1100" err="1">
                <a:latin typeface="+mj-lt"/>
              </a:rPr>
              <a:t>bibendum</a:t>
            </a:r>
            <a:r>
              <a:rPr lang="en-US" sz="1100">
                <a:latin typeface="+mj-lt"/>
              </a:rPr>
              <a:t> tempus </a:t>
            </a:r>
            <a:r>
              <a:rPr lang="en-US" sz="1100" err="1">
                <a:latin typeface="+mj-lt"/>
              </a:rPr>
              <a:t>tellus</a:t>
            </a:r>
            <a:r>
              <a:rPr lang="en-US" sz="1100">
                <a:latin typeface="+mj-lt"/>
              </a:rPr>
              <a:t> </a:t>
            </a:r>
            <a:r>
              <a:rPr lang="en-US" sz="1100" err="1">
                <a:latin typeface="+mj-lt"/>
              </a:rPr>
              <a:t>nec</a:t>
            </a:r>
            <a:r>
              <a:rPr lang="en-US" sz="1100">
                <a:latin typeface="+mj-lt"/>
              </a:rPr>
              <a:t> </a:t>
            </a:r>
            <a:r>
              <a:rPr lang="en-US" sz="1100" err="1">
                <a:latin typeface="+mj-lt"/>
              </a:rPr>
              <a:t>hendrerit</a:t>
            </a:r>
            <a:r>
              <a:rPr lang="en-US" sz="1100">
                <a:latin typeface="+mj-lt"/>
              </a:rPr>
              <a:t>. Nam in </a:t>
            </a:r>
            <a:r>
              <a:rPr lang="en-US" sz="1100" err="1">
                <a:latin typeface="+mj-lt"/>
              </a:rPr>
              <a:t>tempor</a:t>
            </a:r>
            <a:r>
              <a:rPr lang="en-US" sz="1100">
                <a:latin typeface="+mj-lt"/>
              </a:rPr>
              <a:t> </a:t>
            </a:r>
            <a:r>
              <a:rPr lang="en-US" sz="1100" err="1">
                <a:latin typeface="+mj-lt"/>
              </a:rPr>
              <a:t>metus</a:t>
            </a:r>
            <a:r>
              <a:rPr lang="en-US" sz="1100">
                <a:latin typeface="+mj-lt"/>
              </a:rPr>
              <a:t>, ac </a:t>
            </a:r>
            <a:r>
              <a:rPr lang="en-US" sz="1100" err="1">
                <a:latin typeface="+mj-lt"/>
              </a:rPr>
              <a:t>finibus</a:t>
            </a:r>
            <a:r>
              <a:rPr lang="en-US" sz="1100">
                <a:latin typeface="+mj-lt"/>
              </a:rPr>
              <a:t> </a:t>
            </a:r>
            <a:r>
              <a:rPr lang="en-US" sz="1100" err="1">
                <a:latin typeface="+mj-lt"/>
              </a:rPr>
              <a:t>purus</a:t>
            </a:r>
            <a:r>
              <a:rPr lang="en-US" sz="1100">
                <a:latin typeface="+mj-lt"/>
              </a:rPr>
              <a:t>. </a:t>
            </a:r>
            <a:r>
              <a:rPr lang="en-US" sz="1100" err="1">
                <a:latin typeface="+mj-lt"/>
              </a:rPr>
              <a:t>Praesent</a:t>
            </a:r>
            <a:r>
              <a:rPr lang="en-US" sz="1100">
                <a:latin typeface="+mj-lt"/>
              </a:rPr>
              <a:t> </a:t>
            </a:r>
            <a:r>
              <a:rPr lang="en-US" sz="1100" err="1">
                <a:latin typeface="+mj-lt"/>
              </a:rPr>
              <a:t>consequat</a:t>
            </a:r>
            <a:r>
              <a:rPr lang="en-US" sz="1100">
                <a:latin typeface="+mj-lt"/>
              </a:rPr>
              <a:t> </a:t>
            </a:r>
            <a:r>
              <a:rPr lang="en-US" sz="1100" err="1">
                <a:latin typeface="+mj-lt"/>
              </a:rPr>
              <a:t>lectus</a:t>
            </a:r>
            <a:r>
              <a:rPr lang="en-US" sz="1100">
                <a:latin typeface="+mj-lt"/>
              </a:rPr>
              <a:t> sit </a:t>
            </a:r>
            <a:r>
              <a:rPr lang="en-US" sz="1100" err="1">
                <a:latin typeface="+mj-lt"/>
              </a:rPr>
              <a:t>amet</a:t>
            </a:r>
            <a:r>
              <a:rPr lang="en-US" sz="1100">
                <a:latin typeface="+mj-lt"/>
              </a:rPr>
              <a:t> </a:t>
            </a:r>
            <a:r>
              <a:rPr lang="en-US" sz="1100" err="1">
                <a:latin typeface="+mj-lt"/>
              </a:rPr>
              <a:t>tortor</a:t>
            </a:r>
            <a:r>
              <a:rPr lang="en-US" sz="1100">
                <a:latin typeface="+mj-lt"/>
              </a:rPr>
              <a:t> pharetra, </a:t>
            </a:r>
            <a:r>
              <a:rPr lang="en-US" sz="1100" err="1">
                <a:latin typeface="+mj-lt"/>
              </a:rPr>
              <a:t>sed</a:t>
            </a:r>
            <a:r>
              <a:rPr lang="en-US" sz="1100">
                <a:latin typeface="+mj-lt"/>
              </a:rPr>
              <a:t> </a:t>
            </a:r>
            <a:r>
              <a:rPr lang="en-US" sz="1100" err="1">
                <a:latin typeface="+mj-lt"/>
              </a:rPr>
              <a:t>venenatis</a:t>
            </a:r>
            <a:r>
              <a:rPr lang="en-US" sz="1100">
                <a:latin typeface="+mj-lt"/>
              </a:rPr>
              <a:t> </a:t>
            </a:r>
            <a:r>
              <a:rPr lang="en-US" sz="1100" err="1">
                <a:latin typeface="+mj-lt"/>
              </a:rPr>
              <a:t>eros</a:t>
            </a:r>
            <a:r>
              <a:rPr lang="en-US" sz="1100">
                <a:latin typeface="+mj-lt"/>
              </a:rPr>
              <a:t> </a:t>
            </a:r>
            <a:r>
              <a:rPr lang="en-US" sz="1100" err="1">
                <a:latin typeface="+mj-lt"/>
              </a:rPr>
              <a:t>lacinia</a:t>
            </a:r>
            <a:r>
              <a:rPr lang="en-US" sz="1100">
                <a:latin typeface="+mj-lt"/>
              </a:rPr>
              <a:t>. In </a:t>
            </a:r>
            <a:r>
              <a:rPr lang="en-US" sz="1100" err="1">
                <a:latin typeface="+mj-lt"/>
              </a:rPr>
              <a:t>sed</a:t>
            </a:r>
            <a:r>
              <a:rPr lang="en-US" sz="1100">
                <a:latin typeface="+mj-lt"/>
              </a:rPr>
              <a:t> </a:t>
            </a:r>
            <a:r>
              <a:rPr lang="en-US" sz="1100" err="1">
                <a:latin typeface="+mj-lt"/>
              </a:rPr>
              <a:t>erat</a:t>
            </a:r>
            <a:r>
              <a:rPr lang="en-US" sz="1100">
                <a:latin typeface="+mj-lt"/>
              </a:rPr>
              <a:t> libero. </a:t>
            </a:r>
            <a:r>
              <a:rPr lang="en-US" sz="1100" err="1">
                <a:latin typeface="+mj-lt"/>
              </a:rPr>
              <a:t>Sed</a:t>
            </a:r>
            <a:r>
              <a:rPr lang="en-US" sz="1100">
                <a:latin typeface="+mj-lt"/>
              </a:rPr>
              <a:t> lorem </a:t>
            </a:r>
            <a:r>
              <a:rPr lang="en-US" sz="1100" err="1">
                <a:latin typeface="+mj-lt"/>
              </a:rPr>
              <a:t>neque</a:t>
            </a:r>
            <a:r>
              <a:rPr lang="en-US" sz="1100">
                <a:latin typeface="+mj-lt"/>
              </a:rPr>
              <a:t>, </a:t>
            </a:r>
            <a:r>
              <a:rPr lang="en-US" sz="1100" err="1">
                <a:latin typeface="+mj-lt"/>
              </a:rPr>
              <a:t>commodo</a:t>
            </a:r>
            <a:r>
              <a:rPr lang="en-US" sz="1100">
                <a:latin typeface="+mj-lt"/>
              </a:rPr>
              <a:t> vitae ex at, pharetra convallis </a:t>
            </a:r>
            <a:r>
              <a:rPr lang="en-US" sz="1100" err="1">
                <a:latin typeface="+mj-lt"/>
              </a:rPr>
              <a:t>nunc</a:t>
            </a:r>
            <a:r>
              <a:rPr lang="en-US" sz="1100">
                <a:latin typeface="+mj-lt"/>
              </a:rPr>
              <a:t>. In </a:t>
            </a:r>
            <a:r>
              <a:rPr lang="en-US" sz="1100" err="1">
                <a:latin typeface="+mj-lt"/>
              </a:rPr>
              <a:t>vehicula</a:t>
            </a:r>
            <a:r>
              <a:rPr lang="en-US" sz="1100">
                <a:latin typeface="+mj-lt"/>
              </a:rPr>
              <a:t> </a:t>
            </a:r>
            <a:r>
              <a:rPr lang="en-US" sz="1100" err="1">
                <a:latin typeface="+mj-lt"/>
              </a:rPr>
              <a:t>mauris</a:t>
            </a:r>
            <a:r>
              <a:rPr lang="en-US" sz="1100">
                <a:latin typeface="+mj-lt"/>
              </a:rPr>
              <a:t> ligula. </a:t>
            </a:r>
            <a:r>
              <a:rPr lang="en-US" sz="1100" err="1">
                <a:latin typeface="+mj-lt"/>
              </a:rPr>
              <a:t>Suspendisse</a:t>
            </a:r>
            <a:r>
              <a:rPr lang="en-US" sz="1100">
                <a:latin typeface="+mj-lt"/>
              </a:rPr>
              <a:t> in </a:t>
            </a:r>
            <a:r>
              <a:rPr lang="en-US" sz="1100" err="1">
                <a:latin typeface="+mj-lt"/>
              </a:rPr>
              <a:t>tellus</a:t>
            </a:r>
            <a:r>
              <a:rPr lang="en-US" sz="1100">
                <a:latin typeface="+mj-lt"/>
              </a:rPr>
              <a:t> </a:t>
            </a:r>
            <a:r>
              <a:rPr lang="en-US" sz="1100" err="1">
                <a:latin typeface="+mj-lt"/>
              </a:rPr>
              <a:t>congue</a:t>
            </a:r>
            <a:r>
              <a:rPr lang="en-US" sz="1100">
                <a:latin typeface="+mj-lt"/>
              </a:rPr>
              <a:t> </a:t>
            </a:r>
            <a:r>
              <a:rPr lang="en-US" sz="1100" err="1">
                <a:latin typeface="+mj-lt"/>
              </a:rPr>
              <a:t>odio</a:t>
            </a:r>
            <a:r>
              <a:rPr lang="en-US" sz="1100">
                <a:latin typeface="+mj-lt"/>
              </a:rPr>
              <a:t> pharetra </a:t>
            </a:r>
            <a:r>
              <a:rPr lang="en-US" sz="1100" err="1">
                <a:latin typeface="+mj-lt"/>
              </a:rPr>
              <a:t>finibus</a:t>
            </a:r>
            <a:r>
              <a:rPr lang="en-US" sz="1100">
                <a:latin typeface="+mj-lt"/>
              </a:rPr>
              <a:t>. Nam </a:t>
            </a:r>
            <a:r>
              <a:rPr lang="en-US" sz="1100" err="1">
                <a:latin typeface="+mj-lt"/>
              </a:rPr>
              <a:t>vel</a:t>
            </a:r>
            <a:r>
              <a:rPr lang="en-US" sz="1100">
                <a:latin typeface="+mj-lt"/>
              </a:rPr>
              <a:t> </a:t>
            </a:r>
            <a:r>
              <a:rPr lang="en-US" sz="1100" err="1">
                <a:latin typeface="+mj-lt"/>
              </a:rPr>
              <a:t>auctor</a:t>
            </a:r>
            <a:r>
              <a:rPr lang="en-US" sz="1100">
                <a:latin typeface="+mj-lt"/>
              </a:rPr>
              <a:t> </a:t>
            </a:r>
            <a:r>
              <a:rPr lang="en-US" sz="1100" err="1">
                <a:latin typeface="+mj-lt"/>
              </a:rPr>
              <a:t>justo</a:t>
            </a:r>
            <a:r>
              <a:rPr lang="en-US" sz="1100">
                <a:latin typeface="+mj-lt"/>
              </a:rPr>
              <a:t>, vitae </a:t>
            </a:r>
            <a:r>
              <a:rPr lang="en-US" sz="1100" err="1">
                <a:latin typeface="+mj-lt"/>
              </a:rPr>
              <a:t>hendrerit</a:t>
            </a:r>
            <a:r>
              <a:rPr lang="en-US" sz="1100">
                <a:latin typeface="+mj-lt"/>
              </a:rPr>
              <a:t> </a:t>
            </a:r>
            <a:r>
              <a:rPr lang="en-US" sz="1100" err="1">
                <a:latin typeface="+mj-lt"/>
              </a:rPr>
              <a:t>orci</a:t>
            </a:r>
            <a:r>
              <a:rPr lang="en-US" sz="1100">
                <a:latin typeface="+mj-lt"/>
              </a:rPr>
              <a:t>. </a:t>
            </a:r>
            <a:r>
              <a:rPr lang="en-US" sz="1100" err="1">
                <a:latin typeface="+mj-lt"/>
              </a:rPr>
              <a:t>Duis</a:t>
            </a:r>
            <a:r>
              <a:rPr lang="en-US" sz="1100">
                <a:latin typeface="+mj-lt"/>
              </a:rPr>
              <a:t> </a:t>
            </a:r>
            <a:r>
              <a:rPr lang="en-US" sz="1100" err="1">
                <a:latin typeface="+mj-lt"/>
              </a:rPr>
              <a:t>nec</a:t>
            </a:r>
            <a:r>
              <a:rPr lang="en-US" sz="1100">
                <a:latin typeface="+mj-lt"/>
              </a:rPr>
              <a:t> </a:t>
            </a:r>
            <a:r>
              <a:rPr lang="en-US" sz="1100" err="1">
                <a:latin typeface="+mj-lt"/>
              </a:rPr>
              <a:t>sapien</a:t>
            </a:r>
            <a:r>
              <a:rPr lang="en-US" sz="1100">
                <a:latin typeface="+mj-lt"/>
              </a:rPr>
              <a:t> </a:t>
            </a:r>
            <a:r>
              <a:rPr lang="en-US" sz="1100" err="1">
                <a:latin typeface="+mj-lt"/>
              </a:rPr>
              <a:t>viverra</a:t>
            </a:r>
            <a:r>
              <a:rPr lang="en-US" sz="1100">
                <a:latin typeface="+mj-lt"/>
              </a:rPr>
              <a:t>, </a:t>
            </a:r>
            <a:r>
              <a:rPr lang="en-US" sz="1100" err="1">
                <a:latin typeface="+mj-lt"/>
              </a:rPr>
              <a:t>bibendum</a:t>
            </a:r>
            <a:r>
              <a:rPr lang="en-US" sz="1100">
                <a:latin typeface="+mj-lt"/>
              </a:rPr>
              <a:t> </a:t>
            </a:r>
            <a:r>
              <a:rPr lang="en-US" sz="1100" err="1">
                <a:latin typeface="+mj-lt"/>
              </a:rPr>
              <a:t>tellus</a:t>
            </a:r>
            <a:r>
              <a:rPr lang="en-US" sz="1100">
                <a:latin typeface="+mj-lt"/>
              </a:rPr>
              <a:t> </a:t>
            </a:r>
            <a:r>
              <a:rPr lang="en-US" sz="1100" err="1">
                <a:latin typeface="+mj-lt"/>
              </a:rPr>
              <a:t>eget</a:t>
            </a:r>
            <a:r>
              <a:rPr lang="en-US" sz="1100">
                <a:latin typeface="+mj-lt"/>
              </a:rPr>
              <a:t>, </a:t>
            </a:r>
            <a:r>
              <a:rPr lang="en-US" sz="1100" err="1">
                <a:latin typeface="+mj-lt"/>
              </a:rPr>
              <a:t>pellentesque</a:t>
            </a:r>
            <a:r>
              <a:rPr lang="en-US" sz="1100">
                <a:latin typeface="+mj-lt"/>
              </a:rPr>
              <a:t> </a:t>
            </a:r>
            <a:r>
              <a:rPr lang="en-US" sz="1100" err="1">
                <a:latin typeface="+mj-lt"/>
              </a:rPr>
              <a:t>massa</a:t>
            </a:r>
            <a:r>
              <a:rPr lang="en-US" sz="1100">
                <a:latin typeface="+mj-lt"/>
              </a:rPr>
              <a:t>. </a:t>
            </a:r>
            <a:r>
              <a:rPr lang="en-US" sz="1100" err="1">
                <a:latin typeface="+mj-lt"/>
              </a:rPr>
              <a:t>Nulla</a:t>
            </a:r>
            <a:r>
              <a:rPr lang="en-US" sz="1100">
                <a:latin typeface="+mj-lt"/>
              </a:rPr>
              <a:t> </a:t>
            </a:r>
            <a:r>
              <a:rPr lang="en-US" sz="1100" err="1">
                <a:latin typeface="+mj-lt"/>
              </a:rPr>
              <a:t>feugiat</a:t>
            </a:r>
            <a:r>
              <a:rPr lang="en-US" sz="1100">
                <a:latin typeface="+mj-lt"/>
              </a:rPr>
              <a:t>, </a:t>
            </a:r>
            <a:r>
              <a:rPr lang="en-US" sz="1100" err="1">
                <a:latin typeface="+mj-lt"/>
              </a:rPr>
              <a:t>turpis</a:t>
            </a:r>
            <a:r>
              <a:rPr lang="en-US" sz="1100">
                <a:latin typeface="+mj-lt"/>
              </a:rPr>
              <a:t> et </a:t>
            </a:r>
            <a:r>
              <a:rPr lang="en-US" sz="1100" err="1">
                <a:latin typeface="+mj-lt"/>
              </a:rPr>
              <a:t>posuere</a:t>
            </a:r>
            <a:r>
              <a:rPr lang="en-US" sz="1100">
                <a:latin typeface="+mj-lt"/>
              </a:rPr>
              <a:t> </a:t>
            </a:r>
            <a:r>
              <a:rPr lang="en-US" sz="1100" err="1">
                <a:latin typeface="+mj-lt"/>
              </a:rPr>
              <a:t>viverra</a:t>
            </a:r>
            <a:r>
              <a:rPr lang="en-US" sz="1100">
                <a:latin typeface="+mj-lt"/>
              </a:rPr>
              <a:t>, ipsum </a:t>
            </a:r>
            <a:r>
              <a:rPr lang="en-US" sz="1100" err="1">
                <a:latin typeface="+mj-lt"/>
              </a:rPr>
              <a:t>sem</a:t>
            </a:r>
            <a:r>
              <a:rPr lang="en-US" sz="1100">
                <a:latin typeface="+mj-lt"/>
              </a:rPr>
              <a:t> </a:t>
            </a:r>
            <a:r>
              <a:rPr lang="en-US" sz="1100" err="1">
                <a:latin typeface="+mj-lt"/>
              </a:rPr>
              <a:t>tincidunt</a:t>
            </a:r>
            <a:r>
              <a:rPr lang="en-US" sz="1100">
                <a:latin typeface="+mj-lt"/>
              </a:rPr>
              <a:t> </a:t>
            </a:r>
            <a:r>
              <a:rPr lang="en-US" sz="1100" err="1">
                <a:latin typeface="+mj-lt"/>
              </a:rPr>
              <a:t>est</a:t>
            </a:r>
            <a:r>
              <a:rPr lang="en-US" sz="1100">
                <a:latin typeface="+mj-lt"/>
              </a:rPr>
              <a:t>, </a:t>
            </a:r>
            <a:r>
              <a:rPr lang="en-US" sz="1100" err="1">
                <a:latin typeface="+mj-lt"/>
              </a:rPr>
              <a:t>finibus</a:t>
            </a:r>
            <a:r>
              <a:rPr lang="en-US" sz="1100">
                <a:latin typeface="+mj-lt"/>
              </a:rPr>
              <a:t> </a:t>
            </a:r>
            <a:r>
              <a:rPr lang="en-US" sz="1100" err="1">
                <a:latin typeface="+mj-lt"/>
              </a:rPr>
              <a:t>tempor</a:t>
            </a:r>
            <a:r>
              <a:rPr lang="en-US" sz="1100">
                <a:latin typeface="+mj-lt"/>
              </a:rPr>
              <a:t> </a:t>
            </a:r>
            <a:r>
              <a:rPr lang="en-US" sz="1100" err="1">
                <a:latin typeface="+mj-lt"/>
              </a:rPr>
              <a:t>nibh</a:t>
            </a:r>
            <a:r>
              <a:rPr lang="en-US" sz="1100">
                <a:latin typeface="+mj-lt"/>
              </a:rPr>
              <a:t> ante semper diam. </a:t>
            </a:r>
            <a:r>
              <a:rPr lang="en-US" sz="1100" err="1">
                <a:latin typeface="+mj-lt"/>
              </a:rPr>
              <a:t>Nullam</a:t>
            </a:r>
            <a:r>
              <a:rPr lang="en-US" sz="1100">
                <a:latin typeface="+mj-lt"/>
              </a:rPr>
              <a:t> </a:t>
            </a:r>
            <a:r>
              <a:rPr lang="en-US" sz="1100" err="1">
                <a:latin typeface="+mj-lt"/>
              </a:rPr>
              <a:t>quis</a:t>
            </a:r>
            <a:r>
              <a:rPr lang="en-US" sz="1100">
                <a:latin typeface="+mj-lt"/>
              </a:rPr>
              <a:t> </a:t>
            </a:r>
            <a:r>
              <a:rPr lang="en-US" sz="1100" err="1">
                <a:latin typeface="+mj-lt"/>
              </a:rPr>
              <a:t>euismod</a:t>
            </a:r>
            <a:r>
              <a:rPr lang="en-US" sz="1100">
                <a:latin typeface="+mj-lt"/>
              </a:rPr>
              <a:t> </a:t>
            </a:r>
            <a:r>
              <a:rPr lang="en-US" sz="1100" err="1">
                <a:latin typeface="+mj-lt"/>
              </a:rPr>
              <a:t>neque</a:t>
            </a:r>
            <a:r>
              <a:rPr lang="en-US" sz="1100">
                <a:latin typeface="+mj-lt"/>
              </a:rPr>
              <a:t>, </a:t>
            </a:r>
            <a:r>
              <a:rPr lang="en-US" sz="1100" err="1">
                <a:latin typeface="+mj-lt"/>
              </a:rPr>
              <a:t>nec</a:t>
            </a:r>
            <a:r>
              <a:rPr lang="en-US" sz="1100">
                <a:latin typeface="+mj-lt"/>
              </a:rPr>
              <a:t> </a:t>
            </a:r>
            <a:r>
              <a:rPr lang="en-US" sz="1100" err="1">
                <a:latin typeface="+mj-lt"/>
              </a:rPr>
              <a:t>facilisis</a:t>
            </a:r>
            <a:r>
              <a:rPr lang="en-US" sz="1100">
                <a:latin typeface="+mj-lt"/>
              </a:rPr>
              <a:t> sem. </a:t>
            </a:r>
            <a:r>
              <a:rPr lang="en-US" sz="1100" err="1">
                <a:latin typeface="+mj-lt"/>
              </a:rPr>
              <a:t>Morbi</a:t>
            </a:r>
            <a:r>
              <a:rPr lang="en-US" sz="1100">
                <a:latin typeface="+mj-lt"/>
              </a:rPr>
              <a:t> </a:t>
            </a:r>
            <a:r>
              <a:rPr lang="en-US" sz="1100" err="1">
                <a:latin typeface="+mj-lt"/>
              </a:rPr>
              <a:t>egestas</a:t>
            </a:r>
            <a:r>
              <a:rPr lang="en-US" sz="1100">
                <a:latin typeface="+mj-lt"/>
              </a:rPr>
              <a:t> </a:t>
            </a:r>
            <a:r>
              <a:rPr lang="en-US" sz="1100" err="1">
                <a:latin typeface="+mj-lt"/>
              </a:rPr>
              <a:t>iaculis</a:t>
            </a:r>
            <a:r>
              <a:rPr lang="en-US" sz="1100">
                <a:latin typeface="+mj-lt"/>
              </a:rPr>
              <a:t> </a:t>
            </a:r>
            <a:r>
              <a:rPr lang="en-US" sz="1100" err="1">
                <a:latin typeface="+mj-lt"/>
              </a:rPr>
              <a:t>dignissim</a:t>
            </a:r>
            <a:r>
              <a:rPr lang="en-US" sz="1100">
                <a:latin typeface="+mj-lt"/>
              </a:rPr>
              <a:t>. In </a:t>
            </a:r>
            <a:r>
              <a:rPr lang="en-US" sz="1100" err="1">
                <a:latin typeface="+mj-lt"/>
              </a:rPr>
              <a:t>accumsan</a:t>
            </a:r>
            <a:r>
              <a:rPr lang="en-US" sz="1100">
                <a:latin typeface="+mj-lt"/>
              </a:rPr>
              <a:t> </a:t>
            </a:r>
            <a:r>
              <a:rPr lang="en-US" sz="1100" err="1">
                <a:latin typeface="+mj-lt"/>
              </a:rPr>
              <a:t>tortor</a:t>
            </a:r>
            <a:r>
              <a:rPr lang="en-US" sz="1100">
                <a:latin typeface="+mj-lt"/>
              </a:rPr>
              <a:t> </a:t>
            </a:r>
            <a:r>
              <a:rPr lang="en-US" sz="1100" err="1">
                <a:latin typeface="+mj-lt"/>
              </a:rPr>
              <a:t>elit</a:t>
            </a:r>
            <a:r>
              <a:rPr lang="en-US" sz="1100">
                <a:latin typeface="+mj-lt"/>
              </a:rPr>
              <a:t>, non </a:t>
            </a:r>
            <a:r>
              <a:rPr lang="en-US" sz="1100" err="1">
                <a:latin typeface="+mj-lt"/>
              </a:rPr>
              <a:t>euismod</a:t>
            </a:r>
            <a:r>
              <a:rPr lang="en-US" sz="1100">
                <a:latin typeface="+mj-lt"/>
              </a:rPr>
              <a:t> </a:t>
            </a:r>
            <a:r>
              <a:rPr lang="en-US" sz="1100" err="1">
                <a:latin typeface="+mj-lt"/>
              </a:rPr>
              <a:t>eros</a:t>
            </a:r>
            <a:r>
              <a:rPr lang="en-US" sz="1100">
                <a:latin typeface="+mj-lt"/>
              </a:rPr>
              <a:t> </a:t>
            </a:r>
            <a:r>
              <a:rPr lang="en-US" sz="1100" err="1">
                <a:latin typeface="+mj-lt"/>
              </a:rPr>
              <a:t>accumsan</a:t>
            </a:r>
            <a:r>
              <a:rPr lang="en-US" sz="1100">
                <a:latin typeface="+mj-lt"/>
              </a:rPr>
              <a:t> ac. </a:t>
            </a:r>
            <a:r>
              <a:rPr lang="en-US" sz="1100" err="1">
                <a:latin typeface="+mj-lt"/>
              </a:rPr>
              <a:t>Sed</a:t>
            </a:r>
            <a:r>
              <a:rPr lang="en-US" sz="1100">
                <a:latin typeface="+mj-lt"/>
              </a:rPr>
              <a:t> </a:t>
            </a:r>
            <a:r>
              <a:rPr lang="en-US" sz="1100" err="1">
                <a:latin typeface="+mj-lt"/>
              </a:rPr>
              <a:t>ultrices</a:t>
            </a:r>
            <a:r>
              <a:rPr lang="en-US" sz="1100">
                <a:latin typeface="+mj-lt"/>
              </a:rPr>
              <a:t> mi lorem, </a:t>
            </a:r>
            <a:r>
              <a:rPr lang="en-US" sz="1100" err="1">
                <a:latin typeface="+mj-lt"/>
              </a:rPr>
              <a:t>ut</a:t>
            </a:r>
            <a:r>
              <a:rPr lang="en-US" sz="1100">
                <a:latin typeface="+mj-lt"/>
              </a:rPr>
              <a:t> </a:t>
            </a:r>
            <a:r>
              <a:rPr lang="en-US" sz="1100" err="1">
                <a:latin typeface="+mj-lt"/>
              </a:rPr>
              <a:t>dignissim</a:t>
            </a:r>
            <a:r>
              <a:rPr lang="en-US" sz="1100">
                <a:latin typeface="+mj-lt"/>
              </a:rPr>
              <a:t> </a:t>
            </a:r>
            <a:r>
              <a:rPr lang="en-US" sz="1100" err="1">
                <a:latin typeface="+mj-lt"/>
              </a:rPr>
              <a:t>nibh</a:t>
            </a:r>
            <a:r>
              <a:rPr lang="en-US" sz="1100">
                <a:latin typeface="+mj-lt"/>
              </a:rPr>
              <a:t> </a:t>
            </a:r>
            <a:r>
              <a:rPr lang="en-US" sz="1100" err="1">
                <a:latin typeface="+mj-lt"/>
              </a:rPr>
              <a:t>facilisis</a:t>
            </a:r>
            <a:r>
              <a:rPr lang="en-US" sz="1100">
                <a:latin typeface="+mj-lt"/>
              </a:rPr>
              <a:t> vel.</a:t>
            </a:r>
          </a:p>
        </p:txBody>
      </p:sp>
      <p:sp>
        <p:nvSpPr>
          <p:cNvPr id="5" name="Text Placeholder 4"/>
          <p:cNvSpPr>
            <a:spLocks noGrp="1"/>
          </p:cNvSpPr>
          <p:nvPr>
            <p:ph type="body" sz="quarter" idx="11" hasCustomPrompt="1"/>
          </p:nvPr>
        </p:nvSpPr>
        <p:spPr>
          <a:xfrm>
            <a:off x="357188" y="1079500"/>
            <a:ext cx="8429625" cy="342900"/>
          </a:xfrm>
        </p:spPr>
        <p:txBody>
          <a:bodyPr wrap="none" bIns="0">
            <a:noAutofit/>
          </a:bodyPr>
          <a:lstStyle>
            <a:lvl1pPr marL="0" indent="0">
              <a:spcBef>
                <a:spcPts val="288"/>
              </a:spcBef>
              <a:buNone/>
              <a:defRPr sz="1200" b="1" i="0" cap="all" spc="200" baseline="0">
                <a:solidFill>
                  <a:schemeClr val="accent2"/>
                </a:solidFill>
              </a:defRPr>
            </a:lvl1pPr>
          </a:lstStyle>
          <a:p>
            <a:pPr lvl="0"/>
            <a:r>
              <a:rPr lang="en-US"/>
              <a:t>Highlight goes here</a:t>
            </a:r>
          </a:p>
        </p:txBody>
      </p:sp>
      <p:cxnSp>
        <p:nvCxnSpPr>
          <p:cNvPr id="6" name="Straight Connector 5"/>
          <p:cNvCxnSpPr/>
          <p:nvPr userDrawn="1"/>
        </p:nvCxnSpPr>
        <p:spPr>
          <a:xfrm>
            <a:off x="294409" y="716437"/>
            <a:ext cx="8555182"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8" name="Slide Number Placeholder 1"/>
          <p:cNvSpPr>
            <a:spLocks noGrp="1"/>
          </p:cNvSpPr>
          <p:nvPr>
            <p:ph type="sldNum" sz="quarter" idx="4"/>
          </p:nvPr>
        </p:nvSpPr>
        <p:spPr>
          <a:xfrm>
            <a:off x="7413441" y="4826639"/>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pPr marL="0" marR="0" lvl="0" indent="0" algn="r" defTabSz="685800" rtl="0" eaLnBrk="1" fontAlgn="auto" latinLnBrk="0" hangingPunct="1">
              <a:lnSpc>
                <a:spcPct val="100000"/>
              </a:lnSpc>
              <a:spcBef>
                <a:spcPts val="0"/>
              </a:spcBef>
              <a:spcAft>
                <a:spcPts val="0"/>
              </a:spcAft>
              <a:buClrTx/>
              <a:buSzTx/>
              <a:buFontTx/>
              <a:buNone/>
              <a:tabLst/>
              <a:defRPr/>
            </a:pPr>
            <a:fld id="{3A707DD9-E92B-45E8-BE0A-E6B2EDF345EB}" type="slidenum">
              <a:rPr kumimoji="0" lang="en-US" sz="800" b="1" i="0" u="none" strike="noStrike" kern="1200" cap="none" spc="0" normalizeH="0" baseline="0" noProof="0" smtClean="0">
                <a:ln>
                  <a:noFill/>
                </a:ln>
                <a:solidFill>
                  <a:srgbClr val="FEFEFE"/>
                </a:solidFill>
                <a:effectLst/>
                <a:uLnTx/>
                <a:uFillTx/>
                <a:latin typeface="Calibri Light"/>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a:t>
            </a:fld>
            <a:endParaRPr kumimoji="0" lang="en-US" sz="800" b="1" i="0" u="none" strike="noStrike" kern="1200" cap="none" spc="0" normalizeH="0" baseline="0" noProof="0">
              <a:ln>
                <a:noFill/>
              </a:ln>
              <a:solidFill>
                <a:srgbClr val="FEFEFE"/>
              </a:solidFill>
              <a:effectLst/>
              <a:uLnTx/>
              <a:uFillTx/>
              <a:latin typeface="Calibri Light"/>
              <a:ea typeface="+mn-ea"/>
              <a:cs typeface="+mn-cs"/>
            </a:endParaRPr>
          </a:p>
        </p:txBody>
      </p:sp>
    </p:spTree>
    <p:extLst>
      <p:ext uri="{BB962C8B-B14F-4D97-AF65-F5344CB8AC3E}">
        <p14:creationId xmlns:p14="http://schemas.microsoft.com/office/powerpoint/2010/main" val="2293523479"/>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Please Add Slide Headline Here</a:t>
            </a:r>
          </a:p>
        </p:txBody>
      </p:sp>
      <p:sp>
        <p:nvSpPr>
          <p:cNvPr id="3" name="Content Placeholder 5"/>
          <p:cNvSpPr>
            <a:spLocks noGrp="1"/>
          </p:cNvSpPr>
          <p:nvPr>
            <p:ph sz="quarter" idx="10" hasCustomPrompt="1"/>
          </p:nvPr>
        </p:nvSpPr>
        <p:spPr>
          <a:xfrm>
            <a:off x="357189" y="1422400"/>
            <a:ext cx="3986211" cy="3054350"/>
          </a:xfrm>
        </p:spPr>
        <p:txBody>
          <a:bodyPr/>
          <a:lstStyle>
            <a:lvl1pPr marL="171450" indent="-171450">
              <a:buFont typeface="Arial" panose="020B0604020202020204" pitchFamily="34" charset="0"/>
              <a:buChar char="•"/>
              <a:defRPr>
                <a:latin typeface="+mj-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a:t>
            </a:r>
          </a:p>
          <a:p>
            <a:pPr lvl="0"/>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r>
              <a:rPr lang="en-US" err="1"/>
              <a:t>Aliquam</a:t>
            </a:r>
            <a:r>
              <a:rPr lang="en-US"/>
              <a:t> sit </a:t>
            </a:r>
            <a:r>
              <a:rPr lang="en-US" err="1"/>
              <a:t>amet</a:t>
            </a:r>
            <a:r>
              <a:rPr lang="en-US"/>
              <a:t> </a:t>
            </a:r>
            <a:r>
              <a:rPr lang="en-US" err="1"/>
              <a:t>leo</a:t>
            </a:r>
            <a:r>
              <a:rPr lang="en-US"/>
              <a:t> semper, </a:t>
            </a:r>
            <a:r>
              <a:rPr lang="en-US" err="1"/>
              <a:t>tincidunt</a:t>
            </a:r>
            <a:r>
              <a:rPr lang="en-US"/>
              <a:t> dolor a, </a:t>
            </a:r>
            <a:r>
              <a:rPr lang="en-US" err="1"/>
              <a:t>lobortis</a:t>
            </a:r>
            <a:r>
              <a:rPr lang="en-US"/>
              <a:t> </a:t>
            </a:r>
            <a:r>
              <a:rPr lang="en-US" err="1"/>
              <a:t>elit</a:t>
            </a:r>
            <a:r>
              <a:rPr lang="en-US"/>
              <a:t>. </a:t>
            </a:r>
            <a:r>
              <a:rPr lang="en-US" err="1"/>
              <a:t>Nulla</a:t>
            </a:r>
            <a:r>
              <a:rPr lang="en-US"/>
              <a:t> ipsum dolor, </a:t>
            </a:r>
            <a:r>
              <a:rPr lang="en-US" err="1"/>
              <a:t>condimentum</a:t>
            </a:r>
            <a:r>
              <a:rPr lang="en-US"/>
              <a:t> </a:t>
            </a:r>
          </a:p>
          <a:p>
            <a:pPr lvl="0"/>
            <a:r>
              <a:rPr lang="en-US"/>
              <a:t>at nisi et, </a:t>
            </a:r>
            <a:r>
              <a:rPr lang="en-US" err="1"/>
              <a:t>varius</a:t>
            </a:r>
            <a:r>
              <a:rPr lang="en-US"/>
              <a:t> </a:t>
            </a:r>
            <a:r>
              <a:rPr lang="en-US" err="1"/>
              <a:t>lobortis</a:t>
            </a:r>
            <a:r>
              <a:rPr lang="en-US"/>
              <a:t> </a:t>
            </a:r>
            <a:r>
              <a:rPr lang="en-US" err="1"/>
              <a:t>lectus</a:t>
            </a:r>
            <a:r>
              <a:rPr lang="en-US"/>
              <a:t>. </a:t>
            </a:r>
            <a:r>
              <a:rPr lang="en-US" err="1"/>
              <a:t>Fusce</a:t>
            </a:r>
            <a:r>
              <a:rPr lang="en-US"/>
              <a:t> </a:t>
            </a:r>
            <a:r>
              <a:rPr lang="en-US" err="1"/>
              <a:t>fermentum</a:t>
            </a:r>
            <a:r>
              <a:rPr lang="en-US"/>
              <a:t> </a:t>
            </a:r>
            <a:r>
              <a:rPr lang="en-US" err="1"/>
              <a:t>bibendum</a:t>
            </a:r>
            <a:r>
              <a:rPr lang="en-US"/>
              <a:t> </a:t>
            </a:r>
            <a:r>
              <a:rPr lang="en-US" err="1"/>
              <a:t>varius</a:t>
            </a:r>
            <a:r>
              <a:rPr lang="en-US"/>
              <a:t>. </a:t>
            </a: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endParaRPr lang="en-US"/>
          </a:p>
        </p:txBody>
      </p:sp>
      <p:sp>
        <p:nvSpPr>
          <p:cNvPr id="5" name="Text Placeholder 4"/>
          <p:cNvSpPr>
            <a:spLocks noGrp="1"/>
          </p:cNvSpPr>
          <p:nvPr>
            <p:ph type="body" sz="quarter" idx="11" hasCustomPrompt="1"/>
          </p:nvPr>
        </p:nvSpPr>
        <p:spPr>
          <a:xfrm>
            <a:off x="357189" y="1079500"/>
            <a:ext cx="3986212" cy="342900"/>
          </a:xfrm>
        </p:spPr>
        <p:txBody>
          <a:bodyPr wrap="none" bIns="0">
            <a:noAutofit/>
          </a:bodyPr>
          <a:lstStyle>
            <a:lvl1pPr marL="0" indent="0">
              <a:spcBef>
                <a:spcPts val="288"/>
              </a:spcBef>
              <a:buNone/>
              <a:defRPr sz="1200" b="1" i="0" cap="all" spc="200" baseline="0">
                <a:solidFill>
                  <a:schemeClr val="accent2"/>
                </a:solidFill>
              </a:defRPr>
            </a:lvl1pPr>
          </a:lstStyle>
          <a:p>
            <a:pPr lvl="0"/>
            <a:r>
              <a:rPr lang="en-US"/>
              <a:t>Highlight goes here</a:t>
            </a:r>
          </a:p>
        </p:txBody>
      </p:sp>
      <p:sp>
        <p:nvSpPr>
          <p:cNvPr id="6" name="Content Placeholder 5"/>
          <p:cNvSpPr>
            <a:spLocks noGrp="1"/>
          </p:cNvSpPr>
          <p:nvPr>
            <p:ph sz="quarter" idx="12" hasCustomPrompt="1"/>
          </p:nvPr>
        </p:nvSpPr>
        <p:spPr>
          <a:xfrm>
            <a:off x="4800599" y="1422400"/>
            <a:ext cx="3993357" cy="3054350"/>
          </a:xfrm>
        </p:spPr>
        <p:txBody>
          <a:bodyPr/>
          <a:lstStyle>
            <a:lvl1pPr marL="171450" indent="-171450">
              <a:buFont typeface="Arial" panose="020B0604020202020204" pitchFamily="34" charset="0"/>
              <a:buChar char="•"/>
              <a:defRPr>
                <a:latin typeface="+mj-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a:t>
            </a:r>
          </a:p>
          <a:p>
            <a:pPr lvl="0"/>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r>
              <a:rPr lang="en-US" err="1"/>
              <a:t>Aliquam</a:t>
            </a:r>
            <a:r>
              <a:rPr lang="en-US"/>
              <a:t> sit </a:t>
            </a:r>
            <a:r>
              <a:rPr lang="en-US" err="1"/>
              <a:t>amet</a:t>
            </a:r>
            <a:r>
              <a:rPr lang="en-US"/>
              <a:t> </a:t>
            </a:r>
            <a:r>
              <a:rPr lang="en-US" err="1"/>
              <a:t>leo</a:t>
            </a:r>
            <a:r>
              <a:rPr lang="en-US"/>
              <a:t> semper, </a:t>
            </a:r>
            <a:r>
              <a:rPr lang="en-US" err="1"/>
              <a:t>tincidunt</a:t>
            </a:r>
            <a:r>
              <a:rPr lang="en-US"/>
              <a:t> dolor a, </a:t>
            </a:r>
            <a:r>
              <a:rPr lang="en-US" err="1"/>
              <a:t>lobortis</a:t>
            </a:r>
            <a:r>
              <a:rPr lang="en-US"/>
              <a:t> </a:t>
            </a:r>
            <a:r>
              <a:rPr lang="en-US" err="1"/>
              <a:t>elit</a:t>
            </a:r>
            <a:r>
              <a:rPr lang="en-US"/>
              <a:t>. </a:t>
            </a:r>
            <a:r>
              <a:rPr lang="en-US" err="1"/>
              <a:t>Nulla</a:t>
            </a:r>
            <a:r>
              <a:rPr lang="en-US"/>
              <a:t> ipsum dolor, </a:t>
            </a:r>
            <a:r>
              <a:rPr lang="en-US" err="1"/>
              <a:t>condimentum</a:t>
            </a:r>
            <a:r>
              <a:rPr lang="en-US"/>
              <a:t> </a:t>
            </a:r>
          </a:p>
          <a:p>
            <a:pPr lvl="0"/>
            <a:r>
              <a:rPr lang="en-US"/>
              <a:t>at nisi et, </a:t>
            </a:r>
            <a:r>
              <a:rPr lang="en-US" err="1"/>
              <a:t>varius</a:t>
            </a:r>
            <a:r>
              <a:rPr lang="en-US"/>
              <a:t> </a:t>
            </a:r>
            <a:r>
              <a:rPr lang="en-US" err="1"/>
              <a:t>lobortis</a:t>
            </a:r>
            <a:r>
              <a:rPr lang="en-US"/>
              <a:t> </a:t>
            </a:r>
            <a:r>
              <a:rPr lang="en-US" err="1"/>
              <a:t>lectus</a:t>
            </a:r>
            <a:r>
              <a:rPr lang="en-US"/>
              <a:t>. </a:t>
            </a:r>
            <a:r>
              <a:rPr lang="en-US" err="1"/>
              <a:t>Fusce</a:t>
            </a:r>
            <a:r>
              <a:rPr lang="en-US"/>
              <a:t> </a:t>
            </a:r>
            <a:r>
              <a:rPr lang="en-US" err="1"/>
              <a:t>fermentum</a:t>
            </a:r>
            <a:r>
              <a:rPr lang="en-US"/>
              <a:t> </a:t>
            </a:r>
            <a:r>
              <a:rPr lang="en-US" err="1"/>
              <a:t>bibendum</a:t>
            </a:r>
            <a:r>
              <a:rPr lang="en-US"/>
              <a:t> </a:t>
            </a:r>
            <a:r>
              <a:rPr lang="en-US" err="1"/>
              <a:t>varius</a:t>
            </a:r>
            <a:r>
              <a:rPr lang="en-US"/>
              <a:t>. </a:t>
            </a: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endParaRPr lang="en-US"/>
          </a:p>
        </p:txBody>
      </p:sp>
      <p:sp>
        <p:nvSpPr>
          <p:cNvPr id="7" name="Text Placeholder 4"/>
          <p:cNvSpPr>
            <a:spLocks noGrp="1"/>
          </p:cNvSpPr>
          <p:nvPr>
            <p:ph type="body" sz="quarter" idx="13" hasCustomPrompt="1"/>
          </p:nvPr>
        </p:nvSpPr>
        <p:spPr>
          <a:xfrm>
            <a:off x="4800597" y="1079500"/>
            <a:ext cx="3993359" cy="342900"/>
          </a:xfrm>
        </p:spPr>
        <p:txBody>
          <a:bodyPr wrap="none" bIns="0">
            <a:noAutofit/>
          </a:bodyPr>
          <a:lstStyle>
            <a:lvl1pPr marL="0" indent="0">
              <a:spcBef>
                <a:spcPts val="288"/>
              </a:spcBef>
              <a:buNone/>
              <a:defRPr sz="1200" b="1" i="0" cap="all" spc="200" baseline="0">
                <a:solidFill>
                  <a:schemeClr val="accent2"/>
                </a:solidFill>
              </a:defRPr>
            </a:lvl1pPr>
          </a:lstStyle>
          <a:p>
            <a:pPr lvl="0"/>
            <a:r>
              <a:rPr lang="en-US"/>
              <a:t>OTHER Highlight goes here</a:t>
            </a:r>
          </a:p>
        </p:txBody>
      </p:sp>
      <p:cxnSp>
        <p:nvCxnSpPr>
          <p:cNvPr id="8" name="Straight Connector 7"/>
          <p:cNvCxnSpPr/>
          <p:nvPr userDrawn="1"/>
        </p:nvCxnSpPr>
        <p:spPr>
          <a:xfrm>
            <a:off x="294409" y="716437"/>
            <a:ext cx="8555182"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10" name="Slide Number Placeholder 1"/>
          <p:cNvSpPr>
            <a:spLocks noGrp="1"/>
          </p:cNvSpPr>
          <p:nvPr>
            <p:ph type="sldNum" sz="quarter" idx="4"/>
          </p:nvPr>
        </p:nvSpPr>
        <p:spPr>
          <a:xfrm>
            <a:off x="7413441" y="4826639"/>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pPr marL="0" marR="0" lvl="0" indent="0" algn="r" defTabSz="685800" rtl="0" eaLnBrk="1" fontAlgn="auto" latinLnBrk="0" hangingPunct="1">
              <a:lnSpc>
                <a:spcPct val="100000"/>
              </a:lnSpc>
              <a:spcBef>
                <a:spcPts val="0"/>
              </a:spcBef>
              <a:spcAft>
                <a:spcPts val="0"/>
              </a:spcAft>
              <a:buClrTx/>
              <a:buSzTx/>
              <a:buFontTx/>
              <a:buNone/>
              <a:tabLst/>
              <a:defRPr/>
            </a:pPr>
            <a:fld id="{3A707DD9-E92B-45E8-BE0A-E6B2EDF345EB}" type="slidenum">
              <a:rPr kumimoji="0" lang="en-US" sz="800" b="1" i="0" u="none" strike="noStrike" kern="1200" cap="none" spc="0" normalizeH="0" baseline="0" noProof="0" smtClean="0">
                <a:ln>
                  <a:noFill/>
                </a:ln>
                <a:solidFill>
                  <a:srgbClr val="FEFEFE"/>
                </a:solidFill>
                <a:effectLst/>
                <a:uLnTx/>
                <a:uFillTx/>
                <a:latin typeface="Calibri Light"/>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a:t>
            </a:fld>
            <a:endParaRPr kumimoji="0" lang="en-US" sz="800" b="1" i="0" u="none" strike="noStrike" kern="1200" cap="none" spc="0" normalizeH="0" baseline="0" noProof="0">
              <a:ln>
                <a:noFill/>
              </a:ln>
              <a:solidFill>
                <a:srgbClr val="FEFEFE"/>
              </a:solidFill>
              <a:effectLst/>
              <a:uLnTx/>
              <a:uFillTx/>
              <a:latin typeface="Calibri Light"/>
              <a:ea typeface="+mn-ea"/>
              <a:cs typeface="+mn-cs"/>
            </a:endParaRPr>
          </a:p>
        </p:txBody>
      </p:sp>
    </p:spTree>
    <p:extLst>
      <p:ext uri="{BB962C8B-B14F-4D97-AF65-F5344CB8AC3E}">
        <p14:creationId xmlns:p14="http://schemas.microsoft.com/office/powerpoint/2010/main" val="2644127460"/>
      </p:ext>
    </p:extLst>
  </p:cSld>
  <p:clrMapOvr>
    <a:masterClrMapping/>
  </p:clrMapOvr>
  <p:extLst>
    <p:ext uri="{DCECCB84-F9BA-43D5-87BE-67443E8EF086}">
      <p15:sldGuideLst xmlns:p15="http://schemas.microsoft.com/office/powerpoint/2012/main"/>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Content and Pictur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Please Add Slide Headline Here</a:t>
            </a:r>
          </a:p>
        </p:txBody>
      </p:sp>
      <p:sp>
        <p:nvSpPr>
          <p:cNvPr id="6" name="Content Placeholder 5"/>
          <p:cNvSpPr>
            <a:spLocks noGrp="1"/>
          </p:cNvSpPr>
          <p:nvPr>
            <p:ph sz="quarter" idx="10" hasCustomPrompt="1"/>
          </p:nvPr>
        </p:nvSpPr>
        <p:spPr>
          <a:xfrm>
            <a:off x="357189" y="1079500"/>
            <a:ext cx="3986211" cy="3397250"/>
          </a:xfrm>
        </p:spPr>
        <p:txBody>
          <a:bodyPr/>
          <a:lstStyle>
            <a:lvl1pPr marL="171450" marR="0" indent="-171450" algn="l" defTabSz="914400" rtl="0" eaLnBrk="1" fontAlgn="auto" latinLnBrk="0" hangingPunct="1">
              <a:lnSpc>
                <a:spcPts val="1600"/>
              </a:lnSpc>
              <a:spcBef>
                <a:spcPts val="264"/>
              </a:spcBef>
              <a:spcAft>
                <a:spcPts val="300"/>
              </a:spcAft>
              <a:buClrTx/>
              <a:buSzTx/>
              <a:buFont typeface="Arial" panose="020B0604020202020204" pitchFamily="34" charset="0"/>
              <a:buChar char="•"/>
              <a:tabLst/>
              <a:defRPr>
                <a:latin typeface="+mj-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a:t>
            </a:r>
          </a:p>
          <a:p>
            <a:pPr lvl="0"/>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r>
              <a:rPr lang="en-US" err="1"/>
              <a:t>Aliquam</a:t>
            </a:r>
            <a:r>
              <a:rPr lang="en-US"/>
              <a:t> sit </a:t>
            </a:r>
            <a:r>
              <a:rPr lang="en-US" err="1"/>
              <a:t>amet</a:t>
            </a:r>
            <a:r>
              <a:rPr lang="en-US"/>
              <a:t> </a:t>
            </a:r>
            <a:r>
              <a:rPr lang="en-US" err="1"/>
              <a:t>leo</a:t>
            </a:r>
            <a:r>
              <a:rPr lang="en-US"/>
              <a:t> semper, </a:t>
            </a:r>
            <a:r>
              <a:rPr lang="en-US" err="1"/>
              <a:t>tincidunt</a:t>
            </a:r>
            <a:r>
              <a:rPr lang="en-US"/>
              <a:t> dolor a, </a:t>
            </a:r>
            <a:r>
              <a:rPr lang="en-US" err="1"/>
              <a:t>lobortis</a:t>
            </a:r>
            <a:r>
              <a:rPr lang="en-US"/>
              <a:t> </a:t>
            </a:r>
            <a:r>
              <a:rPr lang="en-US" err="1"/>
              <a:t>elit</a:t>
            </a:r>
            <a:r>
              <a:rPr lang="en-US"/>
              <a:t>. </a:t>
            </a:r>
            <a:r>
              <a:rPr lang="en-US" err="1"/>
              <a:t>Nulla</a:t>
            </a:r>
            <a:r>
              <a:rPr lang="en-US"/>
              <a:t> ipsum dolor, </a:t>
            </a:r>
            <a:r>
              <a:rPr lang="en-US" err="1"/>
              <a:t>condimentum</a:t>
            </a:r>
            <a:endParaRPr lang="en-US"/>
          </a:p>
          <a:p>
            <a:pPr lvl="0"/>
            <a:r>
              <a:rPr lang="en-US"/>
              <a:t>at nisi et, </a:t>
            </a:r>
            <a:r>
              <a:rPr lang="en-US" err="1"/>
              <a:t>varius</a:t>
            </a:r>
            <a:r>
              <a:rPr lang="en-US"/>
              <a:t> </a:t>
            </a:r>
            <a:r>
              <a:rPr lang="en-US" err="1"/>
              <a:t>lobortis</a:t>
            </a:r>
            <a:r>
              <a:rPr lang="en-US"/>
              <a:t> </a:t>
            </a:r>
            <a:r>
              <a:rPr lang="en-US" err="1"/>
              <a:t>lectus</a:t>
            </a:r>
            <a:r>
              <a:rPr lang="en-US"/>
              <a:t>. </a:t>
            </a:r>
            <a:r>
              <a:rPr lang="en-US" err="1"/>
              <a:t>Fusce</a:t>
            </a:r>
            <a:r>
              <a:rPr lang="en-US"/>
              <a:t> </a:t>
            </a:r>
            <a:r>
              <a:rPr lang="en-US" err="1"/>
              <a:t>fermentum</a:t>
            </a:r>
            <a:r>
              <a:rPr lang="en-US"/>
              <a:t> </a:t>
            </a:r>
            <a:r>
              <a:rPr lang="en-US" err="1"/>
              <a:t>bibendum</a:t>
            </a:r>
            <a:r>
              <a:rPr lang="en-US"/>
              <a:t> </a:t>
            </a:r>
            <a:r>
              <a:rPr lang="en-US" err="1"/>
              <a:t>varius</a:t>
            </a:r>
            <a:r>
              <a:rPr lang="en-US"/>
              <a:t>. </a:t>
            </a: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r>
              <a:rPr lang="en-US"/>
              <a:t> </a:t>
            </a:r>
            <a:br>
              <a:rPr lang="en-US"/>
            </a:br>
            <a:r>
              <a:rPr lang="en-US"/>
              <a:t>fames ac </a:t>
            </a:r>
            <a:r>
              <a:rPr lang="en-US" err="1"/>
              <a:t>turpis</a:t>
            </a:r>
            <a:r>
              <a:rPr lang="en-US"/>
              <a:t> </a:t>
            </a:r>
            <a:r>
              <a:rPr lang="en-US" err="1"/>
              <a:t>egestas</a:t>
            </a:r>
            <a:r>
              <a:rPr lang="en-US"/>
              <a:t>.</a:t>
            </a:r>
          </a:p>
        </p:txBody>
      </p:sp>
      <p:sp>
        <p:nvSpPr>
          <p:cNvPr id="9" name="Picture Placeholder 8"/>
          <p:cNvSpPr>
            <a:spLocks noGrp="1"/>
          </p:cNvSpPr>
          <p:nvPr>
            <p:ph type="pic" sz="quarter" idx="11" hasCustomPrompt="1"/>
          </p:nvPr>
        </p:nvSpPr>
        <p:spPr>
          <a:xfrm>
            <a:off x="5334000" y="0"/>
            <a:ext cx="3810000" cy="4819650"/>
          </a:xfrm>
        </p:spPr>
        <p:txBody>
          <a:bodyPr anchor="ctr">
            <a:normAutofit/>
          </a:bodyPr>
          <a:lstStyle>
            <a:lvl1pPr marL="0" indent="0" algn="ctr">
              <a:buNone/>
              <a:defRPr sz="1600"/>
            </a:lvl1pPr>
          </a:lstStyle>
          <a:p>
            <a:r>
              <a:rPr lang="en-US"/>
              <a:t>Please add picture here</a:t>
            </a:r>
          </a:p>
          <a:p>
            <a:endParaRPr lang="en-US"/>
          </a:p>
          <a:p>
            <a:endParaRPr lang="en-US"/>
          </a:p>
        </p:txBody>
      </p:sp>
      <p:cxnSp>
        <p:nvCxnSpPr>
          <p:cNvPr id="5" name="Straight Connector 4"/>
          <p:cNvCxnSpPr/>
          <p:nvPr userDrawn="1"/>
        </p:nvCxnSpPr>
        <p:spPr>
          <a:xfrm>
            <a:off x="294409" y="716437"/>
            <a:ext cx="4222029"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8" name="Slide Number Placeholder 1"/>
          <p:cNvSpPr>
            <a:spLocks noGrp="1"/>
          </p:cNvSpPr>
          <p:nvPr>
            <p:ph type="sldNum" sz="quarter" idx="4"/>
          </p:nvPr>
        </p:nvSpPr>
        <p:spPr>
          <a:xfrm>
            <a:off x="7413441" y="4826639"/>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pPr marL="0" marR="0" lvl="0" indent="0" algn="r" defTabSz="685800" rtl="0" eaLnBrk="1" fontAlgn="auto" latinLnBrk="0" hangingPunct="1">
              <a:lnSpc>
                <a:spcPct val="100000"/>
              </a:lnSpc>
              <a:spcBef>
                <a:spcPts val="0"/>
              </a:spcBef>
              <a:spcAft>
                <a:spcPts val="0"/>
              </a:spcAft>
              <a:buClrTx/>
              <a:buSzTx/>
              <a:buFontTx/>
              <a:buNone/>
              <a:tabLst/>
              <a:defRPr/>
            </a:pPr>
            <a:fld id="{3A707DD9-E92B-45E8-BE0A-E6B2EDF345EB}" type="slidenum">
              <a:rPr kumimoji="0" lang="en-US" sz="800" b="1" i="0" u="none" strike="noStrike" kern="1200" cap="none" spc="0" normalizeH="0" baseline="0" noProof="0" smtClean="0">
                <a:ln>
                  <a:noFill/>
                </a:ln>
                <a:solidFill>
                  <a:srgbClr val="FEFEFE"/>
                </a:solidFill>
                <a:effectLst/>
                <a:uLnTx/>
                <a:uFillTx/>
                <a:latin typeface="Calibri Light"/>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a:t>
            </a:fld>
            <a:endParaRPr kumimoji="0" lang="en-US" sz="800" b="1" i="0" u="none" strike="noStrike" kern="1200" cap="none" spc="0" normalizeH="0" baseline="0" noProof="0">
              <a:ln>
                <a:noFill/>
              </a:ln>
              <a:solidFill>
                <a:srgbClr val="FEFEFE"/>
              </a:solidFill>
              <a:effectLst/>
              <a:uLnTx/>
              <a:uFillTx/>
              <a:latin typeface="Calibri Light"/>
              <a:ea typeface="+mn-ea"/>
              <a:cs typeface="+mn-cs"/>
            </a:endParaRPr>
          </a:p>
        </p:txBody>
      </p:sp>
    </p:spTree>
    <p:extLst>
      <p:ext uri="{BB962C8B-B14F-4D97-AF65-F5344CB8AC3E}">
        <p14:creationId xmlns:p14="http://schemas.microsoft.com/office/powerpoint/2010/main" val="2429015439"/>
      </p:ext>
    </p:extLst>
  </p:cSld>
  <p:clrMapOvr>
    <a:masterClrMapping/>
  </p:clrMapOvr>
  <p:extLst>
    <p:ext uri="{DCECCB84-F9BA-43D5-87BE-67443E8EF086}">
      <p15:sldGuideLst xmlns:p15="http://schemas.microsoft.com/office/powerpoint/2012/main">
        <p15:guide id="1" pos="3360">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Content with Highlight and Pictur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Please Add Slide Headline Here</a:t>
            </a:r>
          </a:p>
        </p:txBody>
      </p:sp>
      <p:sp>
        <p:nvSpPr>
          <p:cNvPr id="6" name="Content Placeholder 5"/>
          <p:cNvSpPr>
            <a:spLocks noGrp="1"/>
          </p:cNvSpPr>
          <p:nvPr>
            <p:ph sz="quarter" idx="10" hasCustomPrompt="1"/>
          </p:nvPr>
        </p:nvSpPr>
        <p:spPr>
          <a:xfrm>
            <a:off x="357189" y="1422400"/>
            <a:ext cx="3986212" cy="3054350"/>
          </a:xfrm>
        </p:spPr>
        <p:txBody>
          <a:bodyPr/>
          <a:lstStyle>
            <a:lvl1pPr marL="171450" marR="0" indent="-171450" algn="l" defTabSz="914400" rtl="0" eaLnBrk="1" fontAlgn="auto" latinLnBrk="0" hangingPunct="1">
              <a:lnSpc>
                <a:spcPts val="1600"/>
              </a:lnSpc>
              <a:spcBef>
                <a:spcPts val="264"/>
              </a:spcBef>
              <a:spcAft>
                <a:spcPts val="300"/>
              </a:spcAft>
              <a:buClrTx/>
              <a:buSzTx/>
              <a:buFont typeface="Arial" panose="020B0604020202020204" pitchFamily="34" charset="0"/>
              <a:buChar char="•"/>
              <a:tabLst/>
              <a:defRPr>
                <a:latin typeface="+mj-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 </a:t>
            </a:r>
          </a:p>
          <a:p>
            <a:pPr lvl="0"/>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r>
              <a:rPr lang="en-US" err="1"/>
              <a:t>Aliquam</a:t>
            </a:r>
            <a:r>
              <a:rPr lang="en-US"/>
              <a:t> sit </a:t>
            </a:r>
            <a:r>
              <a:rPr lang="en-US" err="1"/>
              <a:t>amet</a:t>
            </a:r>
            <a:r>
              <a:rPr lang="en-US"/>
              <a:t> </a:t>
            </a:r>
            <a:r>
              <a:rPr lang="en-US" err="1"/>
              <a:t>leo</a:t>
            </a:r>
            <a:r>
              <a:rPr lang="en-US"/>
              <a:t> semper, </a:t>
            </a:r>
            <a:r>
              <a:rPr lang="en-US" err="1"/>
              <a:t>tincidunt</a:t>
            </a:r>
            <a:r>
              <a:rPr lang="en-US"/>
              <a:t> dolor a, </a:t>
            </a:r>
            <a:r>
              <a:rPr lang="en-US" err="1"/>
              <a:t>lobortis</a:t>
            </a:r>
            <a:r>
              <a:rPr lang="en-US"/>
              <a:t> </a:t>
            </a:r>
            <a:r>
              <a:rPr lang="en-US" err="1"/>
              <a:t>elit</a:t>
            </a:r>
            <a:r>
              <a:rPr lang="en-US"/>
              <a:t>. </a:t>
            </a:r>
            <a:r>
              <a:rPr lang="en-US" err="1"/>
              <a:t>Nulla</a:t>
            </a:r>
            <a:r>
              <a:rPr lang="en-US"/>
              <a:t> ipsum dolor, </a:t>
            </a:r>
            <a:r>
              <a:rPr lang="en-US" err="1"/>
              <a:t>condimentum</a:t>
            </a:r>
            <a:r>
              <a:rPr lang="en-US"/>
              <a:t> </a:t>
            </a:r>
          </a:p>
          <a:p>
            <a:pPr lvl="0"/>
            <a:r>
              <a:rPr lang="en-US"/>
              <a:t>at nisi et, </a:t>
            </a:r>
            <a:r>
              <a:rPr lang="en-US" err="1"/>
              <a:t>varius</a:t>
            </a:r>
            <a:r>
              <a:rPr lang="en-US"/>
              <a:t> </a:t>
            </a:r>
            <a:r>
              <a:rPr lang="en-US" err="1"/>
              <a:t>lobortis</a:t>
            </a:r>
            <a:r>
              <a:rPr lang="en-US"/>
              <a:t> </a:t>
            </a:r>
            <a:r>
              <a:rPr lang="en-US" err="1"/>
              <a:t>lectus</a:t>
            </a:r>
            <a:r>
              <a:rPr lang="en-US"/>
              <a:t>. </a:t>
            </a:r>
            <a:r>
              <a:rPr lang="en-US" err="1"/>
              <a:t>Fusce</a:t>
            </a:r>
            <a:r>
              <a:rPr lang="en-US"/>
              <a:t> </a:t>
            </a:r>
            <a:r>
              <a:rPr lang="en-US" err="1"/>
              <a:t>fermentum</a:t>
            </a:r>
            <a:r>
              <a:rPr lang="en-US"/>
              <a:t> </a:t>
            </a:r>
            <a:r>
              <a:rPr lang="en-US" err="1"/>
              <a:t>bibendum</a:t>
            </a:r>
            <a:r>
              <a:rPr lang="en-US"/>
              <a:t> </a:t>
            </a:r>
            <a:r>
              <a:rPr lang="en-US" err="1"/>
              <a:t>varius</a:t>
            </a:r>
            <a:r>
              <a:rPr lang="en-US"/>
              <a:t>. </a:t>
            </a: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endParaRPr lang="en-US"/>
          </a:p>
        </p:txBody>
      </p:sp>
      <p:sp>
        <p:nvSpPr>
          <p:cNvPr id="9" name="Picture Placeholder 8"/>
          <p:cNvSpPr>
            <a:spLocks noGrp="1"/>
          </p:cNvSpPr>
          <p:nvPr>
            <p:ph type="pic" sz="quarter" idx="11" hasCustomPrompt="1"/>
          </p:nvPr>
        </p:nvSpPr>
        <p:spPr>
          <a:xfrm>
            <a:off x="5334000" y="0"/>
            <a:ext cx="3810000" cy="4819650"/>
          </a:xfrm>
        </p:spPr>
        <p:txBody>
          <a:bodyPr anchor="ctr">
            <a:normAutofit/>
          </a:bodyPr>
          <a:lstStyle>
            <a:lvl1pPr marL="0" indent="0" algn="ctr">
              <a:buNone/>
              <a:defRPr sz="1600"/>
            </a:lvl1pPr>
          </a:lstStyle>
          <a:p>
            <a:r>
              <a:rPr lang="en-US"/>
              <a:t>Please add picture here</a:t>
            </a:r>
          </a:p>
          <a:p>
            <a:endParaRPr lang="en-US"/>
          </a:p>
          <a:p>
            <a:endParaRPr lang="en-US"/>
          </a:p>
        </p:txBody>
      </p:sp>
      <p:sp>
        <p:nvSpPr>
          <p:cNvPr id="5" name="Text Placeholder 4"/>
          <p:cNvSpPr>
            <a:spLocks noGrp="1"/>
          </p:cNvSpPr>
          <p:nvPr>
            <p:ph type="body" sz="quarter" idx="12" hasCustomPrompt="1"/>
          </p:nvPr>
        </p:nvSpPr>
        <p:spPr>
          <a:xfrm>
            <a:off x="357189" y="1079500"/>
            <a:ext cx="3986212" cy="342900"/>
          </a:xfrm>
        </p:spPr>
        <p:txBody>
          <a:bodyPr wrap="none" bIns="0">
            <a:noAutofit/>
          </a:bodyPr>
          <a:lstStyle>
            <a:lvl1pPr marL="0" indent="0">
              <a:spcBef>
                <a:spcPts val="288"/>
              </a:spcBef>
              <a:buNone/>
              <a:defRPr sz="1200" b="1" i="0" cap="all" spc="200" baseline="0">
                <a:solidFill>
                  <a:schemeClr val="accent2"/>
                </a:solidFill>
              </a:defRPr>
            </a:lvl1pPr>
          </a:lstStyle>
          <a:p>
            <a:pPr lvl="0"/>
            <a:r>
              <a:rPr lang="en-US"/>
              <a:t>Highlight goes here</a:t>
            </a:r>
          </a:p>
        </p:txBody>
      </p:sp>
      <p:cxnSp>
        <p:nvCxnSpPr>
          <p:cNvPr id="7" name="Straight Connector 6"/>
          <p:cNvCxnSpPr/>
          <p:nvPr userDrawn="1"/>
        </p:nvCxnSpPr>
        <p:spPr>
          <a:xfrm>
            <a:off x="294409" y="716437"/>
            <a:ext cx="4222029"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10" name="Slide Number Placeholder 1"/>
          <p:cNvSpPr>
            <a:spLocks noGrp="1"/>
          </p:cNvSpPr>
          <p:nvPr>
            <p:ph type="sldNum" sz="quarter" idx="4"/>
          </p:nvPr>
        </p:nvSpPr>
        <p:spPr>
          <a:xfrm>
            <a:off x="7413441" y="4826639"/>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pPr marL="0" marR="0" lvl="0" indent="0" algn="r" defTabSz="685800" rtl="0" eaLnBrk="1" fontAlgn="auto" latinLnBrk="0" hangingPunct="1">
              <a:lnSpc>
                <a:spcPct val="100000"/>
              </a:lnSpc>
              <a:spcBef>
                <a:spcPts val="0"/>
              </a:spcBef>
              <a:spcAft>
                <a:spcPts val="0"/>
              </a:spcAft>
              <a:buClrTx/>
              <a:buSzTx/>
              <a:buFontTx/>
              <a:buNone/>
              <a:tabLst/>
              <a:defRPr/>
            </a:pPr>
            <a:fld id="{3A707DD9-E92B-45E8-BE0A-E6B2EDF345EB}" type="slidenum">
              <a:rPr kumimoji="0" lang="en-US" sz="800" b="1" i="0" u="none" strike="noStrike" kern="1200" cap="none" spc="0" normalizeH="0" baseline="0" noProof="0" smtClean="0">
                <a:ln>
                  <a:noFill/>
                </a:ln>
                <a:solidFill>
                  <a:srgbClr val="FEFEFE"/>
                </a:solidFill>
                <a:effectLst/>
                <a:uLnTx/>
                <a:uFillTx/>
                <a:latin typeface="Calibri Light"/>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a:t>
            </a:fld>
            <a:endParaRPr kumimoji="0" lang="en-US" sz="800" b="1" i="0" u="none" strike="noStrike" kern="1200" cap="none" spc="0" normalizeH="0" baseline="0" noProof="0">
              <a:ln>
                <a:noFill/>
              </a:ln>
              <a:solidFill>
                <a:srgbClr val="FEFEFE"/>
              </a:solidFill>
              <a:effectLst/>
              <a:uLnTx/>
              <a:uFillTx/>
              <a:latin typeface="Calibri Light"/>
              <a:ea typeface="+mn-ea"/>
              <a:cs typeface="+mn-cs"/>
            </a:endParaRPr>
          </a:p>
        </p:txBody>
      </p:sp>
    </p:spTree>
    <p:extLst>
      <p:ext uri="{BB962C8B-B14F-4D97-AF65-F5344CB8AC3E}">
        <p14:creationId xmlns:p14="http://schemas.microsoft.com/office/powerpoint/2010/main" val="622062356"/>
      </p:ext>
    </p:extLst>
  </p:cSld>
  <p:clrMapOvr>
    <a:masterClrMapping/>
  </p:clrMapOvr>
  <p:extLst>
    <p:ext uri="{DCECCB84-F9BA-43D5-87BE-67443E8EF086}">
      <p15:sldGuideLst xmlns:p15="http://schemas.microsoft.com/office/powerpoint/2012/main">
        <p15:guide id="1" pos="3360">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List and Pictur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Please Add Slide Headline Here</a:t>
            </a:r>
          </a:p>
        </p:txBody>
      </p:sp>
      <p:sp>
        <p:nvSpPr>
          <p:cNvPr id="9" name="Picture Placeholder 8"/>
          <p:cNvSpPr>
            <a:spLocks noGrp="1"/>
          </p:cNvSpPr>
          <p:nvPr>
            <p:ph type="pic" sz="quarter" idx="11" hasCustomPrompt="1"/>
          </p:nvPr>
        </p:nvSpPr>
        <p:spPr>
          <a:xfrm>
            <a:off x="5334000" y="0"/>
            <a:ext cx="3810000" cy="4819650"/>
          </a:xfrm>
        </p:spPr>
        <p:txBody>
          <a:bodyPr anchor="ctr">
            <a:normAutofit/>
          </a:bodyPr>
          <a:lstStyle>
            <a:lvl1pPr marL="0" indent="0" algn="ctr">
              <a:buNone/>
              <a:defRPr sz="1600"/>
            </a:lvl1pPr>
          </a:lstStyle>
          <a:p>
            <a:r>
              <a:rPr lang="en-US"/>
              <a:t>Please add picture here</a:t>
            </a:r>
          </a:p>
          <a:p>
            <a:endParaRPr lang="en-US"/>
          </a:p>
          <a:p>
            <a:endParaRPr lang="en-US"/>
          </a:p>
        </p:txBody>
      </p:sp>
      <p:cxnSp>
        <p:nvCxnSpPr>
          <p:cNvPr id="7" name="Straight Connector 6"/>
          <p:cNvCxnSpPr/>
          <p:nvPr userDrawn="1"/>
        </p:nvCxnSpPr>
        <p:spPr>
          <a:xfrm>
            <a:off x="294409" y="716437"/>
            <a:ext cx="4222029"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14" name="Text Placeholder 13"/>
          <p:cNvSpPr>
            <a:spLocks noGrp="1"/>
          </p:cNvSpPr>
          <p:nvPr>
            <p:ph type="body" sz="quarter" idx="12" hasCustomPrompt="1"/>
          </p:nvPr>
        </p:nvSpPr>
        <p:spPr>
          <a:xfrm>
            <a:off x="357188" y="1092491"/>
            <a:ext cx="356616" cy="356616"/>
          </a:xfr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txBody>
          <a:bodyPr anchor="ctr">
            <a:normAutofit/>
          </a:bodyPr>
          <a:lstStyle>
            <a:lvl1pPr marL="0" indent="0" algn="ctr">
              <a:buNone/>
              <a:defRPr sz="1400" b="1">
                <a:solidFill>
                  <a:schemeClr val="accent2"/>
                </a:solidFill>
                <a:latin typeface="+mj-lt"/>
              </a:defRPr>
            </a:lvl1pPr>
            <a:lvl2pPr marL="457200" indent="0">
              <a:buNone/>
              <a:defRPr>
                <a:latin typeface="+mj-lt"/>
              </a:defRPr>
            </a:lvl2pPr>
            <a:lvl3pPr marL="914400" indent="0">
              <a:buNone/>
              <a:defRPr>
                <a:latin typeface="+mj-lt"/>
              </a:defRPr>
            </a:lvl3pPr>
            <a:lvl4pPr marL="1371600" indent="0">
              <a:buNone/>
              <a:defRPr>
                <a:latin typeface="+mj-lt"/>
              </a:defRPr>
            </a:lvl4pPr>
            <a:lvl5pPr marL="1828800" indent="0">
              <a:buFont typeface="Arial" panose="020B0604020202020204" pitchFamily="34" charset="0"/>
              <a:buNone/>
              <a:defRPr>
                <a:latin typeface="+mj-lt"/>
              </a:defRPr>
            </a:lvl5pPr>
          </a:lstStyle>
          <a:p>
            <a:pPr lvl="0"/>
            <a:r>
              <a:rPr lang="en-US"/>
              <a:t>#</a:t>
            </a:r>
          </a:p>
        </p:txBody>
      </p:sp>
      <p:sp>
        <p:nvSpPr>
          <p:cNvPr id="20" name="Text Placeholder 19"/>
          <p:cNvSpPr>
            <a:spLocks noGrp="1"/>
          </p:cNvSpPr>
          <p:nvPr>
            <p:ph type="body" sz="quarter" idx="13" hasCustomPrompt="1"/>
          </p:nvPr>
        </p:nvSpPr>
        <p:spPr>
          <a:xfrm>
            <a:off x="710972" y="1092491"/>
            <a:ext cx="3632428" cy="356616"/>
          </a:xfrm>
          <a:ln w="19050">
            <a:solidFill>
              <a:srgbClr val="F5F5F5"/>
            </a:solidFill>
          </a:ln>
        </p:spPr>
        <p:txBody>
          <a:bodyPr lIns="108000" anchor="ctr"/>
          <a:lstStyle>
            <a:lvl1pPr marL="0" indent="0">
              <a:buNone/>
              <a:defRPr b="1" i="0" cap="all" spc="200" baseline="0">
                <a:latin typeface="+mn-lt"/>
              </a:defRPr>
            </a:lvl1pPr>
            <a:lvl5pPr marL="2114550" indent="-285750">
              <a:buFont typeface="Arial" panose="020B0604020202020204" pitchFamily="34" charset="0"/>
              <a:buChar char="•"/>
              <a:defRPr/>
            </a:lvl5pPr>
          </a:lstStyle>
          <a:p>
            <a:pPr lvl="0"/>
            <a:r>
              <a:rPr lang="en-US"/>
              <a:t>Please put section one title here</a:t>
            </a:r>
          </a:p>
        </p:txBody>
      </p:sp>
      <p:sp>
        <p:nvSpPr>
          <p:cNvPr id="21" name="Text Placeholder 13"/>
          <p:cNvSpPr>
            <a:spLocks noGrp="1"/>
          </p:cNvSpPr>
          <p:nvPr>
            <p:ph type="body" sz="quarter" idx="14" hasCustomPrompt="1"/>
          </p:nvPr>
        </p:nvSpPr>
        <p:spPr>
          <a:xfrm>
            <a:off x="357188" y="4120134"/>
            <a:ext cx="356616" cy="356616"/>
          </a:xfr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txBody>
          <a:bodyPr anchor="ctr">
            <a:normAutofit/>
          </a:bodyPr>
          <a:lstStyle>
            <a:lvl1pPr marL="0" indent="0" algn="ctr">
              <a:buNone/>
              <a:defRPr sz="1400" b="1">
                <a:solidFill>
                  <a:schemeClr val="accent2"/>
                </a:solidFill>
                <a:latin typeface="+mj-lt"/>
              </a:defRPr>
            </a:lvl1pPr>
            <a:lvl2pPr marL="457200" indent="0">
              <a:buNone/>
              <a:defRPr>
                <a:latin typeface="+mj-lt"/>
              </a:defRPr>
            </a:lvl2pPr>
            <a:lvl3pPr marL="914400" indent="0">
              <a:buNone/>
              <a:defRPr>
                <a:latin typeface="+mj-lt"/>
              </a:defRPr>
            </a:lvl3pPr>
            <a:lvl4pPr marL="1371600" indent="0">
              <a:buNone/>
              <a:defRPr>
                <a:latin typeface="+mj-lt"/>
              </a:defRPr>
            </a:lvl4pPr>
            <a:lvl5pPr marL="1828800" indent="0">
              <a:buFont typeface="Arial" panose="020B0604020202020204" pitchFamily="34" charset="0"/>
              <a:buNone/>
              <a:defRPr>
                <a:latin typeface="+mj-lt"/>
              </a:defRPr>
            </a:lvl5pPr>
          </a:lstStyle>
          <a:p>
            <a:pPr lvl="0"/>
            <a:r>
              <a:rPr lang="en-US"/>
              <a:t>#</a:t>
            </a:r>
          </a:p>
        </p:txBody>
      </p:sp>
      <p:sp>
        <p:nvSpPr>
          <p:cNvPr id="22" name="Text Placeholder 13"/>
          <p:cNvSpPr>
            <a:spLocks noGrp="1"/>
          </p:cNvSpPr>
          <p:nvPr>
            <p:ph type="body" sz="quarter" idx="15" hasCustomPrompt="1"/>
          </p:nvPr>
        </p:nvSpPr>
        <p:spPr>
          <a:xfrm>
            <a:off x="357188" y="1698020"/>
            <a:ext cx="356616" cy="356616"/>
          </a:xfr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txBody>
          <a:bodyPr anchor="ctr">
            <a:normAutofit/>
          </a:bodyPr>
          <a:lstStyle>
            <a:lvl1pPr marL="0" indent="0" algn="ctr">
              <a:buNone/>
              <a:defRPr sz="1400" b="1">
                <a:solidFill>
                  <a:schemeClr val="accent2"/>
                </a:solidFill>
                <a:latin typeface="+mj-lt"/>
              </a:defRPr>
            </a:lvl1pPr>
            <a:lvl2pPr marL="457200" indent="0">
              <a:buNone/>
              <a:defRPr>
                <a:latin typeface="+mj-lt"/>
              </a:defRPr>
            </a:lvl2pPr>
            <a:lvl3pPr marL="914400" indent="0">
              <a:buNone/>
              <a:defRPr>
                <a:latin typeface="+mj-lt"/>
              </a:defRPr>
            </a:lvl3pPr>
            <a:lvl4pPr marL="1371600" indent="0">
              <a:buNone/>
              <a:defRPr>
                <a:latin typeface="+mj-lt"/>
              </a:defRPr>
            </a:lvl4pPr>
            <a:lvl5pPr marL="1828800" indent="0">
              <a:buFont typeface="Arial" panose="020B0604020202020204" pitchFamily="34" charset="0"/>
              <a:buNone/>
              <a:defRPr>
                <a:latin typeface="+mj-lt"/>
              </a:defRPr>
            </a:lvl5pPr>
          </a:lstStyle>
          <a:p>
            <a:pPr lvl="0"/>
            <a:r>
              <a:rPr lang="en-US"/>
              <a:t>#</a:t>
            </a:r>
          </a:p>
        </p:txBody>
      </p:sp>
      <p:sp>
        <p:nvSpPr>
          <p:cNvPr id="23" name="Text Placeholder 13"/>
          <p:cNvSpPr>
            <a:spLocks noGrp="1"/>
          </p:cNvSpPr>
          <p:nvPr>
            <p:ph type="body" sz="quarter" idx="16" hasCustomPrompt="1"/>
          </p:nvPr>
        </p:nvSpPr>
        <p:spPr>
          <a:xfrm>
            <a:off x="357188" y="2303549"/>
            <a:ext cx="356616" cy="356616"/>
          </a:xfr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txBody>
          <a:bodyPr anchor="ctr">
            <a:normAutofit/>
          </a:bodyPr>
          <a:lstStyle>
            <a:lvl1pPr marL="0" indent="0" algn="ctr">
              <a:buNone/>
              <a:defRPr sz="1400" b="1">
                <a:solidFill>
                  <a:schemeClr val="accent2"/>
                </a:solidFill>
                <a:latin typeface="+mj-lt"/>
              </a:defRPr>
            </a:lvl1pPr>
            <a:lvl2pPr marL="457200" indent="0">
              <a:buNone/>
              <a:defRPr>
                <a:latin typeface="+mj-lt"/>
              </a:defRPr>
            </a:lvl2pPr>
            <a:lvl3pPr marL="914400" indent="0">
              <a:buNone/>
              <a:defRPr>
                <a:latin typeface="+mj-lt"/>
              </a:defRPr>
            </a:lvl3pPr>
            <a:lvl4pPr marL="1371600" indent="0">
              <a:buNone/>
              <a:defRPr>
                <a:latin typeface="+mj-lt"/>
              </a:defRPr>
            </a:lvl4pPr>
            <a:lvl5pPr marL="1828800" indent="0">
              <a:buFont typeface="Arial" panose="020B0604020202020204" pitchFamily="34" charset="0"/>
              <a:buNone/>
              <a:defRPr>
                <a:latin typeface="+mj-lt"/>
              </a:defRPr>
            </a:lvl5pPr>
          </a:lstStyle>
          <a:p>
            <a:pPr lvl="0"/>
            <a:r>
              <a:rPr lang="en-US"/>
              <a:t>#</a:t>
            </a:r>
          </a:p>
        </p:txBody>
      </p:sp>
      <p:sp>
        <p:nvSpPr>
          <p:cNvPr id="24" name="Text Placeholder 13"/>
          <p:cNvSpPr>
            <a:spLocks noGrp="1"/>
          </p:cNvSpPr>
          <p:nvPr>
            <p:ph type="body" sz="quarter" idx="17" hasCustomPrompt="1"/>
          </p:nvPr>
        </p:nvSpPr>
        <p:spPr>
          <a:xfrm>
            <a:off x="357188" y="2909078"/>
            <a:ext cx="356616" cy="356616"/>
          </a:xfr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txBody>
          <a:bodyPr anchor="ctr">
            <a:normAutofit/>
          </a:bodyPr>
          <a:lstStyle>
            <a:lvl1pPr marL="0" indent="0" algn="ctr">
              <a:buNone/>
              <a:defRPr sz="1400" b="1">
                <a:solidFill>
                  <a:schemeClr val="accent2"/>
                </a:solidFill>
                <a:latin typeface="+mj-lt"/>
              </a:defRPr>
            </a:lvl1pPr>
            <a:lvl2pPr marL="457200" indent="0">
              <a:buNone/>
              <a:defRPr>
                <a:latin typeface="+mj-lt"/>
              </a:defRPr>
            </a:lvl2pPr>
            <a:lvl3pPr marL="914400" indent="0">
              <a:buNone/>
              <a:defRPr>
                <a:latin typeface="+mj-lt"/>
              </a:defRPr>
            </a:lvl3pPr>
            <a:lvl4pPr marL="1371600" indent="0">
              <a:buNone/>
              <a:defRPr>
                <a:latin typeface="+mj-lt"/>
              </a:defRPr>
            </a:lvl4pPr>
            <a:lvl5pPr marL="1828800" indent="0">
              <a:buFont typeface="Arial" panose="020B0604020202020204" pitchFamily="34" charset="0"/>
              <a:buNone/>
              <a:defRPr>
                <a:latin typeface="+mj-lt"/>
              </a:defRPr>
            </a:lvl5pPr>
          </a:lstStyle>
          <a:p>
            <a:pPr lvl="0"/>
            <a:r>
              <a:rPr lang="en-US"/>
              <a:t>#</a:t>
            </a:r>
          </a:p>
        </p:txBody>
      </p:sp>
      <p:sp>
        <p:nvSpPr>
          <p:cNvPr id="25" name="Text Placeholder 13"/>
          <p:cNvSpPr>
            <a:spLocks noGrp="1"/>
          </p:cNvSpPr>
          <p:nvPr>
            <p:ph type="body" sz="quarter" idx="18" hasCustomPrompt="1"/>
          </p:nvPr>
        </p:nvSpPr>
        <p:spPr>
          <a:xfrm>
            <a:off x="357188" y="3514607"/>
            <a:ext cx="356616" cy="356616"/>
          </a:xfr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txBody>
          <a:bodyPr anchor="ctr">
            <a:normAutofit/>
          </a:bodyPr>
          <a:lstStyle>
            <a:lvl1pPr marL="0" indent="0" algn="ctr">
              <a:buNone/>
              <a:defRPr sz="1400" b="1">
                <a:solidFill>
                  <a:schemeClr val="accent2"/>
                </a:solidFill>
                <a:latin typeface="+mj-lt"/>
              </a:defRPr>
            </a:lvl1pPr>
            <a:lvl2pPr marL="457200" indent="0">
              <a:buNone/>
              <a:defRPr>
                <a:latin typeface="+mj-lt"/>
              </a:defRPr>
            </a:lvl2pPr>
            <a:lvl3pPr marL="914400" indent="0">
              <a:buNone/>
              <a:defRPr>
                <a:latin typeface="+mj-lt"/>
              </a:defRPr>
            </a:lvl3pPr>
            <a:lvl4pPr marL="1371600" indent="0">
              <a:buNone/>
              <a:defRPr>
                <a:latin typeface="+mj-lt"/>
              </a:defRPr>
            </a:lvl4pPr>
            <a:lvl5pPr marL="1828800" indent="0">
              <a:buFont typeface="Arial" panose="020B0604020202020204" pitchFamily="34" charset="0"/>
              <a:buNone/>
              <a:defRPr>
                <a:latin typeface="+mj-lt"/>
              </a:defRPr>
            </a:lvl5pPr>
          </a:lstStyle>
          <a:p>
            <a:pPr lvl="0"/>
            <a:r>
              <a:rPr lang="en-US"/>
              <a:t>#</a:t>
            </a:r>
          </a:p>
        </p:txBody>
      </p:sp>
      <p:sp>
        <p:nvSpPr>
          <p:cNvPr id="26" name="Text Placeholder 19"/>
          <p:cNvSpPr>
            <a:spLocks noGrp="1"/>
          </p:cNvSpPr>
          <p:nvPr>
            <p:ph type="body" sz="quarter" idx="19" hasCustomPrompt="1"/>
          </p:nvPr>
        </p:nvSpPr>
        <p:spPr>
          <a:xfrm>
            <a:off x="710972" y="1697608"/>
            <a:ext cx="3632428" cy="356616"/>
          </a:xfrm>
          <a:ln w="19050">
            <a:solidFill>
              <a:srgbClr val="F5F5F5"/>
            </a:solidFill>
          </a:ln>
        </p:spPr>
        <p:txBody>
          <a:bodyPr lIns="108000" anchor="ctr"/>
          <a:lstStyle>
            <a:lvl1pPr marL="0" indent="0">
              <a:buNone/>
              <a:defRPr b="1" i="0" cap="all" spc="200" baseline="0">
                <a:latin typeface="+mn-lt"/>
              </a:defRPr>
            </a:lvl1pPr>
            <a:lvl5pPr marL="2114550" indent="-285750">
              <a:buFont typeface="Arial" panose="020B0604020202020204" pitchFamily="34" charset="0"/>
              <a:buChar char="•"/>
              <a:defRPr/>
            </a:lvl5pPr>
          </a:lstStyle>
          <a:p>
            <a:pPr lvl="0"/>
            <a:r>
              <a:rPr lang="en-US"/>
              <a:t>Please put section TWO title here</a:t>
            </a:r>
          </a:p>
        </p:txBody>
      </p:sp>
      <p:sp>
        <p:nvSpPr>
          <p:cNvPr id="27" name="Text Placeholder 19"/>
          <p:cNvSpPr>
            <a:spLocks noGrp="1"/>
          </p:cNvSpPr>
          <p:nvPr>
            <p:ph type="body" sz="quarter" idx="20" hasCustomPrompt="1"/>
          </p:nvPr>
        </p:nvSpPr>
        <p:spPr>
          <a:xfrm>
            <a:off x="710972" y="2302725"/>
            <a:ext cx="3632428" cy="356616"/>
          </a:xfrm>
          <a:ln w="19050">
            <a:solidFill>
              <a:srgbClr val="F5F5F5"/>
            </a:solidFill>
          </a:ln>
        </p:spPr>
        <p:txBody>
          <a:bodyPr lIns="108000" anchor="ctr"/>
          <a:lstStyle>
            <a:lvl1pPr marL="0" indent="0">
              <a:buNone/>
              <a:defRPr b="1" i="0" cap="all" spc="200" baseline="0">
                <a:latin typeface="+mn-lt"/>
              </a:defRPr>
            </a:lvl1pPr>
            <a:lvl5pPr marL="2114550" indent="-285750">
              <a:buFont typeface="Arial" panose="020B0604020202020204" pitchFamily="34" charset="0"/>
              <a:buChar char="•"/>
              <a:defRPr/>
            </a:lvl5pPr>
          </a:lstStyle>
          <a:p>
            <a:pPr lvl="0"/>
            <a:r>
              <a:rPr lang="en-US"/>
              <a:t>Please put section THREE title here</a:t>
            </a:r>
          </a:p>
        </p:txBody>
      </p:sp>
      <p:sp>
        <p:nvSpPr>
          <p:cNvPr id="28" name="Text Placeholder 19"/>
          <p:cNvSpPr>
            <a:spLocks noGrp="1"/>
          </p:cNvSpPr>
          <p:nvPr>
            <p:ph type="body" sz="quarter" idx="21" hasCustomPrompt="1"/>
          </p:nvPr>
        </p:nvSpPr>
        <p:spPr>
          <a:xfrm>
            <a:off x="710972" y="2907842"/>
            <a:ext cx="3632428" cy="356616"/>
          </a:xfrm>
          <a:ln w="19050">
            <a:solidFill>
              <a:srgbClr val="F5F5F5"/>
            </a:solidFill>
          </a:ln>
        </p:spPr>
        <p:txBody>
          <a:bodyPr lIns="108000" anchor="ctr"/>
          <a:lstStyle>
            <a:lvl1pPr marL="0" indent="0">
              <a:buNone/>
              <a:defRPr b="1" i="0" cap="all" spc="200" baseline="0">
                <a:latin typeface="+mn-lt"/>
              </a:defRPr>
            </a:lvl1pPr>
            <a:lvl5pPr marL="2114550" indent="-285750">
              <a:buFont typeface="Arial" panose="020B0604020202020204" pitchFamily="34" charset="0"/>
              <a:buChar char="•"/>
              <a:defRPr/>
            </a:lvl5pPr>
          </a:lstStyle>
          <a:p>
            <a:pPr lvl="0"/>
            <a:r>
              <a:rPr lang="en-US"/>
              <a:t>…</a:t>
            </a:r>
          </a:p>
        </p:txBody>
      </p:sp>
      <p:sp>
        <p:nvSpPr>
          <p:cNvPr id="29" name="Text Placeholder 19"/>
          <p:cNvSpPr>
            <a:spLocks noGrp="1"/>
          </p:cNvSpPr>
          <p:nvPr>
            <p:ph type="body" sz="quarter" idx="22" hasCustomPrompt="1"/>
          </p:nvPr>
        </p:nvSpPr>
        <p:spPr>
          <a:xfrm>
            <a:off x="710972" y="3512959"/>
            <a:ext cx="3632428" cy="356616"/>
          </a:xfrm>
          <a:ln w="19050">
            <a:solidFill>
              <a:srgbClr val="F5F5F5"/>
            </a:solidFill>
          </a:ln>
        </p:spPr>
        <p:txBody>
          <a:bodyPr lIns="108000" anchor="ctr"/>
          <a:lstStyle>
            <a:lvl1pPr marL="0" indent="0">
              <a:buNone/>
              <a:defRPr b="1" i="0" cap="all" spc="200" baseline="0">
                <a:latin typeface="+mn-lt"/>
              </a:defRPr>
            </a:lvl1pPr>
            <a:lvl5pPr marL="2114550" indent="-285750">
              <a:buFont typeface="Arial" panose="020B0604020202020204" pitchFamily="34" charset="0"/>
              <a:buChar char="•"/>
              <a:defRPr/>
            </a:lvl5pPr>
          </a:lstStyle>
          <a:p>
            <a:pPr lvl="0"/>
            <a:r>
              <a:rPr lang="en-US"/>
              <a:t>And delete</a:t>
            </a:r>
          </a:p>
        </p:txBody>
      </p:sp>
      <p:sp>
        <p:nvSpPr>
          <p:cNvPr id="30" name="Text Placeholder 19"/>
          <p:cNvSpPr>
            <a:spLocks noGrp="1"/>
          </p:cNvSpPr>
          <p:nvPr>
            <p:ph type="body" sz="quarter" idx="23" hasCustomPrompt="1"/>
          </p:nvPr>
        </p:nvSpPr>
        <p:spPr>
          <a:xfrm>
            <a:off x="710972" y="4118077"/>
            <a:ext cx="3632428" cy="356616"/>
          </a:xfrm>
          <a:ln w="19050">
            <a:solidFill>
              <a:srgbClr val="F5F5F5"/>
            </a:solidFill>
          </a:ln>
        </p:spPr>
        <p:txBody>
          <a:bodyPr lIns="108000" anchor="ctr"/>
          <a:lstStyle>
            <a:lvl1pPr marL="0" indent="0">
              <a:buNone/>
              <a:defRPr b="1" i="0" cap="all" spc="200" baseline="0">
                <a:latin typeface="+mn-lt"/>
              </a:defRPr>
            </a:lvl1pPr>
            <a:lvl5pPr marL="2114550" indent="-285750">
              <a:buFont typeface="Arial" panose="020B0604020202020204" pitchFamily="34" charset="0"/>
              <a:buChar char="•"/>
              <a:defRPr/>
            </a:lvl5pPr>
          </a:lstStyle>
          <a:p>
            <a:pPr lvl="0"/>
            <a:r>
              <a:rPr lang="en-US"/>
              <a:t>The extras</a:t>
            </a:r>
          </a:p>
        </p:txBody>
      </p:sp>
      <p:sp>
        <p:nvSpPr>
          <p:cNvPr id="33" name="Slide Number Placeholder 1"/>
          <p:cNvSpPr>
            <a:spLocks noGrp="1"/>
          </p:cNvSpPr>
          <p:nvPr>
            <p:ph type="sldNum" sz="quarter" idx="4"/>
          </p:nvPr>
        </p:nvSpPr>
        <p:spPr>
          <a:xfrm>
            <a:off x="7413441" y="4826639"/>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pPr marL="0" marR="0" lvl="0" indent="0" algn="r" defTabSz="685800" rtl="0" eaLnBrk="1" fontAlgn="auto" latinLnBrk="0" hangingPunct="1">
              <a:lnSpc>
                <a:spcPct val="100000"/>
              </a:lnSpc>
              <a:spcBef>
                <a:spcPts val="0"/>
              </a:spcBef>
              <a:spcAft>
                <a:spcPts val="0"/>
              </a:spcAft>
              <a:buClrTx/>
              <a:buSzTx/>
              <a:buFontTx/>
              <a:buNone/>
              <a:tabLst/>
              <a:defRPr/>
            </a:pPr>
            <a:fld id="{3A707DD9-E92B-45E8-BE0A-E6B2EDF345EB}" type="slidenum">
              <a:rPr kumimoji="0" lang="en-US" sz="800" b="1" i="0" u="none" strike="noStrike" kern="1200" cap="none" spc="0" normalizeH="0" baseline="0" noProof="0" smtClean="0">
                <a:ln>
                  <a:noFill/>
                </a:ln>
                <a:solidFill>
                  <a:srgbClr val="FEFEFE"/>
                </a:solidFill>
                <a:effectLst/>
                <a:uLnTx/>
                <a:uFillTx/>
                <a:latin typeface="Calibri Light"/>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a:t>
            </a:fld>
            <a:endParaRPr kumimoji="0" lang="en-US" sz="800" b="1" i="0" u="none" strike="noStrike" kern="1200" cap="none" spc="0" normalizeH="0" baseline="0" noProof="0">
              <a:ln>
                <a:noFill/>
              </a:ln>
              <a:solidFill>
                <a:srgbClr val="FEFEFE"/>
              </a:solidFill>
              <a:effectLst/>
              <a:uLnTx/>
              <a:uFillTx/>
              <a:latin typeface="Calibri Light"/>
              <a:ea typeface="+mn-ea"/>
              <a:cs typeface="+mn-cs"/>
            </a:endParaRPr>
          </a:p>
        </p:txBody>
      </p:sp>
    </p:spTree>
    <p:extLst>
      <p:ext uri="{BB962C8B-B14F-4D97-AF65-F5344CB8AC3E}">
        <p14:creationId xmlns:p14="http://schemas.microsoft.com/office/powerpoint/2010/main" val="1689052079"/>
      </p:ext>
    </p:extLst>
  </p:cSld>
  <p:clrMapOvr>
    <a:masterClrMapping/>
  </p:clrMapOvr>
  <p:extLst>
    <p:ext uri="{DCECCB84-F9BA-43D5-87BE-67443E8EF086}">
      <p15:sldGuideLst xmlns:p15="http://schemas.microsoft.com/office/powerpoint/2012/main">
        <p15:guide id="1" pos="3360">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Personal Profile - Right">
    <p:spTree>
      <p:nvGrpSpPr>
        <p:cNvPr id="1" name=""/>
        <p:cNvGrpSpPr/>
        <p:nvPr/>
      </p:nvGrpSpPr>
      <p:grpSpPr>
        <a:xfrm>
          <a:off x="0" y="0"/>
          <a:ext cx="0" cy="0"/>
          <a:chOff x="0" y="0"/>
          <a:chExt cx="0" cy="0"/>
        </a:xfrm>
      </p:grpSpPr>
      <p:sp>
        <p:nvSpPr>
          <p:cNvPr id="6" name="Content Placeholder 5"/>
          <p:cNvSpPr>
            <a:spLocks noGrp="1"/>
          </p:cNvSpPr>
          <p:nvPr>
            <p:ph sz="quarter" idx="10" hasCustomPrompt="1"/>
          </p:nvPr>
        </p:nvSpPr>
        <p:spPr>
          <a:xfrm>
            <a:off x="673894" y="1780394"/>
            <a:ext cx="3986211" cy="2696355"/>
          </a:xfrm>
        </p:spPr>
        <p:txBody>
          <a:bodyPr/>
          <a:lstStyle>
            <a:lvl1pPr marL="171450" marR="0" indent="-171450" algn="l" defTabSz="914400" rtl="0" eaLnBrk="1" fontAlgn="auto" latinLnBrk="0" hangingPunct="1">
              <a:lnSpc>
                <a:spcPts val="1600"/>
              </a:lnSpc>
              <a:spcBef>
                <a:spcPts val="264"/>
              </a:spcBef>
              <a:spcAft>
                <a:spcPts val="300"/>
              </a:spcAft>
              <a:buClrTx/>
              <a:buSzTx/>
              <a:buFont typeface="Arial" panose="020B0604020202020204" pitchFamily="34" charset="0"/>
              <a:buChar char="•"/>
              <a:tabLst/>
              <a:defRPr>
                <a:latin typeface="+mj-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 </a:t>
            </a:r>
          </a:p>
          <a:p>
            <a:pPr lvl="0"/>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r>
              <a:rPr lang="en-US" err="1"/>
              <a:t>Aliquam</a:t>
            </a:r>
            <a:r>
              <a:rPr lang="en-US"/>
              <a:t> sit </a:t>
            </a:r>
            <a:r>
              <a:rPr lang="en-US" err="1"/>
              <a:t>amet</a:t>
            </a:r>
            <a:r>
              <a:rPr lang="en-US"/>
              <a:t> </a:t>
            </a:r>
            <a:r>
              <a:rPr lang="en-US" err="1"/>
              <a:t>leo</a:t>
            </a:r>
            <a:r>
              <a:rPr lang="en-US"/>
              <a:t> semper, </a:t>
            </a:r>
            <a:r>
              <a:rPr lang="en-US" err="1"/>
              <a:t>tincidunt</a:t>
            </a:r>
            <a:r>
              <a:rPr lang="en-US"/>
              <a:t> dolor a, </a:t>
            </a:r>
            <a:r>
              <a:rPr lang="en-US" err="1"/>
              <a:t>lobortis</a:t>
            </a:r>
            <a:r>
              <a:rPr lang="en-US"/>
              <a:t> </a:t>
            </a:r>
            <a:r>
              <a:rPr lang="en-US" err="1"/>
              <a:t>elit</a:t>
            </a:r>
            <a:r>
              <a:rPr lang="en-US"/>
              <a:t>. </a:t>
            </a:r>
            <a:r>
              <a:rPr lang="en-US" err="1"/>
              <a:t>Nulla</a:t>
            </a:r>
            <a:r>
              <a:rPr lang="en-US"/>
              <a:t> ipsum dolor, </a:t>
            </a:r>
            <a:r>
              <a:rPr lang="en-US" err="1"/>
              <a:t>condimentum</a:t>
            </a:r>
            <a:endParaRPr lang="en-US"/>
          </a:p>
        </p:txBody>
      </p:sp>
      <p:sp>
        <p:nvSpPr>
          <p:cNvPr id="5" name="Text Placeholder 4"/>
          <p:cNvSpPr>
            <a:spLocks noGrp="1"/>
          </p:cNvSpPr>
          <p:nvPr>
            <p:ph type="body" sz="quarter" idx="12" hasCustomPrompt="1"/>
          </p:nvPr>
        </p:nvSpPr>
        <p:spPr>
          <a:xfrm>
            <a:off x="673893" y="1079500"/>
            <a:ext cx="3986212" cy="342900"/>
          </a:xfrm>
        </p:spPr>
        <p:txBody>
          <a:bodyPr wrap="none" bIns="0">
            <a:noAutofit/>
          </a:bodyPr>
          <a:lstStyle>
            <a:lvl1pPr marL="0" indent="0">
              <a:spcBef>
                <a:spcPts val="288"/>
              </a:spcBef>
              <a:buNone/>
              <a:defRPr sz="1200" b="1" i="0" cap="all" spc="200" baseline="0">
                <a:solidFill>
                  <a:schemeClr val="accent2"/>
                </a:solidFill>
              </a:defRPr>
            </a:lvl1pPr>
          </a:lstStyle>
          <a:p>
            <a:pPr lvl="0"/>
            <a:r>
              <a:rPr lang="en-US"/>
              <a:t>Highlight goes here</a:t>
            </a:r>
          </a:p>
        </p:txBody>
      </p:sp>
      <p:sp>
        <p:nvSpPr>
          <p:cNvPr id="11" name="Slide Number Placeholder 1"/>
          <p:cNvSpPr>
            <a:spLocks noGrp="1"/>
          </p:cNvSpPr>
          <p:nvPr>
            <p:ph type="sldNum" sz="quarter" idx="4"/>
          </p:nvPr>
        </p:nvSpPr>
        <p:spPr>
          <a:xfrm>
            <a:off x="7413441" y="4826639"/>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pPr marL="0" marR="0" lvl="0" indent="0" algn="r" defTabSz="685800" rtl="0" eaLnBrk="1" fontAlgn="auto" latinLnBrk="0" hangingPunct="1">
              <a:lnSpc>
                <a:spcPct val="100000"/>
              </a:lnSpc>
              <a:spcBef>
                <a:spcPts val="0"/>
              </a:spcBef>
              <a:spcAft>
                <a:spcPts val="0"/>
              </a:spcAft>
              <a:buClrTx/>
              <a:buSzTx/>
              <a:buFontTx/>
              <a:buNone/>
              <a:tabLst/>
              <a:defRPr/>
            </a:pPr>
            <a:fld id="{3A707DD9-E92B-45E8-BE0A-E6B2EDF345EB}" type="slidenum">
              <a:rPr kumimoji="0" lang="en-US" sz="800" b="1" i="0" u="none" strike="noStrike" kern="1200" cap="none" spc="0" normalizeH="0" baseline="0" noProof="0" smtClean="0">
                <a:ln>
                  <a:noFill/>
                </a:ln>
                <a:solidFill>
                  <a:srgbClr val="FEFEFE"/>
                </a:solidFill>
                <a:effectLst/>
                <a:uLnTx/>
                <a:uFillTx/>
                <a:latin typeface="Calibri Light"/>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a:t>
            </a:fld>
            <a:endParaRPr kumimoji="0" lang="en-US" sz="800" b="1" i="0" u="none" strike="noStrike" kern="1200" cap="none" spc="0" normalizeH="0" baseline="0" noProof="0">
              <a:ln>
                <a:noFill/>
              </a:ln>
              <a:solidFill>
                <a:srgbClr val="FEFEFE"/>
              </a:solidFill>
              <a:effectLst/>
              <a:uLnTx/>
              <a:uFillTx/>
              <a:latin typeface="Calibri Light"/>
              <a:ea typeface="+mn-ea"/>
              <a:cs typeface="+mn-cs"/>
            </a:endParaRPr>
          </a:p>
        </p:txBody>
      </p:sp>
      <p:sp>
        <p:nvSpPr>
          <p:cNvPr id="12" name="Text Placeholder 4"/>
          <p:cNvSpPr>
            <a:spLocks noGrp="1"/>
          </p:cNvSpPr>
          <p:nvPr>
            <p:ph type="body" sz="quarter" idx="15" hasCustomPrompt="1"/>
          </p:nvPr>
        </p:nvSpPr>
        <p:spPr>
          <a:xfrm>
            <a:off x="673893" y="1437495"/>
            <a:ext cx="3986212" cy="342900"/>
          </a:xfrm>
        </p:spPr>
        <p:txBody>
          <a:bodyPr wrap="none" bIns="0">
            <a:noAutofit/>
          </a:bodyPr>
          <a:lstStyle>
            <a:lvl1pPr marL="0" indent="0">
              <a:spcBef>
                <a:spcPts val="288"/>
              </a:spcBef>
              <a:buNone/>
              <a:defRPr sz="900" b="1" i="1" cap="none" spc="100" baseline="0">
                <a:solidFill>
                  <a:schemeClr val="tx1"/>
                </a:solidFill>
              </a:defRPr>
            </a:lvl1pPr>
          </a:lstStyle>
          <a:p>
            <a:pPr lvl="0"/>
            <a:r>
              <a:rPr lang="en-US"/>
              <a:t>Please put title here</a:t>
            </a:r>
          </a:p>
        </p:txBody>
      </p:sp>
      <p:sp>
        <p:nvSpPr>
          <p:cNvPr id="13" name="Rectangle 12"/>
          <p:cNvSpPr/>
          <p:nvPr userDrawn="1"/>
        </p:nvSpPr>
        <p:spPr>
          <a:xfrm>
            <a:off x="5333999" y="0"/>
            <a:ext cx="3810001" cy="482663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FFFFFF"/>
              </a:solidFill>
              <a:effectLst/>
              <a:uLnTx/>
              <a:uFillTx/>
              <a:latin typeface="Calibri"/>
              <a:ea typeface="+mn-ea"/>
              <a:cs typeface="+mn-cs"/>
            </a:endParaRPr>
          </a:p>
        </p:txBody>
      </p:sp>
      <p:sp>
        <p:nvSpPr>
          <p:cNvPr id="14" name="Oval 13"/>
          <p:cNvSpPr/>
          <p:nvPr userDrawn="1"/>
        </p:nvSpPr>
        <p:spPr>
          <a:xfrm>
            <a:off x="6228906" y="1403226"/>
            <a:ext cx="2020186" cy="2020186"/>
          </a:xfrm>
          <a:prstGeom prst="ellipse">
            <a:avLst/>
          </a:prstGeom>
          <a:noFill/>
          <a:ln w="1905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FFFFFF"/>
              </a:solidFill>
              <a:effectLst/>
              <a:uLnTx/>
              <a:uFillTx/>
              <a:latin typeface="Calibri"/>
              <a:ea typeface="+mn-ea"/>
              <a:cs typeface="+mn-cs"/>
            </a:endParaRPr>
          </a:p>
        </p:txBody>
      </p:sp>
      <p:sp>
        <p:nvSpPr>
          <p:cNvPr id="15" name="Picture Placeholder 11"/>
          <p:cNvSpPr>
            <a:spLocks noGrp="1"/>
          </p:cNvSpPr>
          <p:nvPr>
            <p:ph type="pic" sz="quarter" idx="14" hasCustomPrompt="1"/>
          </p:nvPr>
        </p:nvSpPr>
        <p:spPr>
          <a:xfrm>
            <a:off x="6406895" y="1581215"/>
            <a:ext cx="1664208" cy="1664208"/>
          </a:xfrm>
          <a:prstGeom prst="ellipse">
            <a:avLst/>
          </a:prstGeom>
        </p:spPr>
        <p:txBody>
          <a:bodyPr anchor="ctr"/>
          <a:lstStyle>
            <a:lvl1pPr marL="0" indent="0" algn="ctr">
              <a:buNone/>
              <a:defRPr b="1">
                <a:solidFill>
                  <a:schemeClr val="bg1"/>
                </a:solidFill>
              </a:defRPr>
            </a:lvl1pPr>
          </a:lstStyle>
          <a:p>
            <a:r>
              <a:rPr lang="en-US"/>
              <a:t>PLEASE INSERT PHOTO HERE</a:t>
            </a:r>
          </a:p>
        </p:txBody>
      </p:sp>
    </p:spTree>
    <p:extLst>
      <p:ext uri="{BB962C8B-B14F-4D97-AF65-F5344CB8AC3E}">
        <p14:creationId xmlns:p14="http://schemas.microsoft.com/office/powerpoint/2010/main" val="537024909"/>
      </p:ext>
    </p:extLst>
  </p:cSld>
  <p:clrMapOvr>
    <a:masterClrMapping/>
  </p:clrMapOvr>
  <p:extLst>
    <p:ext uri="{DCECCB84-F9BA-43D5-87BE-67443E8EF086}">
      <p15:sldGuideLst xmlns:p15="http://schemas.microsoft.com/office/powerpoint/2012/main">
        <p15:guide id="1" pos="3360">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Personal Profile">
    <p:spTree>
      <p:nvGrpSpPr>
        <p:cNvPr id="1" name=""/>
        <p:cNvGrpSpPr/>
        <p:nvPr/>
      </p:nvGrpSpPr>
      <p:grpSpPr>
        <a:xfrm>
          <a:off x="0" y="0"/>
          <a:ext cx="0" cy="0"/>
          <a:chOff x="0" y="0"/>
          <a:chExt cx="0" cy="0"/>
        </a:xfrm>
      </p:grpSpPr>
      <p:sp>
        <p:nvSpPr>
          <p:cNvPr id="6" name="Content Placeholder 5"/>
          <p:cNvSpPr>
            <a:spLocks noGrp="1"/>
          </p:cNvSpPr>
          <p:nvPr>
            <p:ph sz="quarter" idx="12" hasCustomPrompt="1"/>
          </p:nvPr>
        </p:nvSpPr>
        <p:spPr>
          <a:xfrm>
            <a:off x="4480321" y="1780394"/>
            <a:ext cx="3993357" cy="2696355"/>
          </a:xfrm>
        </p:spPr>
        <p:txBody>
          <a:bodyPr/>
          <a:lstStyle>
            <a:lvl1pPr marL="171450" indent="-171450">
              <a:buFont typeface="Arial" panose="020B0604020202020204" pitchFamily="34" charset="0"/>
              <a:buChar char="•"/>
              <a:defRPr>
                <a:latin typeface="+mj-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a:t>
            </a:r>
          </a:p>
          <a:p>
            <a:pPr lvl="0"/>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r>
              <a:rPr lang="en-US" err="1"/>
              <a:t>Aliquam</a:t>
            </a:r>
            <a:r>
              <a:rPr lang="en-US"/>
              <a:t> sit </a:t>
            </a:r>
            <a:r>
              <a:rPr lang="en-US" err="1"/>
              <a:t>amet</a:t>
            </a:r>
            <a:r>
              <a:rPr lang="en-US"/>
              <a:t> </a:t>
            </a:r>
            <a:r>
              <a:rPr lang="en-US" err="1"/>
              <a:t>leo</a:t>
            </a:r>
            <a:r>
              <a:rPr lang="en-US"/>
              <a:t> semper, </a:t>
            </a:r>
            <a:r>
              <a:rPr lang="en-US" err="1"/>
              <a:t>tincidunt</a:t>
            </a:r>
            <a:r>
              <a:rPr lang="en-US"/>
              <a:t> dolor a, </a:t>
            </a:r>
            <a:r>
              <a:rPr lang="en-US" err="1"/>
              <a:t>lobortis</a:t>
            </a:r>
            <a:r>
              <a:rPr lang="en-US"/>
              <a:t> </a:t>
            </a:r>
            <a:r>
              <a:rPr lang="en-US" err="1"/>
              <a:t>elit</a:t>
            </a:r>
            <a:r>
              <a:rPr lang="en-US"/>
              <a:t>. </a:t>
            </a:r>
            <a:r>
              <a:rPr lang="en-US" err="1"/>
              <a:t>Nulla</a:t>
            </a:r>
            <a:r>
              <a:rPr lang="en-US"/>
              <a:t> ipsum dolor, </a:t>
            </a:r>
            <a:r>
              <a:rPr lang="en-US" err="1"/>
              <a:t>condimentum</a:t>
            </a:r>
            <a:endParaRPr lang="en-US"/>
          </a:p>
        </p:txBody>
      </p:sp>
      <p:sp>
        <p:nvSpPr>
          <p:cNvPr id="7" name="Text Placeholder 4"/>
          <p:cNvSpPr>
            <a:spLocks noGrp="1"/>
          </p:cNvSpPr>
          <p:nvPr>
            <p:ph type="body" sz="quarter" idx="13" hasCustomPrompt="1"/>
          </p:nvPr>
        </p:nvSpPr>
        <p:spPr>
          <a:xfrm>
            <a:off x="4480321" y="1079500"/>
            <a:ext cx="3986213" cy="342900"/>
          </a:xfrm>
        </p:spPr>
        <p:txBody>
          <a:bodyPr wrap="none" bIns="0">
            <a:noAutofit/>
          </a:bodyPr>
          <a:lstStyle>
            <a:lvl1pPr marL="0" indent="0">
              <a:spcBef>
                <a:spcPts val="288"/>
              </a:spcBef>
              <a:buNone/>
              <a:defRPr sz="1200" b="1" i="0" cap="all" spc="200" baseline="0">
                <a:solidFill>
                  <a:schemeClr val="accent2"/>
                </a:solidFill>
              </a:defRPr>
            </a:lvl1pPr>
          </a:lstStyle>
          <a:p>
            <a:pPr lvl="0"/>
            <a:r>
              <a:rPr lang="en-US"/>
              <a:t>Please put name here</a:t>
            </a:r>
          </a:p>
        </p:txBody>
      </p:sp>
      <p:sp>
        <p:nvSpPr>
          <p:cNvPr id="9" name="Rectangle 8"/>
          <p:cNvSpPr/>
          <p:nvPr userDrawn="1"/>
        </p:nvSpPr>
        <p:spPr>
          <a:xfrm>
            <a:off x="-1" y="0"/>
            <a:ext cx="3810001" cy="482663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FFFFFF"/>
              </a:solidFill>
              <a:effectLst/>
              <a:uLnTx/>
              <a:uFillTx/>
              <a:latin typeface="Calibri"/>
              <a:ea typeface="+mn-ea"/>
              <a:cs typeface="+mn-cs"/>
            </a:endParaRPr>
          </a:p>
        </p:txBody>
      </p:sp>
      <p:sp>
        <p:nvSpPr>
          <p:cNvPr id="10" name="Oval 9"/>
          <p:cNvSpPr/>
          <p:nvPr userDrawn="1"/>
        </p:nvSpPr>
        <p:spPr>
          <a:xfrm>
            <a:off x="894906" y="1403226"/>
            <a:ext cx="2020186" cy="2020186"/>
          </a:xfrm>
          <a:prstGeom prst="ellipse">
            <a:avLst/>
          </a:prstGeom>
          <a:noFill/>
          <a:ln w="1905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FFFFFF"/>
              </a:solidFill>
              <a:effectLst/>
              <a:uLnTx/>
              <a:uFillTx/>
              <a:latin typeface="Calibri"/>
              <a:ea typeface="+mn-ea"/>
              <a:cs typeface="+mn-cs"/>
            </a:endParaRPr>
          </a:p>
        </p:txBody>
      </p:sp>
      <p:sp>
        <p:nvSpPr>
          <p:cNvPr id="12" name="Picture Placeholder 11"/>
          <p:cNvSpPr>
            <a:spLocks noGrp="1"/>
          </p:cNvSpPr>
          <p:nvPr>
            <p:ph type="pic" sz="quarter" idx="14" hasCustomPrompt="1"/>
          </p:nvPr>
        </p:nvSpPr>
        <p:spPr>
          <a:xfrm>
            <a:off x="1072895" y="1581215"/>
            <a:ext cx="1664208" cy="1664208"/>
          </a:xfrm>
          <a:prstGeom prst="ellipse">
            <a:avLst/>
          </a:prstGeom>
        </p:spPr>
        <p:txBody>
          <a:bodyPr anchor="ctr"/>
          <a:lstStyle>
            <a:lvl1pPr marL="0" indent="0" algn="ctr">
              <a:buNone/>
              <a:defRPr b="1">
                <a:solidFill>
                  <a:schemeClr val="bg1"/>
                </a:solidFill>
              </a:defRPr>
            </a:lvl1pPr>
          </a:lstStyle>
          <a:p>
            <a:r>
              <a:rPr lang="en-US"/>
              <a:t>PLEASE INSERT PHOTO HERE</a:t>
            </a:r>
          </a:p>
        </p:txBody>
      </p:sp>
      <p:sp>
        <p:nvSpPr>
          <p:cNvPr id="13" name="Text Placeholder 4"/>
          <p:cNvSpPr>
            <a:spLocks noGrp="1"/>
          </p:cNvSpPr>
          <p:nvPr>
            <p:ph type="body" sz="quarter" idx="15" hasCustomPrompt="1"/>
          </p:nvPr>
        </p:nvSpPr>
        <p:spPr>
          <a:xfrm>
            <a:off x="4480321" y="1437495"/>
            <a:ext cx="3993542" cy="342900"/>
          </a:xfrm>
        </p:spPr>
        <p:txBody>
          <a:bodyPr wrap="none" bIns="0">
            <a:noAutofit/>
          </a:bodyPr>
          <a:lstStyle>
            <a:lvl1pPr marL="0" indent="0">
              <a:spcBef>
                <a:spcPts val="288"/>
              </a:spcBef>
              <a:buNone/>
              <a:defRPr sz="900" b="1" i="1" cap="none" spc="100" baseline="0">
                <a:solidFill>
                  <a:schemeClr val="tx1"/>
                </a:solidFill>
              </a:defRPr>
            </a:lvl1pPr>
          </a:lstStyle>
          <a:p>
            <a:pPr lvl="0"/>
            <a:r>
              <a:rPr lang="en-US"/>
              <a:t>Please put title here</a:t>
            </a:r>
          </a:p>
        </p:txBody>
      </p:sp>
      <p:sp>
        <p:nvSpPr>
          <p:cNvPr id="15" name="Slide Number Placeholder 1"/>
          <p:cNvSpPr>
            <a:spLocks noGrp="1"/>
          </p:cNvSpPr>
          <p:nvPr>
            <p:ph type="sldNum" sz="quarter" idx="4"/>
          </p:nvPr>
        </p:nvSpPr>
        <p:spPr>
          <a:xfrm>
            <a:off x="7413441" y="4826639"/>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pPr marL="0" marR="0" lvl="0" indent="0" algn="r" defTabSz="685800" rtl="0" eaLnBrk="1" fontAlgn="auto" latinLnBrk="0" hangingPunct="1">
              <a:lnSpc>
                <a:spcPct val="100000"/>
              </a:lnSpc>
              <a:spcBef>
                <a:spcPts val="0"/>
              </a:spcBef>
              <a:spcAft>
                <a:spcPts val="0"/>
              </a:spcAft>
              <a:buClrTx/>
              <a:buSzTx/>
              <a:buFontTx/>
              <a:buNone/>
              <a:tabLst/>
              <a:defRPr/>
            </a:pPr>
            <a:fld id="{3A707DD9-E92B-45E8-BE0A-E6B2EDF345EB}" type="slidenum">
              <a:rPr kumimoji="0" lang="en-US" sz="800" b="1" i="0" u="none" strike="noStrike" kern="1200" cap="none" spc="0" normalizeH="0" baseline="0" noProof="0" smtClean="0">
                <a:ln>
                  <a:noFill/>
                </a:ln>
                <a:solidFill>
                  <a:srgbClr val="FEFEFE"/>
                </a:solidFill>
                <a:effectLst/>
                <a:uLnTx/>
                <a:uFillTx/>
                <a:latin typeface="Calibri Light"/>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a:t>
            </a:fld>
            <a:endParaRPr kumimoji="0" lang="en-US" sz="800" b="1" i="0" u="none" strike="noStrike" kern="1200" cap="none" spc="0" normalizeH="0" baseline="0" noProof="0">
              <a:ln>
                <a:noFill/>
              </a:ln>
              <a:solidFill>
                <a:srgbClr val="FEFEFE"/>
              </a:solidFill>
              <a:effectLst/>
              <a:uLnTx/>
              <a:uFillTx/>
              <a:latin typeface="Calibri Light"/>
              <a:ea typeface="+mn-ea"/>
              <a:cs typeface="+mn-cs"/>
            </a:endParaRPr>
          </a:p>
        </p:txBody>
      </p:sp>
    </p:spTree>
    <p:extLst>
      <p:ext uri="{BB962C8B-B14F-4D97-AF65-F5344CB8AC3E}">
        <p14:creationId xmlns:p14="http://schemas.microsoft.com/office/powerpoint/2010/main" val="3424223153"/>
      </p:ext>
    </p:extLst>
  </p:cSld>
  <p:clrMapOvr>
    <a:masterClrMapping/>
  </p:clrMapOvr>
  <p:extLst>
    <p:ext uri="{DCECCB84-F9BA-43D5-87BE-67443E8EF086}">
      <p15:sldGuideLst xmlns:p15="http://schemas.microsoft.com/office/powerpoint/2012/main">
        <p15:guide id="1" pos="2400">
          <p15:clr>
            <a:srgbClr val="FBAE40"/>
          </p15:clr>
        </p15:guide>
        <p15:guide id="2" orient="horz" pos="1524">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Content on Color Canvas">
    <p:bg>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bg1"/>
                </a:solidFill>
              </a:defRPr>
            </a:lvl1pPr>
          </a:lstStyle>
          <a:p>
            <a:r>
              <a:rPr lang="en-US"/>
              <a:t>Please Add Slide Headline Here</a:t>
            </a:r>
          </a:p>
        </p:txBody>
      </p:sp>
      <p:sp>
        <p:nvSpPr>
          <p:cNvPr id="6" name="Content Placeholder 5"/>
          <p:cNvSpPr>
            <a:spLocks noGrp="1"/>
          </p:cNvSpPr>
          <p:nvPr>
            <p:ph sz="quarter" idx="10" hasCustomPrompt="1"/>
          </p:nvPr>
        </p:nvSpPr>
        <p:spPr>
          <a:xfrm>
            <a:off x="357188" y="1079500"/>
            <a:ext cx="8429625" cy="3397250"/>
          </a:xfrm>
        </p:spPr>
        <p:txBody>
          <a:bodyPr/>
          <a:lstStyle>
            <a:lvl1pPr marL="171450" marR="0" indent="-171450" algn="l" defTabSz="914400" rtl="0" eaLnBrk="1" fontAlgn="auto" latinLnBrk="0" hangingPunct="1">
              <a:lnSpc>
                <a:spcPts val="1600"/>
              </a:lnSpc>
              <a:spcBef>
                <a:spcPts val="264"/>
              </a:spcBef>
              <a:spcAft>
                <a:spcPts val="300"/>
              </a:spcAft>
              <a:buClrTx/>
              <a:buSzTx/>
              <a:buFont typeface="Arial" panose="020B0604020202020204" pitchFamily="34" charset="0"/>
              <a:buChar char="•"/>
              <a:tabLst/>
              <a:defRPr>
                <a:solidFill>
                  <a:schemeClr val="bg1"/>
                </a:solidFill>
                <a:latin typeface="+mj-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 </a:t>
            </a:r>
            <a:br>
              <a:rPr lang="en-US"/>
            </a:br>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r>
              <a:rPr lang="en-US" err="1"/>
              <a:t>Aliquam</a:t>
            </a:r>
            <a:r>
              <a:rPr lang="en-US"/>
              <a:t> sit </a:t>
            </a:r>
            <a:r>
              <a:rPr lang="en-US" err="1"/>
              <a:t>amet</a:t>
            </a:r>
            <a:r>
              <a:rPr lang="en-US"/>
              <a:t> </a:t>
            </a:r>
            <a:r>
              <a:rPr lang="en-US" err="1"/>
              <a:t>leo</a:t>
            </a:r>
            <a:r>
              <a:rPr lang="en-US"/>
              <a:t> semper, </a:t>
            </a:r>
            <a:r>
              <a:rPr lang="en-US" err="1"/>
              <a:t>tincidunt</a:t>
            </a:r>
            <a:r>
              <a:rPr lang="en-US"/>
              <a:t> dolor a, </a:t>
            </a:r>
            <a:r>
              <a:rPr lang="en-US" err="1"/>
              <a:t>lobortis</a:t>
            </a:r>
            <a:r>
              <a:rPr lang="en-US"/>
              <a:t> </a:t>
            </a:r>
            <a:r>
              <a:rPr lang="en-US" err="1"/>
              <a:t>elit</a:t>
            </a:r>
            <a:r>
              <a:rPr lang="en-US"/>
              <a:t>. </a:t>
            </a:r>
            <a:r>
              <a:rPr lang="en-US" err="1"/>
              <a:t>Nulla</a:t>
            </a:r>
            <a:r>
              <a:rPr lang="en-US"/>
              <a:t> ipsum dolor, </a:t>
            </a:r>
            <a:r>
              <a:rPr lang="en-US" err="1"/>
              <a:t>condimentum</a:t>
            </a:r>
            <a:r>
              <a:rPr lang="en-US"/>
              <a:t> </a:t>
            </a:r>
            <a:br>
              <a:rPr lang="en-US"/>
            </a:br>
            <a:r>
              <a:rPr lang="en-US"/>
              <a:t>at nisi et, </a:t>
            </a:r>
            <a:r>
              <a:rPr lang="en-US" err="1"/>
              <a:t>varius</a:t>
            </a:r>
            <a:r>
              <a:rPr lang="en-US"/>
              <a:t> </a:t>
            </a:r>
            <a:r>
              <a:rPr lang="en-US" err="1"/>
              <a:t>lobortis</a:t>
            </a:r>
            <a:r>
              <a:rPr lang="en-US"/>
              <a:t> </a:t>
            </a:r>
            <a:r>
              <a:rPr lang="en-US" err="1"/>
              <a:t>lectus</a:t>
            </a:r>
            <a:r>
              <a:rPr lang="en-US"/>
              <a:t>. </a:t>
            </a:r>
            <a:r>
              <a:rPr lang="en-US" err="1"/>
              <a:t>Fusce</a:t>
            </a:r>
            <a:r>
              <a:rPr lang="en-US"/>
              <a:t> </a:t>
            </a:r>
            <a:r>
              <a:rPr lang="en-US" err="1"/>
              <a:t>fermentum</a:t>
            </a:r>
            <a:r>
              <a:rPr lang="en-US"/>
              <a:t> </a:t>
            </a:r>
            <a:r>
              <a:rPr lang="en-US" err="1"/>
              <a:t>bibendum</a:t>
            </a:r>
            <a:r>
              <a:rPr lang="en-US"/>
              <a:t> </a:t>
            </a:r>
            <a:r>
              <a:rPr lang="en-US" err="1"/>
              <a:t>varius</a:t>
            </a:r>
            <a:r>
              <a:rPr lang="en-US"/>
              <a:t>. </a:t>
            </a: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r>
              <a:rPr lang="en-US"/>
              <a:t> </a:t>
            </a:r>
            <a:br>
              <a:rPr lang="en-US"/>
            </a:br>
            <a:r>
              <a:rPr lang="en-US"/>
              <a:t>fames ac </a:t>
            </a:r>
            <a:r>
              <a:rPr lang="en-US" err="1"/>
              <a:t>turpis</a:t>
            </a:r>
            <a:r>
              <a:rPr lang="en-US"/>
              <a:t> </a:t>
            </a:r>
            <a:r>
              <a:rPr lang="en-US" err="1"/>
              <a:t>egestas</a:t>
            </a:r>
            <a:r>
              <a:rPr lang="en-US"/>
              <a:t>.</a:t>
            </a:r>
          </a:p>
          <a:p>
            <a:pPr marL="171450" marR="0" lvl="0" indent="-171450" algn="l" defTabSz="914400" rtl="0" eaLnBrk="1" fontAlgn="auto" latinLnBrk="0" hangingPunct="1">
              <a:lnSpc>
                <a:spcPts val="1600"/>
              </a:lnSpc>
              <a:spcBef>
                <a:spcPts val="264"/>
              </a:spcBef>
              <a:spcAft>
                <a:spcPts val="300"/>
              </a:spcAft>
              <a:buClrTx/>
              <a:buSzTx/>
              <a:tabLst/>
              <a:defRPr/>
            </a:pPr>
            <a:r>
              <a:rPr lang="en-US" sz="1100">
                <a:latin typeface="+mj-lt"/>
              </a:rPr>
              <a:t>In </a:t>
            </a:r>
            <a:r>
              <a:rPr lang="en-US" sz="1100" err="1">
                <a:latin typeface="+mj-lt"/>
              </a:rPr>
              <a:t>egestas</a:t>
            </a:r>
            <a:r>
              <a:rPr lang="en-US" sz="1100">
                <a:latin typeface="+mj-lt"/>
              </a:rPr>
              <a:t> </a:t>
            </a:r>
            <a:r>
              <a:rPr lang="en-US" sz="1100" err="1">
                <a:latin typeface="+mj-lt"/>
              </a:rPr>
              <a:t>orci</a:t>
            </a:r>
            <a:r>
              <a:rPr lang="en-US" sz="1100">
                <a:latin typeface="+mj-lt"/>
              </a:rPr>
              <a:t> </a:t>
            </a:r>
            <a:r>
              <a:rPr lang="en-US" sz="1100" err="1">
                <a:latin typeface="+mj-lt"/>
              </a:rPr>
              <a:t>eu</a:t>
            </a:r>
            <a:r>
              <a:rPr lang="en-US" sz="1100">
                <a:latin typeface="+mj-lt"/>
              </a:rPr>
              <a:t> </a:t>
            </a:r>
            <a:r>
              <a:rPr lang="en-US" sz="1100" err="1">
                <a:latin typeface="+mj-lt"/>
              </a:rPr>
              <a:t>lacinia</a:t>
            </a:r>
            <a:r>
              <a:rPr lang="en-US" sz="1100">
                <a:latin typeface="+mj-lt"/>
              </a:rPr>
              <a:t> </a:t>
            </a:r>
            <a:r>
              <a:rPr lang="en-US" sz="1100" err="1">
                <a:latin typeface="+mj-lt"/>
              </a:rPr>
              <a:t>consectetur</a:t>
            </a:r>
            <a:r>
              <a:rPr lang="en-US" sz="1100">
                <a:latin typeface="+mj-lt"/>
              </a:rPr>
              <a:t>. In dolor ipsum, gravida et </a:t>
            </a:r>
            <a:r>
              <a:rPr lang="en-US" sz="1100" err="1">
                <a:latin typeface="+mj-lt"/>
              </a:rPr>
              <a:t>sagittis</a:t>
            </a:r>
            <a:r>
              <a:rPr lang="en-US" sz="1100">
                <a:latin typeface="+mj-lt"/>
              </a:rPr>
              <a:t> id, </a:t>
            </a:r>
            <a:r>
              <a:rPr lang="en-US" sz="1100" err="1">
                <a:latin typeface="+mj-lt"/>
              </a:rPr>
              <a:t>sollicitudin</a:t>
            </a:r>
            <a:r>
              <a:rPr lang="en-US" sz="1100">
                <a:latin typeface="+mj-lt"/>
              </a:rPr>
              <a:t> </a:t>
            </a:r>
            <a:r>
              <a:rPr lang="en-US" sz="1100" err="1">
                <a:latin typeface="+mj-lt"/>
              </a:rPr>
              <a:t>ut</a:t>
            </a:r>
            <a:r>
              <a:rPr lang="en-US" sz="1100">
                <a:latin typeface="+mj-lt"/>
              </a:rPr>
              <a:t> </a:t>
            </a:r>
            <a:r>
              <a:rPr lang="en-US" sz="1100" err="1">
                <a:latin typeface="+mj-lt"/>
              </a:rPr>
              <a:t>nisl</a:t>
            </a:r>
            <a:r>
              <a:rPr lang="en-US" sz="1100">
                <a:latin typeface="+mj-lt"/>
              </a:rPr>
              <a:t>. </a:t>
            </a:r>
            <a:r>
              <a:rPr lang="en-US" sz="1100" err="1">
                <a:latin typeface="+mj-lt"/>
              </a:rPr>
              <a:t>Praesent</a:t>
            </a:r>
            <a:r>
              <a:rPr lang="en-US" sz="1100">
                <a:latin typeface="+mj-lt"/>
              </a:rPr>
              <a:t> </a:t>
            </a:r>
            <a:r>
              <a:rPr lang="en-US" sz="1100" err="1">
                <a:latin typeface="+mj-lt"/>
              </a:rPr>
              <a:t>bibendum</a:t>
            </a:r>
            <a:r>
              <a:rPr lang="en-US" sz="1100">
                <a:latin typeface="+mj-lt"/>
              </a:rPr>
              <a:t> tempus </a:t>
            </a:r>
            <a:r>
              <a:rPr lang="en-US" sz="1100" err="1">
                <a:latin typeface="+mj-lt"/>
              </a:rPr>
              <a:t>tellus</a:t>
            </a:r>
            <a:r>
              <a:rPr lang="en-US" sz="1100">
                <a:latin typeface="+mj-lt"/>
              </a:rPr>
              <a:t> </a:t>
            </a:r>
            <a:r>
              <a:rPr lang="en-US" sz="1100" err="1">
                <a:latin typeface="+mj-lt"/>
              </a:rPr>
              <a:t>nec</a:t>
            </a:r>
            <a:r>
              <a:rPr lang="en-US" sz="1100">
                <a:latin typeface="+mj-lt"/>
              </a:rPr>
              <a:t> </a:t>
            </a:r>
            <a:r>
              <a:rPr lang="en-US" sz="1100" err="1">
                <a:latin typeface="+mj-lt"/>
              </a:rPr>
              <a:t>hendrerit</a:t>
            </a:r>
            <a:r>
              <a:rPr lang="en-US" sz="1100">
                <a:latin typeface="+mj-lt"/>
              </a:rPr>
              <a:t>. Nam in </a:t>
            </a:r>
            <a:r>
              <a:rPr lang="en-US" sz="1100" err="1">
                <a:latin typeface="+mj-lt"/>
              </a:rPr>
              <a:t>tempor</a:t>
            </a:r>
            <a:r>
              <a:rPr lang="en-US" sz="1100">
                <a:latin typeface="+mj-lt"/>
              </a:rPr>
              <a:t> </a:t>
            </a:r>
            <a:r>
              <a:rPr lang="en-US" sz="1100" err="1">
                <a:latin typeface="+mj-lt"/>
              </a:rPr>
              <a:t>metus</a:t>
            </a:r>
            <a:r>
              <a:rPr lang="en-US" sz="1100">
                <a:latin typeface="+mj-lt"/>
              </a:rPr>
              <a:t>, ac </a:t>
            </a:r>
            <a:r>
              <a:rPr lang="en-US" sz="1100" err="1">
                <a:latin typeface="+mj-lt"/>
              </a:rPr>
              <a:t>finibus</a:t>
            </a:r>
            <a:r>
              <a:rPr lang="en-US" sz="1100">
                <a:latin typeface="+mj-lt"/>
              </a:rPr>
              <a:t> </a:t>
            </a:r>
            <a:r>
              <a:rPr lang="en-US" sz="1100" err="1">
                <a:latin typeface="+mj-lt"/>
              </a:rPr>
              <a:t>purus</a:t>
            </a:r>
            <a:r>
              <a:rPr lang="en-US" sz="1100">
                <a:latin typeface="+mj-lt"/>
              </a:rPr>
              <a:t>. </a:t>
            </a:r>
            <a:r>
              <a:rPr lang="en-US" sz="1100" err="1">
                <a:latin typeface="+mj-lt"/>
              </a:rPr>
              <a:t>Praesent</a:t>
            </a:r>
            <a:r>
              <a:rPr lang="en-US" sz="1100">
                <a:latin typeface="+mj-lt"/>
              </a:rPr>
              <a:t> </a:t>
            </a:r>
            <a:r>
              <a:rPr lang="en-US" sz="1100" err="1">
                <a:latin typeface="+mj-lt"/>
              </a:rPr>
              <a:t>consequat</a:t>
            </a:r>
            <a:r>
              <a:rPr lang="en-US" sz="1100">
                <a:latin typeface="+mj-lt"/>
              </a:rPr>
              <a:t> </a:t>
            </a:r>
            <a:r>
              <a:rPr lang="en-US" sz="1100" err="1">
                <a:latin typeface="+mj-lt"/>
              </a:rPr>
              <a:t>lectus</a:t>
            </a:r>
            <a:r>
              <a:rPr lang="en-US" sz="1100">
                <a:latin typeface="+mj-lt"/>
              </a:rPr>
              <a:t> sit </a:t>
            </a:r>
            <a:r>
              <a:rPr lang="en-US" sz="1100" err="1">
                <a:latin typeface="+mj-lt"/>
              </a:rPr>
              <a:t>amet</a:t>
            </a:r>
            <a:r>
              <a:rPr lang="en-US" sz="1100">
                <a:latin typeface="+mj-lt"/>
              </a:rPr>
              <a:t> </a:t>
            </a:r>
            <a:r>
              <a:rPr lang="en-US" sz="1100" err="1">
                <a:latin typeface="+mj-lt"/>
              </a:rPr>
              <a:t>tortor</a:t>
            </a:r>
            <a:r>
              <a:rPr lang="en-US" sz="1100">
                <a:latin typeface="+mj-lt"/>
              </a:rPr>
              <a:t> pharetra, </a:t>
            </a:r>
            <a:r>
              <a:rPr lang="en-US" sz="1100" err="1">
                <a:latin typeface="+mj-lt"/>
              </a:rPr>
              <a:t>sed</a:t>
            </a:r>
            <a:r>
              <a:rPr lang="en-US" sz="1100">
                <a:latin typeface="+mj-lt"/>
              </a:rPr>
              <a:t> </a:t>
            </a:r>
            <a:r>
              <a:rPr lang="en-US" sz="1100" err="1">
                <a:latin typeface="+mj-lt"/>
              </a:rPr>
              <a:t>venenatis</a:t>
            </a:r>
            <a:r>
              <a:rPr lang="en-US" sz="1100">
                <a:latin typeface="+mj-lt"/>
              </a:rPr>
              <a:t> </a:t>
            </a:r>
            <a:r>
              <a:rPr lang="en-US" sz="1100" err="1">
                <a:latin typeface="+mj-lt"/>
              </a:rPr>
              <a:t>eros</a:t>
            </a:r>
            <a:r>
              <a:rPr lang="en-US" sz="1100">
                <a:latin typeface="+mj-lt"/>
              </a:rPr>
              <a:t> </a:t>
            </a:r>
            <a:r>
              <a:rPr lang="en-US" sz="1100" err="1">
                <a:latin typeface="+mj-lt"/>
              </a:rPr>
              <a:t>lacinia</a:t>
            </a:r>
            <a:r>
              <a:rPr lang="en-US" sz="1100">
                <a:latin typeface="+mj-lt"/>
              </a:rPr>
              <a:t>. In </a:t>
            </a:r>
            <a:r>
              <a:rPr lang="en-US" sz="1100" err="1">
                <a:latin typeface="+mj-lt"/>
              </a:rPr>
              <a:t>sed</a:t>
            </a:r>
            <a:r>
              <a:rPr lang="en-US" sz="1100">
                <a:latin typeface="+mj-lt"/>
              </a:rPr>
              <a:t> </a:t>
            </a:r>
            <a:r>
              <a:rPr lang="en-US" sz="1100" err="1">
                <a:latin typeface="+mj-lt"/>
              </a:rPr>
              <a:t>erat</a:t>
            </a:r>
            <a:r>
              <a:rPr lang="en-US" sz="1100">
                <a:latin typeface="+mj-lt"/>
              </a:rPr>
              <a:t> libero. </a:t>
            </a:r>
            <a:r>
              <a:rPr lang="en-US" sz="1100" err="1">
                <a:latin typeface="+mj-lt"/>
              </a:rPr>
              <a:t>Sed</a:t>
            </a:r>
            <a:r>
              <a:rPr lang="en-US" sz="1100">
                <a:latin typeface="+mj-lt"/>
              </a:rPr>
              <a:t> lorem </a:t>
            </a:r>
            <a:r>
              <a:rPr lang="en-US" sz="1100" err="1">
                <a:latin typeface="+mj-lt"/>
              </a:rPr>
              <a:t>neque</a:t>
            </a:r>
            <a:r>
              <a:rPr lang="en-US" sz="1100">
                <a:latin typeface="+mj-lt"/>
              </a:rPr>
              <a:t>, </a:t>
            </a:r>
            <a:r>
              <a:rPr lang="en-US" sz="1100" err="1">
                <a:latin typeface="+mj-lt"/>
              </a:rPr>
              <a:t>commodo</a:t>
            </a:r>
            <a:r>
              <a:rPr lang="en-US" sz="1100">
                <a:latin typeface="+mj-lt"/>
              </a:rPr>
              <a:t> vitae ex at, pharetra convallis </a:t>
            </a:r>
            <a:r>
              <a:rPr lang="en-US" sz="1100" err="1">
                <a:latin typeface="+mj-lt"/>
              </a:rPr>
              <a:t>nunc</a:t>
            </a:r>
            <a:r>
              <a:rPr lang="en-US" sz="1100">
                <a:latin typeface="+mj-lt"/>
              </a:rPr>
              <a:t>. In </a:t>
            </a:r>
            <a:r>
              <a:rPr lang="en-US" sz="1100" err="1">
                <a:latin typeface="+mj-lt"/>
              </a:rPr>
              <a:t>vehicula</a:t>
            </a:r>
            <a:r>
              <a:rPr lang="en-US" sz="1100">
                <a:latin typeface="+mj-lt"/>
              </a:rPr>
              <a:t> </a:t>
            </a:r>
            <a:r>
              <a:rPr lang="en-US" sz="1100" err="1">
                <a:latin typeface="+mj-lt"/>
              </a:rPr>
              <a:t>mauris</a:t>
            </a:r>
            <a:r>
              <a:rPr lang="en-US" sz="1100">
                <a:latin typeface="+mj-lt"/>
              </a:rPr>
              <a:t> ligula. </a:t>
            </a:r>
            <a:r>
              <a:rPr lang="en-US" sz="1100" err="1">
                <a:latin typeface="+mj-lt"/>
              </a:rPr>
              <a:t>Suspendisse</a:t>
            </a:r>
            <a:r>
              <a:rPr lang="en-US" sz="1100">
                <a:latin typeface="+mj-lt"/>
              </a:rPr>
              <a:t> in </a:t>
            </a:r>
            <a:r>
              <a:rPr lang="en-US" sz="1100" err="1">
                <a:latin typeface="+mj-lt"/>
              </a:rPr>
              <a:t>tellus</a:t>
            </a:r>
            <a:r>
              <a:rPr lang="en-US" sz="1100">
                <a:latin typeface="+mj-lt"/>
              </a:rPr>
              <a:t> </a:t>
            </a:r>
            <a:r>
              <a:rPr lang="en-US" sz="1100" err="1">
                <a:latin typeface="+mj-lt"/>
              </a:rPr>
              <a:t>congue</a:t>
            </a:r>
            <a:r>
              <a:rPr lang="en-US" sz="1100">
                <a:latin typeface="+mj-lt"/>
              </a:rPr>
              <a:t> </a:t>
            </a:r>
            <a:r>
              <a:rPr lang="en-US" sz="1100" err="1">
                <a:latin typeface="+mj-lt"/>
              </a:rPr>
              <a:t>odio</a:t>
            </a:r>
            <a:r>
              <a:rPr lang="en-US" sz="1100">
                <a:latin typeface="+mj-lt"/>
              </a:rPr>
              <a:t> pharetra </a:t>
            </a:r>
            <a:r>
              <a:rPr lang="en-US" sz="1100" err="1">
                <a:latin typeface="+mj-lt"/>
              </a:rPr>
              <a:t>finibus</a:t>
            </a:r>
            <a:r>
              <a:rPr lang="en-US" sz="1100">
                <a:latin typeface="+mj-lt"/>
              </a:rPr>
              <a:t>. Nam </a:t>
            </a:r>
            <a:r>
              <a:rPr lang="en-US" sz="1100" err="1">
                <a:latin typeface="+mj-lt"/>
              </a:rPr>
              <a:t>vel</a:t>
            </a:r>
            <a:r>
              <a:rPr lang="en-US" sz="1100">
                <a:latin typeface="+mj-lt"/>
              </a:rPr>
              <a:t> </a:t>
            </a:r>
            <a:r>
              <a:rPr lang="en-US" sz="1100" err="1">
                <a:latin typeface="+mj-lt"/>
              </a:rPr>
              <a:t>auctor</a:t>
            </a:r>
            <a:r>
              <a:rPr lang="en-US" sz="1100">
                <a:latin typeface="+mj-lt"/>
              </a:rPr>
              <a:t> </a:t>
            </a:r>
            <a:r>
              <a:rPr lang="en-US" sz="1100" err="1">
                <a:latin typeface="+mj-lt"/>
              </a:rPr>
              <a:t>justo</a:t>
            </a:r>
            <a:r>
              <a:rPr lang="en-US" sz="1100">
                <a:latin typeface="+mj-lt"/>
              </a:rPr>
              <a:t>, vitae </a:t>
            </a:r>
            <a:r>
              <a:rPr lang="en-US" sz="1100" err="1">
                <a:latin typeface="+mj-lt"/>
              </a:rPr>
              <a:t>hendrerit</a:t>
            </a:r>
            <a:r>
              <a:rPr lang="en-US" sz="1100">
                <a:latin typeface="+mj-lt"/>
              </a:rPr>
              <a:t> </a:t>
            </a:r>
            <a:r>
              <a:rPr lang="en-US" sz="1100" err="1">
                <a:latin typeface="+mj-lt"/>
              </a:rPr>
              <a:t>orci</a:t>
            </a:r>
            <a:r>
              <a:rPr lang="en-US" sz="1100">
                <a:latin typeface="+mj-lt"/>
              </a:rPr>
              <a:t>. </a:t>
            </a:r>
            <a:r>
              <a:rPr lang="en-US" sz="1100" err="1">
                <a:latin typeface="+mj-lt"/>
              </a:rPr>
              <a:t>Duis</a:t>
            </a:r>
            <a:r>
              <a:rPr lang="en-US" sz="1100">
                <a:latin typeface="+mj-lt"/>
              </a:rPr>
              <a:t> </a:t>
            </a:r>
            <a:r>
              <a:rPr lang="en-US" sz="1100" err="1">
                <a:latin typeface="+mj-lt"/>
              </a:rPr>
              <a:t>nec</a:t>
            </a:r>
            <a:r>
              <a:rPr lang="en-US" sz="1100">
                <a:latin typeface="+mj-lt"/>
              </a:rPr>
              <a:t> </a:t>
            </a:r>
            <a:r>
              <a:rPr lang="en-US" sz="1100" err="1">
                <a:latin typeface="+mj-lt"/>
              </a:rPr>
              <a:t>sapien</a:t>
            </a:r>
            <a:r>
              <a:rPr lang="en-US" sz="1100">
                <a:latin typeface="+mj-lt"/>
              </a:rPr>
              <a:t> </a:t>
            </a:r>
            <a:r>
              <a:rPr lang="en-US" sz="1100" err="1">
                <a:latin typeface="+mj-lt"/>
              </a:rPr>
              <a:t>viverra</a:t>
            </a:r>
            <a:r>
              <a:rPr lang="en-US" sz="1100">
                <a:latin typeface="+mj-lt"/>
              </a:rPr>
              <a:t>, </a:t>
            </a:r>
            <a:r>
              <a:rPr lang="en-US" sz="1100" err="1">
                <a:latin typeface="+mj-lt"/>
              </a:rPr>
              <a:t>bibendum</a:t>
            </a:r>
            <a:r>
              <a:rPr lang="en-US" sz="1100">
                <a:latin typeface="+mj-lt"/>
              </a:rPr>
              <a:t> </a:t>
            </a:r>
            <a:r>
              <a:rPr lang="en-US" sz="1100" err="1">
                <a:latin typeface="+mj-lt"/>
              </a:rPr>
              <a:t>tellus</a:t>
            </a:r>
            <a:r>
              <a:rPr lang="en-US" sz="1100">
                <a:latin typeface="+mj-lt"/>
              </a:rPr>
              <a:t> </a:t>
            </a:r>
            <a:r>
              <a:rPr lang="en-US" sz="1100" err="1">
                <a:latin typeface="+mj-lt"/>
              </a:rPr>
              <a:t>eget</a:t>
            </a:r>
            <a:r>
              <a:rPr lang="en-US" sz="1100">
                <a:latin typeface="+mj-lt"/>
              </a:rPr>
              <a:t>, </a:t>
            </a:r>
            <a:r>
              <a:rPr lang="en-US" sz="1100" err="1">
                <a:latin typeface="+mj-lt"/>
              </a:rPr>
              <a:t>pellentesque</a:t>
            </a:r>
            <a:r>
              <a:rPr lang="en-US" sz="1100">
                <a:latin typeface="+mj-lt"/>
              </a:rPr>
              <a:t> </a:t>
            </a:r>
            <a:r>
              <a:rPr lang="en-US" sz="1100" err="1">
                <a:latin typeface="+mj-lt"/>
              </a:rPr>
              <a:t>massa</a:t>
            </a:r>
            <a:r>
              <a:rPr lang="en-US" sz="1100">
                <a:latin typeface="+mj-lt"/>
              </a:rPr>
              <a:t>. </a:t>
            </a:r>
            <a:r>
              <a:rPr lang="en-US" sz="1100" err="1">
                <a:latin typeface="+mj-lt"/>
              </a:rPr>
              <a:t>Nulla</a:t>
            </a:r>
            <a:r>
              <a:rPr lang="en-US" sz="1100">
                <a:latin typeface="+mj-lt"/>
              </a:rPr>
              <a:t> </a:t>
            </a:r>
            <a:r>
              <a:rPr lang="en-US" sz="1100" err="1">
                <a:latin typeface="+mj-lt"/>
              </a:rPr>
              <a:t>feugiat</a:t>
            </a:r>
            <a:r>
              <a:rPr lang="en-US" sz="1100">
                <a:latin typeface="+mj-lt"/>
              </a:rPr>
              <a:t>, </a:t>
            </a:r>
            <a:r>
              <a:rPr lang="en-US" sz="1100" err="1">
                <a:latin typeface="+mj-lt"/>
              </a:rPr>
              <a:t>turpis</a:t>
            </a:r>
            <a:r>
              <a:rPr lang="en-US" sz="1100">
                <a:latin typeface="+mj-lt"/>
              </a:rPr>
              <a:t> et </a:t>
            </a:r>
            <a:r>
              <a:rPr lang="en-US" sz="1100" err="1">
                <a:latin typeface="+mj-lt"/>
              </a:rPr>
              <a:t>posuere</a:t>
            </a:r>
            <a:r>
              <a:rPr lang="en-US" sz="1100">
                <a:latin typeface="+mj-lt"/>
              </a:rPr>
              <a:t> </a:t>
            </a:r>
            <a:r>
              <a:rPr lang="en-US" sz="1100" err="1">
                <a:latin typeface="+mj-lt"/>
              </a:rPr>
              <a:t>viverra</a:t>
            </a:r>
            <a:r>
              <a:rPr lang="en-US" sz="1100">
                <a:latin typeface="+mj-lt"/>
              </a:rPr>
              <a:t>, ipsum </a:t>
            </a:r>
            <a:r>
              <a:rPr lang="en-US" sz="1100" err="1">
                <a:latin typeface="+mj-lt"/>
              </a:rPr>
              <a:t>sem</a:t>
            </a:r>
            <a:r>
              <a:rPr lang="en-US" sz="1100">
                <a:latin typeface="+mj-lt"/>
              </a:rPr>
              <a:t> </a:t>
            </a:r>
            <a:r>
              <a:rPr lang="en-US" sz="1100" err="1">
                <a:latin typeface="+mj-lt"/>
              </a:rPr>
              <a:t>tincidunt</a:t>
            </a:r>
            <a:r>
              <a:rPr lang="en-US" sz="1100">
                <a:latin typeface="+mj-lt"/>
              </a:rPr>
              <a:t> </a:t>
            </a:r>
            <a:r>
              <a:rPr lang="en-US" sz="1100" err="1">
                <a:latin typeface="+mj-lt"/>
              </a:rPr>
              <a:t>est</a:t>
            </a:r>
            <a:r>
              <a:rPr lang="en-US" sz="1100">
                <a:latin typeface="+mj-lt"/>
              </a:rPr>
              <a:t>, </a:t>
            </a:r>
            <a:r>
              <a:rPr lang="en-US" sz="1100" err="1">
                <a:latin typeface="+mj-lt"/>
              </a:rPr>
              <a:t>finibus</a:t>
            </a:r>
            <a:r>
              <a:rPr lang="en-US" sz="1100">
                <a:latin typeface="+mj-lt"/>
              </a:rPr>
              <a:t> </a:t>
            </a:r>
            <a:r>
              <a:rPr lang="en-US" sz="1100" err="1">
                <a:latin typeface="+mj-lt"/>
              </a:rPr>
              <a:t>tempor</a:t>
            </a:r>
            <a:r>
              <a:rPr lang="en-US" sz="1100">
                <a:latin typeface="+mj-lt"/>
              </a:rPr>
              <a:t> </a:t>
            </a:r>
            <a:r>
              <a:rPr lang="en-US" sz="1100" err="1">
                <a:latin typeface="+mj-lt"/>
              </a:rPr>
              <a:t>nibh</a:t>
            </a:r>
            <a:r>
              <a:rPr lang="en-US" sz="1100">
                <a:latin typeface="+mj-lt"/>
              </a:rPr>
              <a:t> ante semper diam. </a:t>
            </a:r>
            <a:r>
              <a:rPr lang="en-US" sz="1100" err="1">
                <a:latin typeface="+mj-lt"/>
              </a:rPr>
              <a:t>Nullam</a:t>
            </a:r>
            <a:r>
              <a:rPr lang="en-US" sz="1100">
                <a:latin typeface="+mj-lt"/>
              </a:rPr>
              <a:t> </a:t>
            </a:r>
            <a:r>
              <a:rPr lang="en-US" sz="1100" err="1">
                <a:latin typeface="+mj-lt"/>
              </a:rPr>
              <a:t>quis</a:t>
            </a:r>
            <a:r>
              <a:rPr lang="en-US" sz="1100">
                <a:latin typeface="+mj-lt"/>
              </a:rPr>
              <a:t> </a:t>
            </a:r>
            <a:r>
              <a:rPr lang="en-US" sz="1100" err="1">
                <a:latin typeface="+mj-lt"/>
              </a:rPr>
              <a:t>euismod</a:t>
            </a:r>
            <a:r>
              <a:rPr lang="en-US" sz="1100">
                <a:latin typeface="+mj-lt"/>
              </a:rPr>
              <a:t> </a:t>
            </a:r>
            <a:r>
              <a:rPr lang="en-US" sz="1100" err="1">
                <a:latin typeface="+mj-lt"/>
              </a:rPr>
              <a:t>neque</a:t>
            </a:r>
            <a:r>
              <a:rPr lang="en-US" sz="1100">
                <a:latin typeface="+mj-lt"/>
              </a:rPr>
              <a:t>, </a:t>
            </a:r>
            <a:r>
              <a:rPr lang="en-US" sz="1100" err="1">
                <a:latin typeface="+mj-lt"/>
              </a:rPr>
              <a:t>nec</a:t>
            </a:r>
            <a:r>
              <a:rPr lang="en-US" sz="1100">
                <a:latin typeface="+mj-lt"/>
              </a:rPr>
              <a:t> </a:t>
            </a:r>
            <a:r>
              <a:rPr lang="en-US" sz="1100" err="1">
                <a:latin typeface="+mj-lt"/>
              </a:rPr>
              <a:t>facilisis</a:t>
            </a:r>
            <a:r>
              <a:rPr lang="en-US" sz="1100">
                <a:latin typeface="+mj-lt"/>
              </a:rPr>
              <a:t> sem. </a:t>
            </a:r>
            <a:r>
              <a:rPr lang="en-US" sz="1100" err="1">
                <a:latin typeface="+mj-lt"/>
              </a:rPr>
              <a:t>Morbi</a:t>
            </a:r>
            <a:r>
              <a:rPr lang="en-US" sz="1100">
                <a:latin typeface="+mj-lt"/>
              </a:rPr>
              <a:t> </a:t>
            </a:r>
            <a:r>
              <a:rPr lang="en-US" sz="1100" err="1">
                <a:latin typeface="+mj-lt"/>
              </a:rPr>
              <a:t>egestas</a:t>
            </a:r>
            <a:r>
              <a:rPr lang="en-US" sz="1100">
                <a:latin typeface="+mj-lt"/>
              </a:rPr>
              <a:t> </a:t>
            </a:r>
            <a:r>
              <a:rPr lang="en-US" sz="1100" err="1">
                <a:latin typeface="+mj-lt"/>
              </a:rPr>
              <a:t>iaculis</a:t>
            </a:r>
            <a:r>
              <a:rPr lang="en-US" sz="1100">
                <a:latin typeface="+mj-lt"/>
              </a:rPr>
              <a:t> </a:t>
            </a:r>
            <a:r>
              <a:rPr lang="en-US" sz="1100" err="1">
                <a:latin typeface="+mj-lt"/>
              </a:rPr>
              <a:t>dignissim</a:t>
            </a:r>
            <a:r>
              <a:rPr lang="en-US" sz="1100">
                <a:latin typeface="+mj-lt"/>
              </a:rPr>
              <a:t>. In </a:t>
            </a:r>
            <a:r>
              <a:rPr lang="en-US" sz="1100" err="1">
                <a:latin typeface="+mj-lt"/>
              </a:rPr>
              <a:t>accumsan</a:t>
            </a:r>
            <a:r>
              <a:rPr lang="en-US" sz="1100">
                <a:latin typeface="+mj-lt"/>
              </a:rPr>
              <a:t> </a:t>
            </a:r>
            <a:r>
              <a:rPr lang="en-US" sz="1100" err="1">
                <a:latin typeface="+mj-lt"/>
              </a:rPr>
              <a:t>tortor</a:t>
            </a:r>
            <a:r>
              <a:rPr lang="en-US" sz="1100">
                <a:latin typeface="+mj-lt"/>
              </a:rPr>
              <a:t> </a:t>
            </a:r>
            <a:r>
              <a:rPr lang="en-US" sz="1100" err="1">
                <a:latin typeface="+mj-lt"/>
              </a:rPr>
              <a:t>elit</a:t>
            </a:r>
            <a:r>
              <a:rPr lang="en-US" sz="1100">
                <a:latin typeface="+mj-lt"/>
              </a:rPr>
              <a:t>, non </a:t>
            </a:r>
            <a:r>
              <a:rPr lang="en-US" sz="1100" err="1">
                <a:latin typeface="+mj-lt"/>
              </a:rPr>
              <a:t>euismod</a:t>
            </a:r>
            <a:r>
              <a:rPr lang="en-US" sz="1100">
                <a:latin typeface="+mj-lt"/>
              </a:rPr>
              <a:t> </a:t>
            </a:r>
            <a:r>
              <a:rPr lang="en-US" sz="1100" err="1">
                <a:latin typeface="+mj-lt"/>
              </a:rPr>
              <a:t>eros</a:t>
            </a:r>
            <a:r>
              <a:rPr lang="en-US" sz="1100">
                <a:latin typeface="+mj-lt"/>
              </a:rPr>
              <a:t> </a:t>
            </a:r>
            <a:r>
              <a:rPr lang="en-US" sz="1100" err="1">
                <a:latin typeface="+mj-lt"/>
              </a:rPr>
              <a:t>accumsan</a:t>
            </a:r>
            <a:r>
              <a:rPr lang="en-US" sz="1100">
                <a:latin typeface="+mj-lt"/>
              </a:rPr>
              <a:t> ac. </a:t>
            </a:r>
            <a:r>
              <a:rPr lang="en-US" sz="1100" err="1">
                <a:latin typeface="+mj-lt"/>
              </a:rPr>
              <a:t>Sed</a:t>
            </a:r>
            <a:r>
              <a:rPr lang="en-US" sz="1100">
                <a:latin typeface="+mj-lt"/>
              </a:rPr>
              <a:t> </a:t>
            </a:r>
            <a:r>
              <a:rPr lang="en-US" sz="1100" err="1">
                <a:latin typeface="+mj-lt"/>
              </a:rPr>
              <a:t>ultrices</a:t>
            </a:r>
            <a:r>
              <a:rPr lang="en-US" sz="1100">
                <a:latin typeface="+mj-lt"/>
              </a:rPr>
              <a:t> mi lorem, </a:t>
            </a:r>
            <a:r>
              <a:rPr lang="en-US" sz="1100" err="1">
                <a:latin typeface="+mj-lt"/>
              </a:rPr>
              <a:t>ut</a:t>
            </a:r>
            <a:r>
              <a:rPr lang="en-US" sz="1100">
                <a:latin typeface="+mj-lt"/>
              </a:rPr>
              <a:t> </a:t>
            </a:r>
            <a:r>
              <a:rPr lang="en-US" sz="1100" err="1">
                <a:latin typeface="+mj-lt"/>
              </a:rPr>
              <a:t>dignissim</a:t>
            </a:r>
            <a:r>
              <a:rPr lang="en-US" sz="1100">
                <a:latin typeface="+mj-lt"/>
              </a:rPr>
              <a:t> </a:t>
            </a:r>
            <a:r>
              <a:rPr lang="en-US" sz="1100" err="1">
                <a:latin typeface="+mj-lt"/>
              </a:rPr>
              <a:t>nibh</a:t>
            </a:r>
            <a:r>
              <a:rPr lang="en-US" sz="1100">
                <a:latin typeface="+mj-lt"/>
              </a:rPr>
              <a:t> </a:t>
            </a:r>
            <a:r>
              <a:rPr lang="en-US" sz="1100" err="1">
                <a:latin typeface="+mj-lt"/>
              </a:rPr>
              <a:t>facilisis</a:t>
            </a:r>
            <a:r>
              <a:rPr lang="en-US" sz="1100">
                <a:latin typeface="+mj-lt"/>
              </a:rPr>
              <a:t> vel.</a:t>
            </a:r>
          </a:p>
        </p:txBody>
      </p:sp>
      <p:cxnSp>
        <p:nvCxnSpPr>
          <p:cNvPr id="4" name="Straight Connector 3"/>
          <p:cNvCxnSpPr/>
          <p:nvPr userDrawn="1"/>
        </p:nvCxnSpPr>
        <p:spPr>
          <a:xfrm>
            <a:off x="294409" y="716437"/>
            <a:ext cx="8555182"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7" name="Slide Number Placeholder 1"/>
          <p:cNvSpPr>
            <a:spLocks noGrp="1"/>
          </p:cNvSpPr>
          <p:nvPr>
            <p:ph type="sldNum" sz="quarter" idx="4"/>
          </p:nvPr>
        </p:nvSpPr>
        <p:spPr>
          <a:xfrm>
            <a:off x="7413441" y="4826639"/>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pPr marL="0" marR="0" lvl="0" indent="0" algn="r" defTabSz="685800" rtl="0" eaLnBrk="1" fontAlgn="auto" latinLnBrk="0" hangingPunct="1">
              <a:lnSpc>
                <a:spcPct val="100000"/>
              </a:lnSpc>
              <a:spcBef>
                <a:spcPts val="0"/>
              </a:spcBef>
              <a:spcAft>
                <a:spcPts val="0"/>
              </a:spcAft>
              <a:buClrTx/>
              <a:buSzTx/>
              <a:buFontTx/>
              <a:buNone/>
              <a:tabLst/>
              <a:defRPr/>
            </a:pPr>
            <a:fld id="{3A707DD9-E92B-45E8-BE0A-E6B2EDF345EB}" type="slidenum">
              <a:rPr kumimoji="0" lang="en-US" sz="800" b="1" i="0" u="none" strike="noStrike" kern="1200" cap="none" spc="0" normalizeH="0" baseline="0" noProof="0" smtClean="0">
                <a:ln>
                  <a:noFill/>
                </a:ln>
                <a:solidFill>
                  <a:srgbClr val="FEFEFE"/>
                </a:solidFill>
                <a:effectLst/>
                <a:uLnTx/>
                <a:uFillTx/>
                <a:latin typeface="Calibri Light"/>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a:t>
            </a:fld>
            <a:endParaRPr kumimoji="0" lang="en-US" sz="800" b="1" i="0" u="none" strike="noStrike" kern="1200" cap="none" spc="0" normalizeH="0" baseline="0" noProof="0">
              <a:ln>
                <a:noFill/>
              </a:ln>
              <a:solidFill>
                <a:srgbClr val="FEFEFE"/>
              </a:solidFill>
              <a:effectLst/>
              <a:uLnTx/>
              <a:uFillTx/>
              <a:latin typeface="Calibri Light"/>
              <a:ea typeface="+mn-ea"/>
              <a:cs typeface="+mn-cs"/>
            </a:endParaRPr>
          </a:p>
        </p:txBody>
      </p:sp>
    </p:spTree>
    <p:extLst>
      <p:ext uri="{BB962C8B-B14F-4D97-AF65-F5344CB8AC3E}">
        <p14:creationId xmlns:p14="http://schemas.microsoft.com/office/powerpoint/2010/main" val="407219381"/>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Comparison on Color Canvas">
    <p:bg>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bg1"/>
                </a:solidFill>
              </a:defRPr>
            </a:lvl1pPr>
          </a:lstStyle>
          <a:p>
            <a:r>
              <a:rPr lang="en-US"/>
              <a:t>Please Add Slide Headline Here</a:t>
            </a:r>
          </a:p>
        </p:txBody>
      </p:sp>
      <p:sp>
        <p:nvSpPr>
          <p:cNvPr id="3" name="Content Placeholder 5"/>
          <p:cNvSpPr>
            <a:spLocks noGrp="1"/>
          </p:cNvSpPr>
          <p:nvPr>
            <p:ph sz="quarter" idx="10" hasCustomPrompt="1"/>
          </p:nvPr>
        </p:nvSpPr>
        <p:spPr>
          <a:xfrm>
            <a:off x="357189" y="1422400"/>
            <a:ext cx="3986211" cy="3054350"/>
          </a:xfrm>
        </p:spPr>
        <p:txBody>
          <a:bodyPr/>
          <a:lstStyle>
            <a:lvl1pPr>
              <a:defRPr>
                <a:solidFill>
                  <a:schemeClr val="bg1"/>
                </a:solidFill>
                <a:latin typeface="+mj-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 </a:t>
            </a:r>
          </a:p>
          <a:p>
            <a:pPr lvl="0"/>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r>
              <a:rPr lang="en-US" err="1"/>
              <a:t>Aliquam</a:t>
            </a:r>
            <a:r>
              <a:rPr lang="en-US"/>
              <a:t> sit </a:t>
            </a:r>
            <a:r>
              <a:rPr lang="en-US" err="1"/>
              <a:t>amet</a:t>
            </a:r>
            <a:r>
              <a:rPr lang="en-US"/>
              <a:t> </a:t>
            </a:r>
            <a:r>
              <a:rPr lang="en-US" err="1"/>
              <a:t>leo</a:t>
            </a:r>
            <a:r>
              <a:rPr lang="en-US"/>
              <a:t> semper, </a:t>
            </a:r>
            <a:r>
              <a:rPr lang="en-US" err="1"/>
              <a:t>tincidunt</a:t>
            </a:r>
            <a:r>
              <a:rPr lang="en-US"/>
              <a:t> dolor a, </a:t>
            </a:r>
            <a:r>
              <a:rPr lang="en-US" err="1"/>
              <a:t>lobortis</a:t>
            </a:r>
            <a:r>
              <a:rPr lang="en-US"/>
              <a:t> </a:t>
            </a:r>
            <a:r>
              <a:rPr lang="en-US" err="1"/>
              <a:t>elit</a:t>
            </a:r>
            <a:r>
              <a:rPr lang="en-US"/>
              <a:t>. </a:t>
            </a:r>
            <a:r>
              <a:rPr lang="en-US" err="1"/>
              <a:t>Nulla</a:t>
            </a:r>
            <a:r>
              <a:rPr lang="en-US"/>
              <a:t> ipsum dolor, </a:t>
            </a:r>
            <a:r>
              <a:rPr lang="en-US" err="1"/>
              <a:t>condimentum</a:t>
            </a:r>
            <a:r>
              <a:rPr lang="en-US"/>
              <a:t> </a:t>
            </a:r>
          </a:p>
          <a:p>
            <a:pPr lvl="0"/>
            <a:r>
              <a:rPr lang="en-US"/>
              <a:t>at nisi et, </a:t>
            </a:r>
            <a:r>
              <a:rPr lang="en-US" err="1"/>
              <a:t>varius</a:t>
            </a:r>
            <a:r>
              <a:rPr lang="en-US"/>
              <a:t> </a:t>
            </a:r>
            <a:r>
              <a:rPr lang="en-US" err="1"/>
              <a:t>lobortis</a:t>
            </a:r>
            <a:r>
              <a:rPr lang="en-US"/>
              <a:t> </a:t>
            </a:r>
            <a:r>
              <a:rPr lang="en-US" err="1"/>
              <a:t>lectus</a:t>
            </a:r>
            <a:r>
              <a:rPr lang="en-US"/>
              <a:t>. </a:t>
            </a:r>
            <a:r>
              <a:rPr lang="en-US" err="1"/>
              <a:t>Fusce</a:t>
            </a:r>
            <a:r>
              <a:rPr lang="en-US"/>
              <a:t> </a:t>
            </a:r>
            <a:r>
              <a:rPr lang="en-US" err="1"/>
              <a:t>fermentum</a:t>
            </a:r>
            <a:r>
              <a:rPr lang="en-US"/>
              <a:t> </a:t>
            </a:r>
            <a:r>
              <a:rPr lang="en-US" err="1"/>
              <a:t>bibendum</a:t>
            </a:r>
            <a:r>
              <a:rPr lang="en-US"/>
              <a:t> </a:t>
            </a:r>
            <a:r>
              <a:rPr lang="en-US" err="1"/>
              <a:t>varius</a:t>
            </a:r>
            <a:r>
              <a:rPr lang="en-US"/>
              <a:t>. </a:t>
            </a: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endParaRPr lang="en-US"/>
          </a:p>
        </p:txBody>
      </p:sp>
      <p:sp>
        <p:nvSpPr>
          <p:cNvPr id="5" name="Text Placeholder 4"/>
          <p:cNvSpPr>
            <a:spLocks noGrp="1"/>
          </p:cNvSpPr>
          <p:nvPr>
            <p:ph type="body" sz="quarter" idx="11" hasCustomPrompt="1"/>
          </p:nvPr>
        </p:nvSpPr>
        <p:spPr>
          <a:xfrm>
            <a:off x="357189" y="1079500"/>
            <a:ext cx="3986212" cy="342900"/>
          </a:xfrm>
        </p:spPr>
        <p:txBody>
          <a:bodyPr wrap="none" bIns="0">
            <a:noAutofit/>
          </a:bodyPr>
          <a:lstStyle>
            <a:lvl1pPr marL="0" indent="0">
              <a:spcBef>
                <a:spcPts val="288"/>
              </a:spcBef>
              <a:buNone/>
              <a:defRPr sz="1200" b="1" i="0" cap="all" spc="200" baseline="0">
                <a:solidFill>
                  <a:schemeClr val="bg1"/>
                </a:solidFill>
              </a:defRPr>
            </a:lvl1pPr>
          </a:lstStyle>
          <a:p>
            <a:pPr lvl="0"/>
            <a:r>
              <a:rPr lang="en-US"/>
              <a:t>Highlight goes here</a:t>
            </a:r>
          </a:p>
        </p:txBody>
      </p:sp>
      <p:sp>
        <p:nvSpPr>
          <p:cNvPr id="6" name="Content Placeholder 5"/>
          <p:cNvSpPr>
            <a:spLocks noGrp="1"/>
          </p:cNvSpPr>
          <p:nvPr>
            <p:ph sz="quarter" idx="12" hasCustomPrompt="1"/>
          </p:nvPr>
        </p:nvSpPr>
        <p:spPr>
          <a:xfrm>
            <a:off x="4800599" y="1422400"/>
            <a:ext cx="3993357" cy="3054350"/>
          </a:xfrm>
        </p:spPr>
        <p:txBody>
          <a:bodyPr/>
          <a:lstStyle>
            <a:lvl1pPr>
              <a:defRPr>
                <a:solidFill>
                  <a:schemeClr val="bg1"/>
                </a:solidFill>
                <a:latin typeface="+mj-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 </a:t>
            </a:r>
          </a:p>
          <a:p>
            <a:pPr lvl="0"/>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r>
              <a:rPr lang="en-US" err="1"/>
              <a:t>Aliquam</a:t>
            </a:r>
            <a:r>
              <a:rPr lang="en-US"/>
              <a:t> sit </a:t>
            </a:r>
            <a:r>
              <a:rPr lang="en-US" err="1"/>
              <a:t>amet</a:t>
            </a:r>
            <a:r>
              <a:rPr lang="en-US"/>
              <a:t> </a:t>
            </a:r>
            <a:r>
              <a:rPr lang="en-US" err="1"/>
              <a:t>leo</a:t>
            </a:r>
            <a:r>
              <a:rPr lang="en-US"/>
              <a:t> semper, </a:t>
            </a:r>
            <a:r>
              <a:rPr lang="en-US" err="1"/>
              <a:t>tincidunt</a:t>
            </a:r>
            <a:r>
              <a:rPr lang="en-US"/>
              <a:t> dolor a, </a:t>
            </a:r>
            <a:r>
              <a:rPr lang="en-US" err="1"/>
              <a:t>lobortis</a:t>
            </a:r>
            <a:r>
              <a:rPr lang="en-US"/>
              <a:t> </a:t>
            </a:r>
            <a:r>
              <a:rPr lang="en-US" err="1"/>
              <a:t>elit</a:t>
            </a:r>
            <a:r>
              <a:rPr lang="en-US"/>
              <a:t>. </a:t>
            </a:r>
            <a:r>
              <a:rPr lang="en-US" err="1"/>
              <a:t>Nulla</a:t>
            </a:r>
            <a:r>
              <a:rPr lang="en-US"/>
              <a:t> ipsum dolor, </a:t>
            </a:r>
            <a:r>
              <a:rPr lang="en-US" err="1"/>
              <a:t>condimentum</a:t>
            </a:r>
            <a:r>
              <a:rPr lang="en-US"/>
              <a:t> </a:t>
            </a:r>
          </a:p>
          <a:p>
            <a:pPr lvl="0"/>
            <a:r>
              <a:rPr lang="en-US"/>
              <a:t>at nisi et, </a:t>
            </a:r>
            <a:r>
              <a:rPr lang="en-US" err="1"/>
              <a:t>varius</a:t>
            </a:r>
            <a:r>
              <a:rPr lang="en-US"/>
              <a:t> </a:t>
            </a:r>
            <a:r>
              <a:rPr lang="en-US" err="1"/>
              <a:t>lobortis</a:t>
            </a:r>
            <a:r>
              <a:rPr lang="en-US"/>
              <a:t> </a:t>
            </a:r>
            <a:r>
              <a:rPr lang="en-US" err="1"/>
              <a:t>lectus</a:t>
            </a:r>
            <a:r>
              <a:rPr lang="en-US"/>
              <a:t>. </a:t>
            </a:r>
            <a:r>
              <a:rPr lang="en-US" err="1"/>
              <a:t>Fusce</a:t>
            </a:r>
            <a:r>
              <a:rPr lang="en-US"/>
              <a:t> </a:t>
            </a:r>
            <a:r>
              <a:rPr lang="en-US" err="1"/>
              <a:t>fermentum</a:t>
            </a:r>
            <a:r>
              <a:rPr lang="en-US"/>
              <a:t> </a:t>
            </a:r>
            <a:r>
              <a:rPr lang="en-US" err="1"/>
              <a:t>bibendum</a:t>
            </a:r>
            <a:r>
              <a:rPr lang="en-US"/>
              <a:t> </a:t>
            </a:r>
            <a:r>
              <a:rPr lang="en-US" err="1"/>
              <a:t>varius</a:t>
            </a:r>
            <a:r>
              <a:rPr lang="en-US"/>
              <a:t>. </a:t>
            </a: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endParaRPr lang="en-US"/>
          </a:p>
        </p:txBody>
      </p:sp>
      <p:sp>
        <p:nvSpPr>
          <p:cNvPr id="7" name="Text Placeholder 4"/>
          <p:cNvSpPr>
            <a:spLocks noGrp="1"/>
          </p:cNvSpPr>
          <p:nvPr>
            <p:ph type="body" sz="quarter" idx="13" hasCustomPrompt="1"/>
          </p:nvPr>
        </p:nvSpPr>
        <p:spPr>
          <a:xfrm>
            <a:off x="4800599" y="1079500"/>
            <a:ext cx="3986214" cy="342900"/>
          </a:xfrm>
        </p:spPr>
        <p:txBody>
          <a:bodyPr wrap="none" bIns="0">
            <a:noAutofit/>
          </a:bodyPr>
          <a:lstStyle>
            <a:lvl1pPr marL="0" indent="0">
              <a:spcBef>
                <a:spcPts val="288"/>
              </a:spcBef>
              <a:buNone/>
              <a:defRPr sz="1200" b="1" i="0" cap="all" spc="200" baseline="0">
                <a:solidFill>
                  <a:schemeClr val="bg1"/>
                </a:solidFill>
              </a:defRPr>
            </a:lvl1pPr>
          </a:lstStyle>
          <a:p>
            <a:pPr lvl="0"/>
            <a:r>
              <a:rPr lang="en-US"/>
              <a:t>OTHER Highlight goes here</a:t>
            </a:r>
          </a:p>
        </p:txBody>
      </p:sp>
      <p:cxnSp>
        <p:nvCxnSpPr>
          <p:cNvPr id="8" name="Straight Connector 7"/>
          <p:cNvCxnSpPr/>
          <p:nvPr userDrawn="1"/>
        </p:nvCxnSpPr>
        <p:spPr>
          <a:xfrm>
            <a:off x="294409" y="716437"/>
            <a:ext cx="8555182"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10" name="Slide Number Placeholder 1"/>
          <p:cNvSpPr>
            <a:spLocks noGrp="1"/>
          </p:cNvSpPr>
          <p:nvPr>
            <p:ph type="sldNum" sz="quarter" idx="4"/>
          </p:nvPr>
        </p:nvSpPr>
        <p:spPr>
          <a:xfrm>
            <a:off x="7413441" y="4826639"/>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pPr marL="0" marR="0" lvl="0" indent="0" algn="r" defTabSz="685800" rtl="0" eaLnBrk="1" fontAlgn="auto" latinLnBrk="0" hangingPunct="1">
              <a:lnSpc>
                <a:spcPct val="100000"/>
              </a:lnSpc>
              <a:spcBef>
                <a:spcPts val="0"/>
              </a:spcBef>
              <a:spcAft>
                <a:spcPts val="0"/>
              </a:spcAft>
              <a:buClrTx/>
              <a:buSzTx/>
              <a:buFontTx/>
              <a:buNone/>
              <a:tabLst/>
              <a:defRPr/>
            </a:pPr>
            <a:fld id="{3A707DD9-E92B-45E8-BE0A-E6B2EDF345EB}" type="slidenum">
              <a:rPr kumimoji="0" lang="en-US" sz="800" b="1" i="0" u="none" strike="noStrike" kern="1200" cap="none" spc="0" normalizeH="0" baseline="0" noProof="0" smtClean="0">
                <a:ln>
                  <a:noFill/>
                </a:ln>
                <a:solidFill>
                  <a:srgbClr val="FEFEFE"/>
                </a:solidFill>
                <a:effectLst/>
                <a:uLnTx/>
                <a:uFillTx/>
                <a:latin typeface="Calibri Light"/>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a:t>
            </a:fld>
            <a:endParaRPr kumimoji="0" lang="en-US" sz="800" b="1" i="0" u="none" strike="noStrike" kern="1200" cap="none" spc="0" normalizeH="0" baseline="0" noProof="0">
              <a:ln>
                <a:noFill/>
              </a:ln>
              <a:solidFill>
                <a:srgbClr val="FEFEFE"/>
              </a:solidFill>
              <a:effectLst/>
              <a:uLnTx/>
              <a:uFillTx/>
              <a:latin typeface="Calibri Light"/>
              <a:ea typeface="+mn-ea"/>
              <a:cs typeface="+mn-cs"/>
            </a:endParaRPr>
          </a:p>
        </p:txBody>
      </p:sp>
    </p:spTree>
    <p:extLst>
      <p:ext uri="{BB962C8B-B14F-4D97-AF65-F5344CB8AC3E}">
        <p14:creationId xmlns:p14="http://schemas.microsoft.com/office/powerpoint/2010/main" val="833594116"/>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Three Content on Color Canvas">
    <p:bg>
      <p:bgPr>
        <a:solidFill>
          <a:schemeClr val="accent6"/>
        </a:solidFill>
        <a:effectLst/>
      </p:bgPr>
    </p:bg>
    <p:spTree>
      <p:nvGrpSpPr>
        <p:cNvPr id="1" name=""/>
        <p:cNvGrpSpPr/>
        <p:nvPr/>
      </p:nvGrpSpPr>
      <p:grpSpPr>
        <a:xfrm>
          <a:off x="0" y="0"/>
          <a:ext cx="0" cy="0"/>
          <a:chOff x="0" y="0"/>
          <a:chExt cx="0" cy="0"/>
        </a:xfrm>
      </p:grpSpPr>
      <p:sp>
        <p:nvSpPr>
          <p:cNvPr id="15" name="Content Placeholder 14"/>
          <p:cNvSpPr>
            <a:spLocks noGrp="1"/>
          </p:cNvSpPr>
          <p:nvPr>
            <p:ph sz="quarter" idx="16" hasCustomPrompt="1"/>
          </p:nvPr>
        </p:nvSpPr>
        <p:spPr>
          <a:xfrm>
            <a:off x="1127175" y="1238584"/>
            <a:ext cx="2304288" cy="2903538"/>
          </a:xfrm>
          <a:ln>
            <a:solidFill>
              <a:schemeClr val="bg1"/>
            </a:solidFill>
          </a:ln>
        </p:spPr>
        <p:txBody>
          <a:bodyPr vert="horz" lIns="182880" tIns="274320" rIns="182880" bIns="274320" rtlCol="0">
            <a:normAutofit/>
          </a:bodyPr>
          <a:lstStyle>
            <a:lvl1pPr>
              <a:defRPr lang="en-US" sz="1000" dirty="0" smtClean="0">
                <a:solidFill>
                  <a:schemeClr val="bg1"/>
                </a:solidFill>
              </a:defRPr>
            </a:lvl1pPr>
            <a:lvl2pPr>
              <a:defRPr lang="en-US" sz="1000" dirty="0" smtClean="0">
                <a:solidFill>
                  <a:schemeClr val="bg1"/>
                </a:solidFill>
              </a:defRPr>
            </a:lvl2pPr>
            <a:lvl3pPr>
              <a:defRPr lang="en-US" sz="1000" dirty="0" smtClean="0">
                <a:solidFill>
                  <a:schemeClr val="bg1"/>
                </a:solidFill>
              </a:defRPr>
            </a:lvl3pPr>
            <a:lvl4pPr>
              <a:defRPr lang="en-US" sz="1000" dirty="0" smtClean="0">
                <a:solidFill>
                  <a:schemeClr val="bg1"/>
                </a:solidFill>
              </a:defRPr>
            </a:lvl4pPr>
            <a:lvl5pPr>
              <a:defRPr lang="en-US" sz="1000" dirty="0">
                <a:solidFill>
                  <a:schemeClr val="bg1"/>
                </a:solidFill>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p>
          <a:p>
            <a:pPr lvl="0"/>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 </a:t>
            </a:r>
          </a:p>
        </p:txBody>
      </p:sp>
      <p:sp>
        <p:nvSpPr>
          <p:cNvPr id="5" name="Title Placeholder 3"/>
          <p:cNvSpPr>
            <a:spLocks noGrp="1"/>
          </p:cNvSpPr>
          <p:nvPr>
            <p:ph type="body" sz="quarter" idx="11" hasCustomPrompt="1"/>
          </p:nvPr>
        </p:nvSpPr>
        <p:spPr>
          <a:xfrm>
            <a:off x="5735751" y="799672"/>
            <a:ext cx="2304288" cy="438912"/>
          </a:xfrm>
          <a:solidFill>
            <a:schemeClr val="bg1"/>
          </a:solidFill>
          <a:ln>
            <a:solidFill>
              <a:schemeClr val="bg1"/>
            </a:solidFill>
          </a:ln>
        </p:spPr>
        <p:txBody>
          <a:bodyPr wrap="none" lIns="91440" tIns="0" rIns="91440" bIns="0" anchor="ctr">
            <a:noAutofit/>
          </a:bodyPr>
          <a:lstStyle>
            <a:lvl1pPr marL="0" indent="0" algn="ctr">
              <a:buNone/>
              <a:defRPr sz="1200" b="1" i="0" cap="all" spc="200" baseline="0"/>
            </a:lvl1pPr>
            <a:lvl2pPr marL="457200" indent="0">
              <a:buNone/>
              <a:defRPr b="1" i="0" cap="all" spc="200" baseline="0"/>
            </a:lvl2pPr>
            <a:lvl3pPr marL="914400" indent="0">
              <a:buNone/>
              <a:defRPr b="1" i="0" cap="all" spc="200" baseline="0"/>
            </a:lvl3pPr>
            <a:lvl4pPr marL="1371600" indent="0">
              <a:buNone/>
              <a:defRPr b="1" i="0" cap="all" spc="200" baseline="0"/>
            </a:lvl4pPr>
            <a:lvl5pPr marL="1828800" indent="0">
              <a:buFont typeface="Arial" panose="020B0604020202020204" pitchFamily="34" charset="0"/>
              <a:buNone/>
              <a:defRPr b="1" i="0" cap="all" spc="200" baseline="0"/>
            </a:lvl5pPr>
          </a:lstStyle>
          <a:p>
            <a:pPr lvl="0"/>
            <a:r>
              <a:rPr lang="en-US"/>
              <a:t>ADD TITILE HERE</a:t>
            </a:r>
          </a:p>
        </p:txBody>
      </p:sp>
      <p:sp>
        <p:nvSpPr>
          <p:cNvPr id="4" name="Title Placeholder 2"/>
          <p:cNvSpPr>
            <a:spLocks noGrp="1"/>
          </p:cNvSpPr>
          <p:nvPr>
            <p:ph type="body" sz="quarter" idx="10" hasCustomPrompt="1"/>
          </p:nvPr>
        </p:nvSpPr>
        <p:spPr>
          <a:xfrm>
            <a:off x="3431463" y="799672"/>
            <a:ext cx="2304288" cy="438912"/>
          </a:xfrm>
          <a:solidFill>
            <a:schemeClr val="bg1"/>
          </a:solidFill>
          <a:ln>
            <a:solidFill>
              <a:schemeClr val="bg1"/>
            </a:solidFill>
          </a:ln>
        </p:spPr>
        <p:txBody>
          <a:bodyPr wrap="none" lIns="91440" tIns="0" rIns="91440" bIns="0" anchor="ctr">
            <a:noAutofit/>
          </a:bodyPr>
          <a:lstStyle>
            <a:lvl1pPr marL="0" indent="0" algn="ctr">
              <a:buNone/>
              <a:defRPr sz="1200" b="1" i="0" cap="all" spc="200" baseline="0"/>
            </a:lvl1pPr>
            <a:lvl2pPr marL="457200" indent="0">
              <a:buNone/>
              <a:defRPr b="1" i="0" cap="all" spc="200" baseline="0"/>
            </a:lvl2pPr>
            <a:lvl3pPr marL="914400" indent="0">
              <a:buNone/>
              <a:defRPr b="1" i="0" cap="all" spc="200" baseline="0"/>
            </a:lvl3pPr>
            <a:lvl4pPr marL="1371600" indent="0">
              <a:buNone/>
              <a:defRPr b="1" i="0" cap="all" spc="200" baseline="0"/>
            </a:lvl4pPr>
            <a:lvl5pPr marL="1828800" indent="0">
              <a:buFont typeface="Arial" panose="020B0604020202020204" pitchFamily="34" charset="0"/>
              <a:buNone/>
              <a:defRPr b="1" i="0" cap="all" spc="200" baseline="0"/>
            </a:lvl5pPr>
          </a:lstStyle>
          <a:p>
            <a:pPr lvl="0"/>
            <a:r>
              <a:rPr lang="en-US"/>
              <a:t>ADD TITILE HERE</a:t>
            </a:r>
          </a:p>
        </p:txBody>
      </p:sp>
      <p:sp>
        <p:nvSpPr>
          <p:cNvPr id="6" name="Title Placeholder 1"/>
          <p:cNvSpPr>
            <a:spLocks noGrp="1"/>
          </p:cNvSpPr>
          <p:nvPr>
            <p:ph type="body" sz="quarter" idx="12" hasCustomPrompt="1"/>
          </p:nvPr>
        </p:nvSpPr>
        <p:spPr>
          <a:xfrm>
            <a:off x="1127175" y="799672"/>
            <a:ext cx="2304288" cy="438912"/>
          </a:xfrm>
          <a:solidFill>
            <a:schemeClr val="bg1"/>
          </a:solidFill>
          <a:ln>
            <a:solidFill>
              <a:schemeClr val="bg1"/>
            </a:solidFill>
          </a:ln>
        </p:spPr>
        <p:txBody>
          <a:bodyPr wrap="none" lIns="91440" tIns="0" rIns="91440" bIns="0" anchor="ctr">
            <a:noAutofit/>
          </a:bodyPr>
          <a:lstStyle>
            <a:lvl1pPr marL="0" indent="0" algn="ctr">
              <a:buNone/>
              <a:defRPr sz="1200" b="1" i="0" cap="all" spc="200" baseline="0"/>
            </a:lvl1pPr>
            <a:lvl2pPr marL="457200" indent="0">
              <a:buNone/>
              <a:defRPr b="1" i="0" cap="all" spc="200" baseline="0"/>
            </a:lvl2pPr>
            <a:lvl3pPr marL="914400" indent="0">
              <a:buNone/>
              <a:defRPr b="1" i="0" cap="all" spc="200" baseline="0"/>
            </a:lvl3pPr>
            <a:lvl4pPr marL="1371600" indent="0">
              <a:buNone/>
              <a:defRPr b="1" i="0" cap="all" spc="200" baseline="0"/>
            </a:lvl4pPr>
            <a:lvl5pPr marL="1828800" indent="0">
              <a:buFont typeface="Arial" panose="020B0604020202020204" pitchFamily="34" charset="0"/>
              <a:buNone/>
              <a:defRPr b="1" i="0" cap="all" spc="200" baseline="0"/>
            </a:lvl5pPr>
          </a:lstStyle>
          <a:p>
            <a:pPr lvl="0"/>
            <a:r>
              <a:rPr lang="en-US"/>
              <a:t>ADD TITILE HERE</a:t>
            </a:r>
          </a:p>
        </p:txBody>
      </p:sp>
      <p:sp>
        <p:nvSpPr>
          <p:cNvPr id="13" name="Slide Number Placeholder 1"/>
          <p:cNvSpPr>
            <a:spLocks noGrp="1"/>
          </p:cNvSpPr>
          <p:nvPr>
            <p:ph type="sldNum" sz="quarter" idx="4"/>
          </p:nvPr>
        </p:nvSpPr>
        <p:spPr>
          <a:xfrm>
            <a:off x="7413441" y="4826639"/>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pPr marL="0" marR="0" lvl="0" indent="0" algn="r" defTabSz="685800" rtl="0" eaLnBrk="1" fontAlgn="auto" latinLnBrk="0" hangingPunct="1">
              <a:lnSpc>
                <a:spcPct val="100000"/>
              </a:lnSpc>
              <a:spcBef>
                <a:spcPts val="0"/>
              </a:spcBef>
              <a:spcAft>
                <a:spcPts val="0"/>
              </a:spcAft>
              <a:buClrTx/>
              <a:buSzTx/>
              <a:buFontTx/>
              <a:buNone/>
              <a:tabLst/>
              <a:defRPr/>
            </a:pPr>
            <a:fld id="{3A707DD9-E92B-45E8-BE0A-E6B2EDF345EB}" type="slidenum">
              <a:rPr kumimoji="0" lang="en-US" sz="800" b="1" i="0" u="none" strike="noStrike" kern="1200" cap="none" spc="0" normalizeH="0" baseline="0" noProof="0" smtClean="0">
                <a:ln>
                  <a:noFill/>
                </a:ln>
                <a:solidFill>
                  <a:srgbClr val="FEFEFE"/>
                </a:solidFill>
                <a:effectLst/>
                <a:uLnTx/>
                <a:uFillTx/>
                <a:latin typeface="Calibri Light"/>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a:t>
            </a:fld>
            <a:endParaRPr kumimoji="0" lang="en-US" sz="800" b="1" i="0" u="none" strike="noStrike" kern="1200" cap="none" spc="0" normalizeH="0" baseline="0" noProof="0">
              <a:ln>
                <a:noFill/>
              </a:ln>
              <a:solidFill>
                <a:srgbClr val="FEFEFE"/>
              </a:solidFill>
              <a:effectLst/>
              <a:uLnTx/>
              <a:uFillTx/>
              <a:latin typeface="Calibri Light"/>
              <a:ea typeface="+mn-ea"/>
              <a:cs typeface="+mn-cs"/>
            </a:endParaRPr>
          </a:p>
        </p:txBody>
      </p:sp>
      <p:sp>
        <p:nvSpPr>
          <p:cNvPr id="16" name="Content Placeholder 14"/>
          <p:cNvSpPr>
            <a:spLocks noGrp="1"/>
          </p:cNvSpPr>
          <p:nvPr>
            <p:ph sz="quarter" idx="17" hasCustomPrompt="1"/>
          </p:nvPr>
        </p:nvSpPr>
        <p:spPr>
          <a:xfrm>
            <a:off x="5735751" y="1238584"/>
            <a:ext cx="2304288" cy="2903538"/>
          </a:xfrm>
          <a:ln>
            <a:solidFill>
              <a:schemeClr val="bg1"/>
            </a:solidFill>
          </a:ln>
        </p:spPr>
        <p:txBody>
          <a:bodyPr vert="horz" lIns="182880" tIns="274320" rIns="182880" bIns="274320" rtlCol="0">
            <a:normAutofit/>
          </a:bodyPr>
          <a:lstStyle>
            <a:lvl1pPr>
              <a:defRPr lang="en-US" sz="1000" dirty="0" smtClean="0">
                <a:solidFill>
                  <a:schemeClr val="bg1"/>
                </a:solidFill>
              </a:defRPr>
            </a:lvl1pPr>
            <a:lvl2pPr>
              <a:defRPr lang="en-US" sz="1000" dirty="0" smtClean="0">
                <a:solidFill>
                  <a:schemeClr val="bg1"/>
                </a:solidFill>
              </a:defRPr>
            </a:lvl2pPr>
            <a:lvl3pPr>
              <a:defRPr lang="en-US" sz="1000" dirty="0" smtClean="0">
                <a:solidFill>
                  <a:schemeClr val="bg1"/>
                </a:solidFill>
              </a:defRPr>
            </a:lvl3pPr>
            <a:lvl4pPr>
              <a:defRPr lang="en-US" sz="1000" dirty="0" smtClean="0">
                <a:solidFill>
                  <a:schemeClr val="bg1"/>
                </a:solidFill>
              </a:defRPr>
            </a:lvl4pPr>
            <a:lvl5pPr>
              <a:defRPr lang="en-US" sz="1000" dirty="0">
                <a:solidFill>
                  <a:schemeClr val="bg1"/>
                </a:solidFill>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p>
          <a:p>
            <a:pPr lvl="0"/>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 </a:t>
            </a:r>
          </a:p>
        </p:txBody>
      </p:sp>
      <p:sp>
        <p:nvSpPr>
          <p:cNvPr id="17" name="Content Placeholder 14"/>
          <p:cNvSpPr>
            <a:spLocks noGrp="1"/>
          </p:cNvSpPr>
          <p:nvPr>
            <p:ph sz="quarter" idx="18" hasCustomPrompt="1"/>
          </p:nvPr>
        </p:nvSpPr>
        <p:spPr>
          <a:xfrm>
            <a:off x="3431463" y="1238584"/>
            <a:ext cx="2304288" cy="2903538"/>
          </a:xfrm>
          <a:ln>
            <a:solidFill>
              <a:schemeClr val="bg1"/>
            </a:solidFill>
          </a:ln>
        </p:spPr>
        <p:txBody>
          <a:bodyPr vert="horz" lIns="182880" tIns="274320" rIns="182880" bIns="274320" rtlCol="0">
            <a:normAutofit/>
          </a:bodyPr>
          <a:lstStyle>
            <a:lvl1pPr>
              <a:defRPr lang="en-US" sz="1000" dirty="0" smtClean="0">
                <a:solidFill>
                  <a:schemeClr val="bg1"/>
                </a:solidFill>
              </a:defRPr>
            </a:lvl1pPr>
            <a:lvl2pPr>
              <a:defRPr lang="en-US" sz="1000" dirty="0" smtClean="0">
                <a:solidFill>
                  <a:schemeClr val="bg1"/>
                </a:solidFill>
              </a:defRPr>
            </a:lvl2pPr>
            <a:lvl3pPr>
              <a:defRPr lang="en-US" sz="1000" dirty="0" smtClean="0">
                <a:solidFill>
                  <a:schemeClr val="bg1"/>
                </a:solidFill>
              </a:defRPr>
            </a:lvl3pPr>
            <a:lvl4pPr>
              <a:defRPr lang="en-US" sz="1000" dirty="0" smtClean="0">
                <a:solidFill>
                  <a:schemeClr val="bg1"/>
                </a:solidFill>
              </a:defRPr>
            </a:lvl4pPr>
            <a:lvl5pPr>
              <a:defRPr lang="en-US" sz="1000" dirty="0">
                <a:solidFill>
                  <a:schemeClr val="bg1"/>
                </a:solidFill>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p>
          <a:p>
            <a:pPr lvl="0"/>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 </a:t>
            </a:r>
          </a:p>
        </p:txBody>
      </p:sp>
    </p:spTree>
    <p:extLst>
      <p:ext uri="{BB962C8B-B14F-4D97-AF65-F5344CB8AC3E}">
        <p14:creationId xmlns:p14="http://schemas.microsoft.com/office/powerpoint/2010/main" val="371745627"/>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Quote - EPAM Blue">
    <p:bg>
      <p:bgPr>
        <a:solidFill>
          <a:schemeClr val="accent2"/>
        </a:solidFill>
        <a:effectLst/>
      </p:bgPr>
    </p:bg>
    <p:spTree>
      <p:nvGrpSpPr>
        <p:cNvPr id="1" name=""/>
        <p:cNvGrpSpPr/>
        <p:nvPr/>
      </p:nvGrpSpPr>
      <p:grpSpPr>
        <a:xfrm>
          <a:off x="0" y="0"/>
          <a:ext cx="0" cy="0"/>
          <a:chOff x="0" y="0"/>
          <a:chExt cx="0" cy="0"/>
        </a:xfrm>
      </p:grpSpPr>
      <p:sp>
        <p:nvSpPr>
          <p:cNvPr id="9" name="Text Placeholder 8"/>
          <p:cNvSpPr>
            <a:spLocks noGrp="1"/>
          </p:cNvSpPr>
          <p:nvPr>
            <p:ph type="body" sz="quarter" idx="10" hasCustomPrompt="1"/>
          </p:nvPr>
        </p:nvSpPr>
        <p:spPr>
          <a:xfrm>
            <a:off x="1780953" y="2098360"/>
            <a:ext cx="5582093" cy="587388"/>
          </a:xfrm>
          <a:prstGeom prst="rect">
            <a:avLst/>
          </a:prstGeom>
        </p:spPr>
        <p:txBody>
          <a:bodyPr anchor="ctr"/>
          <a:lstStyle>
            <a:lvl1pPr marL="0" indent="0" algn="ctr">
              <a:buNone/>
              <a:defRPr sz="1600">
                <a:solidFill>
                  <a:schemeClr val="bg1"/>
                </a:solidFill>
                <a:latin typeface="+mj-lt"/>
              </a:defRPr>
            </a:lvl1pPr>
            <a:lvl2pPr marL="457200" indent="0">
              <a:buNone/>
              <a:defRPr sz="1600">
                <a:latin typeface="+mj-lt"/>
              </a:defRPr>
            </a:lvl2pPr>
            <a:lvl3pPr marL="914400" indent="0">
              <a:buNone/>
              <a:defRPr sz="1600">
                <a:latin typeface="+mj-lt"/>
              </a:defRPr>
            </a:lvl3pPr>
            <a:lvl4pPr marL="1371600" indent="0">
              <a:buNone/>
              <a:defRPr sz="1600">
                <a:latin typeface="+mj-lt"/>
              </a:defRPr>
            </a:lvl4pPr>
            <a:lvl5pPr marL="1828800" indent="0">
              <a:buNone/>
              <a:defRPr sz="1600">
                <a:latin typeface="+mj-lt"/>
              </a:defRPr>
            </a:lvl5pPr>
          </a:lstStyle>
          <a:p>
            <a:pPr algn="ctr">
              <a:lnSpc>
                <a:spcPts val="2400"/>
              </a:lnSpc>
            </a:pPr>
            <a:r>
              <a:rPr lang="en-US" sz="1600" baseline="0">
                <a:solidFill>
                  <a:schemeClr val="bg1"/>
                </a:solidFill>
                <a:latin typeface="+mj-lt"/>
              </a:rPr>
              <a:t>Please add call out or quote here</a:t>
            </a:r>
            <a:br>
              <a:rPr lang="en-US" sz="1600" baseline="0">
                <a:solidFill>
                  <a:schemeClr val="bg1"/>
                </a:solidFill>
                <a:latin typeface="+mj-lt"/>
              </a:rPr>
            </a:br>
            <a:r>
              <a:rPr lang="en-US" sz="1600" baseline="0">
                <a:solidFill>
                  <a:schemeClr val="bg1"/>
                </a:solidFill>
                <a:latin typeface="+mj-lt"/>
              </a:rPr>
              <a:t>sit </a:t>
            </a:r>
            <a:r>
              <a:rPr lang="en-US" sz="1600" baseline="0" err="1">
                <a:solidFill>
                  <a:schemeClr val="bg1"/>
                </a:solidFill>
                <a:latin typeface="+mj-lt"/>
              </a:rPr>
              <a:t>amet</a:t>
            </a:r>
            <a:r>
              <a:rPr lang="en-US" sz="1600" baseline="0">
                <a:solidFill>
                  <a:schemeClr val="bg1"/>
                </a:solidFill>
                <a:latin typeface="+mj-lt"/>
              </a:rPr>
              <a:t>, </a:t>
            </a:r>
            <a:r>
              <a:rPr lang="en-US" sz="1600" baseline="0" err="1">
                <a:solidFill>
                  <a:schemeClr val="bg1"/>
                </a:solidFill>
                <a:latin typeface="+mj-lt"/>
              </a:rPr>
              <a:t>consectetur</a:t>
            </a:r>
            <a:r>
              <a:rPr lang="en-US" sz="1600" baseline="0">
                <a:solidFill>
                  <a:schemeClr val="bg1"/>
                </a:solidFill>
                <a:latin typeface="+mj-lt"/>
              </a:rPr>
              <a:t> </a:t>
            </a:r>
            <a:r>
              <a:rPr lang="en-US" sz="1600" baseline="0" err="1">
                <a:solidFill>
                  <a:schemeClr val="bg1"/>
                </a:solidFill>
                <a:latin typeface="+mj-lt"/>
              </a:rPr>
              <a:t>adipiscing</a:t>
            </a:r>
            <a:r>
              <a:rPr lang="en-US" sz="1600" baseline="0">
                <a:solidFill>
                  <a:schemeClr val="bg1"/>
                </a:solidFill>
                <a:latin typeface="+mj-lt"/>
              </a:rPr>
              <a:t> </a:t>
            </a:r>
            <a:r>
              <a:rPr lang="en-US" sz="1600" baseline="0" err="1">
                <a:solidFill>
                  <a:schemeClr val="bg1"/>
                </a:solidFill>
                <a:latin typeface="+mj-lt"/>
              </a:rPr>
              <a:t>elit</a:t>
            </a:r>
            <a:r>
              <a:rPr lang="en-US" sz="1600" baseline="0">
                <a:solidFill>
                  <a:schemeClr val="bg1"/>
                </a:solidFill>
                <a:latin typeface="+mj-lt"/>
              </a:rPr>
              <a:t>. </a:t>
            </a:r>
            <a:r>
              <a:rPr lang="en-US" sz="1600" baseline="0" err="1">
                <a:solidFill>
                  <a:schemeClr val="bg1"/>
                </a:solidFill>
                <a:latin typeface="+mj-lt"/>
              </a:rPr>
              <a:t>Sed</a:t>
            </a:r>
            <a:r>
              <a:rPr lang="en-US" sz="1600" baseline="0">
                <a:solidFill>
                  <a:schemeClr val="bg1"/>
                </a:solidFill>
                <a:latin typeface="+mj-lt"/>
              </a:rPr>
              <a:t> </a:t>
            </a:r>
            <a:r>
              <a:rPr lang="en-US" sz="1600" baseline="0" err="1">
                <a:solidFill>
                  <a:schemeClr val="bg1"/>
                </a:solidFill>
                <a:latin typeface="+mj-lt"/>
              </a:rPr>
              <a:t>nec</a:t>
            </a:r>
            <a:r>
              <a:rPr lang="en-US" sz="1600" baseline="0">
                <a:solidFill>
                  <a:schemeClr val="bg1"/>
                </a:solidFill>
                <a:latin typeface="+mj-lt"/>
              </a:rPr>
              <a:t> </a:t>
            </a:r>
            <a:r>
              <a:rPr lang="en-US" sz="1600" baseline="0" err="1">
                <a:solidFill>
                  <a:schemeClr val="bg1"/>
                </a:solidFill>
                <a:latin typeface="+mj-lt"/>
              </a:rPr>
              <a:t>sem</a:t>
            </a:r>
            <a:r>
              <a:rPr lang="en-US" sz="1600" baseline="0">
                <a:solidFill>
                  <a:schemeClr val="bg1"/>
                </a:solidFill>
                <a:latin typeface="+mj-lt"/>
              </a:rPr>
              <a:t> gravida, </a:t>
            </a:r>
            <a:r>
              <a:rPr lang="en-US" sz="1600" baseline="0" err="1">
                <a:solidFill>
                  <a:schemeClr val="bg1"/>
                </a:solidFill>
                <a:latin typeface="+mj-lt"/>
              </a:rPr>
              <a:t>dapibus</a:t>
            </a:r>
            <a:r>
              <a:rPr lang="en-US" sz="1600" baseline="0">
                <a:solidFill>
                  <a:schemeClr val="bg1"/>
                </a:solidFill>
                <a:latin typeface="+mj-lt"/>
              </a:rPr>
              <a:t> </a:t>
            </a:r>
            <a:r>
              <a:rPr lang="en-US" sz="1600" baseline="0" err="1">
                <a:solidFill>
                  <a:schemeClr val="bg1"/>
                </a:solidFill>
                <a:latin typeface="+mj-lt"/>
              </a:rPr>
              <a:t>turpis</a:t>
            </a:r>
            <a:r>
              <a:rPr lang="en-US" sz="1600" baseline="0">
                <a:solidFill>
                  <a:schemeClr val="bg1"/>
                </a:solidFill>
                <a:latin typeface="+mj-lt"/>
              </a:rPr>
              <a:t> </a:t>
            </a:r>
            <a:r>
              <a:rPr lang="en-US" sz="1600" baseline="0" err="1">
                <a:solidFill>
                  <a:schemeClr val="bg1"/>
                </a:solidFill>
                <a:latin typeface="+mj-lt"/>
              </a:rPr>
              <a:t>porttitor</a:t>
            </a:r>
            <a:r>
              <a:rPr lang="en-US" sz="1600" baseline="0">
                <a:solidFill>
                  <a:schemeClr val="bg1"/>
                </a:solidFill>
                <a:latin typeface="+mj-lt"/>
              </a:rPr>
              <a:t>, </a:t>
            </a:r>
            <a:r>
              <a:rPr lang="en-US" sz="1600" baseline="0" err="1">
                <a:solidFill>
                  <a:schemeClr val="bg1"/>
                </a:solidFill>
                <a:latin typeface="+mj-lt"/>
              </a:rPr>
              <a:t>tincidunt</a:t>
            </a:r>
            <a:r>
              <a:rPr lang="en-US" sz="1600" baseline="0">
                <a:solidFill>
                  <a:schemeClr val="bg1"/>
                </a:solidFill>
                <a:latin typeface="+mj-lt"/>
              </a:rPr>
              <a:t> </a:t>
            </a:r>
            <a:r>
              <a:rPr lang="en-US" sz="1600" baseline="0" err="1">
                <a:solidFill>
                  <a:schemeClr val="bg1"/>
                </a:solidFill>
                <a:latin typeface="+mj-lt"/>
              </a:rPr>
              <a:t>nibh</a:t>
            </a:r>
            <a:r>
              <a:rPr lang="en-US" sz="1600" baseline="0">
                <a:solidFill>
                  <a:schemeClr val="bg1"/>
                </a:solidFill>
                <a:latin typeface="+mj-lt"/>
              </a:rPr>
              <a:t>. </a:t>
            </a:r>
            <a:r>
              <a:rPr lang="en-US" sz="1600" baseline="0" err="1">
                <a:solidFill>
                  <a:schemeClr val="bg1"/>
                </a:solidFill>
                <a:latin typeface="+mj-lt"/>
              </a:rPr>
              <a:t>Orci</a:t>
            </a:r>
            <a:r>
              <a:rPr lang="en-US" sz="1600" baseline="0">
                <a:solidFill>
                  <a:schemeClr val="bg1"/>
                </a:solidFill>
                <a:latin typeface="+mj-lt"/>
              </a:rPr>
              <a:t> </a:t>
            </a:r>
            <a:r>
              <a:rPr lang="en-US" sz="1600" baseline="0" err="1">
                <a:solidFill>
                  <a:schemeClr val="bg1"/>
                </a:solidFill>
                <a:latin typeface="+mj-lt"/>
              </a:rPr>
              <a:t>varius</a:t>
            </a:r>
            <a:r>
              <a:rPr lang="en-US" sz="1600" baseline="0">
                <a:solidFill>
                  <a:schemeClr val="bg1"/>
                </a:solidFill>
                <a:latin typeface="+mj-lt"/>
              </a:rPr>
              <a:t> </a:t>
            </a:r>
            <a:r>
              <a:rPr lang="en-US" sz="1600" baseline="0" err="1">
                <a:solidFill>
                  <a:schemeClr val="bg1"/>
                </a:solidFill>
                <a:latin typeface="+mj-lt"/>
              </a:rPr>
              <a:t>natoque</a:t>
            </a:r>
            <a:r>
              <a:rPr lang="en-US" sz="1600" baseline="0">
                <a:solidFill>
                  <a:schemeClr val="bg1"/>
                </a:solidFill>
                <a:latin typeface="+mj-lt"/>
              </a:rPr>
              <a:t> </a:t>
            </a:r>
            <a:r>
              <a:rPr lang="en-US" sz="1600" baseline="0" err="1">
                <a:solidFill>
                  <a:schemeClr val="bg1"/>
                </a:solidFill>
                <a:latin typeface="+mj-lt"/>
              </a:rPr>
              <a:t>penatibus</a:t>
            </a:r>
            <a:r>
              <a:rPr lang="en-US" sz="1600" baseline="0">
                <a:solidFill>
                  <a:schemeClr val="bg1"/>
                </a:solidFill>
                <a:latin typeface="+mj-lt"/>
              </a:rPr>
              <a:t> et </a:t>
            </a:r>
            <a:r>
              <a:rPr lang="en-US" sz="1600" baseline="0" err="1">
                <a:solidFill>
                  <a:schemeClr val="bg1"/>
                </a:solidFill>
                <a:latin typeface="+mj-lt"/>
              </a:rPr>
              <a:t>magnis</a:t>
            </a:r>
            <a:r>
              <a:rPr lang="en-US" sz="1600" baseline="0">
                <a:solidFill>
                  <a:schemeClr val="bg1"/>
                </a:solidFill>
                <a:latin typeface="+mj-lt"/>
              </a:rPr>
              <a:t> dis parturient </a:t>
            </a:r>
            <a:r>
              <a:rPr lang="en-US" sz="1600" baseline="0" err="1">
                <a:solidFill>
                  <a:schemeClr val="bg1"/>
                </a:solidFill>
                <a:latin typeface="+mj-lt"/>
              </a:rPr>
              <a:t>montes</a:t>
            </a:r>
            <a:r>
              <a:rPr lang="en-US" sz="1600" baseline="0">
                <a:solidFill>
                  <a:schemeClr val="bg1"/>
                </a:solidFill>
                <a:latin typeface="+mj-lt"/>
              </a:rPr>
              <a:t>, </a:t>
            </a:r>
            <a:r>
              <a:rPr lang="en-US" sz="1600" baseline="0" err="1">
                <a:solidFill>
                  <a:schemeClr val="bg1"/>
                </a:solidFill>
                <a:latin typeface="+mj-lt"/>
              </a:rPr>
              <a:t>nascetur</a:t>
            </a:r>
            <a:r>
              <a:rPr lang="en-US" sz="1600" baseline="0">
                <a:solidFill>
                  <a:schemeClr val="bg1"/>
                </a:solidFill>
                <a:latin typeface="+mj-lt"/>
              </a:rPr>
              <a:t> </a:t>
            </a:r>
            <a:r>
              <a:rPr lang="en-US" sz="1600" baseline="0" err="1">
                <a:solidFill>
                  <a:schemeClr val="bg1"/>
                </a:solidFill>
                <a:latin typeface="+mj-lt"/>
              </a:rPr>
              <a:t>ridiculus</a:t>
            </a:r>
            <a:r>
              <a:rPr lang="en-US" sz="1600" baseline="0">
                <a:solidFill>
                  <a:schemeClr val="bg1"/>
                </a:solidFill>
                <a:latin typeface="+mj-lt"/>
              </a:rPr>
              <a:t> mus. Nam </a:t>
            </a:r>
            <a:r>
              <a:rPr lang="en-US" sz="1600" baseline="0" err="1">
                <a:solidFill>
                  <a:schemeClr val="bg1"/>
                </a:solidFill>
                <a:latin typeface="+mj-lt"/>
              </a:rPr>
              <a:t>eget</a:t>
            </a:r>
            <a:r>
              <a:rPr lang="en-US" sz="1600" baseline="0">
                <a:solidFill>
                  <a:schemeClr val="bg1"/>
                </a:solidFill>
                <a:latin typeface="+mj-lt"/>
              </a:rPr>
              <a:t> </a:t>
            </a:r>
            <a:r>
              <a:rPr lang="en-US" sz="1600" baseline="0" err="1">
                <a:solidFill>
                  <a:schemeClr val="bg1"/>
                </a:solidFill>
                <a:latin typeface="+mj-lt"/>
              </a:rPr>
              <a:t>enim</a:t>
            </a:r>
            <a:r>
              <a:rPr lang="en-US" sz="1600" baseline="0">
                <a:solidFill>
                  <a:schemeClr val="bg1"/>
                </a:solidFill>
                <a:latin typeface="+mj-lt"/>
              </a:rPr>
              <a:t> </a:t>
            </a:r>
            <a:r>
              <a:rPr lang="en-US" sz="1600" baseline="0" err="1">
                <a:solidFill>
                  <a:schemeClr val="bg1"/>
                </a:solidFill>
                <a:latin typeface="+mj-lt"/>
              </a:rPr>
              <a:t>mauris</a:t>
            </a:r>
            <a:r>
              <a:rPr lang="en-US" sz="1600" baseline="0">
                <a:solidFill>
                  <a:schemeClr val="bg1"/>
                </a:solidFill>
                <a:latin typeface="+mj-lt"/>
              </a:rPr>
              <a:t>. </a:t>
            </a:r>
            <a:r>
              <a:rPr lang="en-US" sz="1600" baseline="0" err="1">
                <a:solidFill>
                  <a:schemeClr val="bg1"/>
                </a:solidFill>
                <a:latin typeface="+mj-lt"/>
              </a:rPr>
              <a:t>Vivamus</a:t>
            </a:r>
            <a:r>
              <a:rPr lang="en-US" sz="1600" baseline="0">
                <a:solidFill>
                  <a:schemeClr val="bg1"/>
                </a:solidFill>
                <a:latin typeface="+mj-lt"/>
              </a:rPr>
              <a:t> sit </a:t>
            </a:r>
            <a:r>
              <a:rPr lang="en-US" sz="1600" baseline="0" err="1">
                <a:solidFill>
                  <a:schemeClr val="bg1"/>
                </a:solidFill>
                <a:latin typeface="+mj-lt"/>
              </a:rPr>
              <a:t>amet</a:t>
            </a:r>
            <a:r>
              <a:rPr lang="en-US" sz="1600" baseline="0">
                <a:solidFill>
                  <a:schemeClr val="bg1"/>
                </a:solidFill>
                <a:latin typeface="+mj-lt"/>
              </a:rPr>
              <a:t> </a:t>
            </a:r>
            <a:r>
              <a:rPr lang="en-US" sz="1600" baseline="0" err="1">
                <a:solidFill>
                  <a:schemeClr val="bg1"/>
                </a:solidFill>
                <a:latin typeface="+mj-lt"/>
              </a:rPr>
              <a:t>congue</a:t>
            </a:r>
            <a:r>
              <a:rPr lang="en-US" sz="1600" baseline="0">
                <a:solidFill>
                  <a:schemeClr val="bg1"/>
                </a:solidFill>
                <a:latin typeface="+mj-lt"/>
              </a:rPr>
              <a:t> </a:t>
            </a:r>
            <a:r>
              <a:rPr lang="en-US" sz="1600" baseline="0" err="1">
                <a:solidFill>
                  <a:schemeClr val="bg1"/>
                </a:solidFill>
                <a:latin typeface="+mj-lt"/>
              </a:rPr>
              <a:t>nunc</a:t>
            </a:r>
            <a:r>
              <a:rPr lang="en-US" sz="1600" baseline="0">
                <a:solidFill>
                  <a:schemeClr val="bg1"/>
                </a:solidFill>
                <a:latin typeface="+mj-lt"/>
              </a:rPr>
              <a:t>. </a:t>
            </a:r>
            <a:r>
              <a:rPr lang="en-US" sz="1600" baseline="0" err="1">
                <a:solidFill>
                  <a:schemeClr val="bg1"/>
                </a:solidFill>
                <a:latin typeface="+mj-lt"/>
              </a:rPr>
              <a:t>Duis</a:t>
            </a:r>
            <a:r>
              <a:rPr lang="en-US" sz="1600" baseline="0">
                <a:solidFill>
                  <a:schemeClr val="bg1"/>
                </a:solidFill>
                <a:latin typeface="+mj-lt"/>
              </a:rPr>
              <a:t> </a:t>
            </a:r>
            <a:r>
              <a:rPr lang="en-US" sz="1600" baseline="0" err="1">
                <a:solidFill>
                  <a:schemeClr val="bg1"/>
                </a:solidFill>
                <a:latin typeface="+mj-lt"/>
              </a:rPr>
              <a:t>pellentesque</a:t>
            </a:r>
            <a:r>
              <a:rPr lang="en-US" sz="1600" baseline="0">
                <a:solidFill>
                  <a:schemeClr val="bg1"/>
                </a:solidFill>
                <a:latin typeface="+mj-lt"/>
              </a:rPr>
              <a:t> </a:t>
            </a:r>
            <a:r>
              <a:rPr lang="en-US" sz="1600" baseline="0" err="1">
                <a:solidFill>
                  <a:schemeClr val="bg1"/>
                </a:solidFill>
                <a:latin typeface="+mj-lt"/>
              </a:rPr>
              <a:t>posuere</a:t>
            </a:r>
            <a:r>
              <a:rPr lang="en-US" sz="1600" baseline="0">
                <a:solidFill>
                  <a:schemeClr val="bg1"/>
                </a:solidFill>
                <a:latin typeface="+mj-lt"/>
              </a:rPr>
              <a:t> </a:t>
            </a:r>
            <a:r>
              <a:rPr lang="en-US" sz="1600" baseline="0" err="1">
                <a:solidFill>
                  <a:schemeClr val="bg1"/>
                </a:solidFill>
                <a:latin typeface="+mj-lt"/>
              </a:rPr>
              <a:t>rutrum</a:t>
            </a:r>
            <a:r>
              <a:rPr lang="en-US" sz="1600" baseline="0">
                <a:solidFill>
                  <a:schemeClr val="bg1"/>
                </a:solidFill>
                <a:latin typeface="+mj-lt"/>
              </a:rPr>
              <a:t>. </a:t>
            </a:r>
            <a:r>
              <a:rPr lang="en-US" sz="1600" baseline="0" err="1">
                <a:solidFill>
                  <a:schemeClr val="bg1"/>
                </a:solidFill>
                <a:latin typeface="+mj-lt"/>
              </a:rPr>
              <a:t>Pellentesque</a:t>
            </a:r>
            <a:r>
              <a:rPr lang="en-US" sz="1600" baseline="0">
                <a:solidFill>
                  <a:schemeClr val="bg1"/>
                </a:solidFill>
                <a:latin typeface="+mj-lt"/>
              </a:rPr>
              <a:t> ac </a:t>
            </a:r>
            <a:r>
              <a:rPr lang="en-US" sz="1600" baseline="0" err="1">
                <a:solidFill>
                  <a:schemeClr val="bg1"/>
                </a:solidFill>
                <a:latin typeface="+mj-lt"/>
              </a:rPr>
              <a:t>diam</a:t>
            </a:r>
            <a:r>
              <a:rPr lang="en-US" sz="1600" baseline="0">
                <a:solidFill>
                  <a:schemeClr val="bg1"/>
                </a:solidFill>
                <a:latin typeface="+mj-lt"/>
              </a:rPr>
              <a:t> </a:t>
            </a:r>
            <a:r>
              <a:rPr lang="en-US" sz="1600" baseline="0" err="1">
                <a:solidFill>
                  <a:schemeClr val="bg1"/>
                </a:solidFill>
                <a:latin typeface="+mj-lt"/>
              </a:rPr>
              <a:t>quis</a:t>
            </a:r>
            <a:r>
              <a:rPr lang="en-US" sz="1600" baseline="0">
                <a:solidFill>
                  <a:schemeClr val="bg1"/>
                </a:solidFill>
                <a:latin typeface="+mj-lt"/>
              </a:rPr>
              <a:t> </a:t>
            </a:r>
            <a:r>
              <a:rPr lang="en-US" sz="1600" baseline="0" err="1">
                <a:solidFill>
                  <a:schemeClr val="bg1"/>
                </a:solidFill>
                <a:latin typeface="+mj-lt"/>
              </a:rPr>
              <a:t>justo</a:t>
            </a:r>
            <a:r>
              <a:rPr lang="en-US" sz="1600" baseline="0">
                <a:solidFill>
                  <a:schemeClr val="bg1"/>
                </a:solidFill>
                <a:latin typeface="+mj-lt"/>
              </a:rPr>
              <a:t> </a:t>
            </a:r>
            <a:r>
              <a:rPr lang="en-US" sz="1600" baseline="0" err="1">
                <a:solidFill>
                  <a:schemeClr val="bg1"/>
                </a:solidFill>
                <a:latin typeface="+mj-lt"/>
              </a:rPr>
              <a:t>placerat</a:t>
            </a:r>
            <a:r>
              <a:rPr lang="en-US" sz="1600" baseline="0">
                <a:solidFill>
                  <a:schemeClr val="bg1"/>
                </a:solidFill>
                <a:latin typeface="+mj-lt"/>
              </a:rPr>
              <a:t> porta. </a:t>
            </a:r>
            <a:r>
              <a:rPr lang="en-US" sz="1600" baseline="0" err="1">
                <a:solidFill>
                  <a:schemeClr val="bg1"/>
                </a:solidFill>
                <a:latin typeface="+mj-lt"/>
              </a:rPr>
              <a:t>Phasellus</a:t>
            </a:r>
            <a:r>
              <a:rPr lang="en-US" sz="1600" baseline="0">
                <a:solidFill>
                  <a:schemeClr val="bg1"/>
                </a:solidFill>
                <a:latin typeface="+mj-lt"/>
              </a:rPr>
              <a:t> </a:t>
            </a:r>
            <a:r>
              <a:rPr lang="en-US" sz="1600" baseline="0" err="1">
                <a:solidFill>
                  <a:schemeClr val="bg1"/>
                </a:solidFill>
                <a:latin typeface="+mj-lt"/>
              </a:rPr>
              <a:t>bibendum</a:t>
            </a:r>
            <a:r>
              <a:rPr lang="en-US" sz="1600" baseline="0">
                <a:solidFill>
                  <a:schemeClr val="bg1"/>
                </a:solidFill>
                <a:latin typeface="+mj-lt"/>
              </a:rPr>
              <a:t> </a:t>
            </a:r>
            <a:r>
              <a:rPr lang="en-US" sz="1600" baseline="0" err="1">
                <a:solidFill>
                  <a:schemeClr val="bg1"/>
                </a:solidFill>
                <a:latin typeface="+mj-lt"/>
              </a:rPr>
              <a:t>vehicula</a:t>
            </a:r>
            <a:r>
              <a:rPr lang="en-US" sz="1600" baseline="0">
                <a:solidFill>
                  <a:schemeClr val="bg1"/>
                </a:solidFill>
                <a:latin typeface="+mj-lt"/>
              </a:rPr>
              <a:t> </a:t>
            </a:r>
            <a:r>
              <a:rPr lang="en-US" sz="1600" baseline="0" err="1">
                <a:solidFill>
                  <a:schemeClr val="bg1"/>
                </a:solidFill>
                <a:latin typeface="+mj-lt"/>
              </a:rPr>
              <a:t>sem</a:t>
            </a:r>
            <a:r>
              <a:rPr lang="en-US" sz="1600" baseline="0">
                <a:solidFill>
                  <a:schemeClr val="bg1"/>
                </a:solidFill>
                <a:latin typeface="+mj-lt"/>
              </a:rPr>
              <a:t> id </a:t>
            </a:r>
            <a:r>
              <a:rPr lang="en-US" sz="1600" baseline="0" err="1">
                <a:solidFill>
                  <a:schemeClr val="bg1"/>
                </a:solidFill>
                <a:latin typeface="+mj-lt"/>
              </a:rPr>
              <a:t>ornare</a:t>
            </a:r>
            <a:r>
              <a:rPr lang="en-US" sz="1600" baseline="0">
                <a:solidFill>
                  <a:schemeClr val="bg1"/>
                </a:solidFill>
                <a:latin typeface="+mj-lt"/>
              </a:rPr>
              <a:t>. Nam </a:t>
            </a:r>
            <a:r>
              <a:rPr lang="en-US" sz="1600" baseline="0" err="1">
                <a:solidFill>
                  <a:schemeClr val="bg1"/>
                </a:solidFill>
                <a:latin typeface="+mj-lt"/>
              </a:rPr>
              <a:t>commodo</a:t>
            </a:r>
            <a:r>
              <a:rPr lang="en-US" sz="1600" baseline="0">
                <a:solidFill>
                  <a:schemeClr val="bg1"/>
                </a:solidFill>
                <a:latin typeface="+mj-lt"/>
              </a:rPr>
              <a:t> ac </a:t>
            </a:r>
            <a:r>
              <a:rPr lang="en-US" sz="1600" baseline="0" err="1">
                <a:solidFill>
                  <a:schemeClr val="bg1"/>
                </a:solidFill>
                <a:latin typeface="+mj-lt"/>
              </a:rPr>
              <a:t>purus</a:t>
            </a:r>
            <a:r>
              <a:rPr lang="en-US" sz="1600" baseline="0">
                <a:solidFill>
                  <a:schemeClr val="bg1"/>
                </a:solidFill>
                <a:latin typeface="+mj-lt"/>
              </a:rPr>
              <a:t> </a:t>
            </a:r>
            <a:r>
              <a:rPr lang="en-US" sz="1600" baseline="0" err="1">
                <a:solidFill>
                  <a:schemeClr val="bg1"/>
                </a:solidFill>
                <a:latin typeface="+mj-lt"/>
              </a:rPr>
              <a:t>condimentum</a:t>
            </a:r>
            <a:r>
              <a:rPr lang="en-US" sz="1600" baseline="0">
                <a:solidFill>
                  <a:schemeClr val="bg1"/>
                </a:solidFill>
                <a:latin typeface="+mj-lt"/>
              </a:rPr>
              <a:t> porta. </a:t>
            </a:r>
            <a:r>
              <a:rPr lang="en-US" sz="1600" baseline="0" err="1">
                <a:solidFill>
                  <a:schemeClr val="bg1"/>
                </a:solidFill>
                <a:latin typeface="+mj-lt"/>
              </a:rPr>
              <a:t>Proin</a:t>
            </a:r>
            <a:r>
              <a:rPr lang="en-US" sz="1600" baseline="0">
                <a:solidFill>
                  <a:schemeClr val="bg1"/>
                </a:solidFill>
                <a:latin typeface="+mj-lt"/>
              </a:rPr>
              <a:t> </a:t>
            </a:r>
            <a:r>
              <a:rPr lang="en-US" sz="1600" baseline="0" err="1">
                <a:solidFill>
                  <a:schemeClr val="bg1"/>
                </a:solidFill>
                <a:latin typeface="+mj-lt"/>
              </a:rPr>
              <a:t>condimentum</a:t>
            </a:r>
            <a:r>
              <a:rPr lang="en-US" sz="1600" baseline="0">
                <a:solidFill>
                  <a:schemeClr val="bg1"/>
                </a:solidFill>
                <a:latin typeface="+mj-lt"/>
              </a:rPr>
              <a:t> </a:t>
            </a:r>
            <a:r>
              <a:rPr lang="en-US" sz="1600" baseline="0" err="1">
                <a:solidFill>
                  <a:schemeClr val="bg1"/>
                </a:solidFill>
                <a:latin typeface="+mj-lt"/>
              </a:rPr>
              <a:t>lectus</a:t>
            </a:r>
            <a:r>
              <a:rPr lang="en-US" sz="1600" baseline="0">
                <a:solidFill>
                  <a:schemeClr val="bg1"/>
                </a:solidFill>
                <a:latin typeface="+mj-lt"/>
              </a:rPr>
              <a:t> </a:t>
            </a:r>
            <a:r>
              <a:rPr lang="en-US" sz="1600" baseline="0" err="1">
                <a:solidFill>
                  <a:schemeClr val="bg1"/>
                </a:solidFill>
                <a:latin typeface="+mj-lt"/>
              </a:rPr>
              <a:t>leo</a:t>
            </a:r>
            <a:r>
              <a:rPr lang="en-US" sz="1600" baseline="0">
                <a:solidFill>
                  <a:schemeClr val="bg1"/>
                </a:solidFill>
                <a:latin typeface="+mj-lt"/>
              </a:rPr>
              <a:t>, in </a:t>
            </a:r>
            <a:r>
              <a:rPr lang="en-US" sz="1600" baseline="0" err="1">
                <a:solidFill>
                  <a:schemeClr val="bg1"/>
                </a:solidFill>
                <a:latin typeface="+mj-lt"/>
              </a:rPr>
              <a:t>lacinia</a:t>
            </a:r>
            <a:r>
              <a:rPr lang="en-US" sz="1600" baseline="0">
                <a:solidFill>
                  <a:schemeClr val="bg1"/>
                </a:solidFill>
                <a:latin typeface="+mj-lt"/>
              </a:rPr>
              <a:t> </a:t>
            </a:r>
            <a:r>
              <a:rPr lang="en-US" sz="1600" baseline="0" err="1">
                <a:solidFill>
                  <a:schemeClr val="bg1"/>
                </a:solidFill>
                <a:latin typeface="+mj-lt"/>
              </a:rPr>
              <a:t>diam</a:t>
            </a:r>
            <a:r>
              <a:rPr lang="en-US" sz="1600" baseline="0">
                <a:solidFill>
                  <a:schemeClr val="bg1"/>
                </a:solidFill>
                <a:latin typeface="+mj-lt"/>
              </a:rPr>
              <a:t> </a:t>
            </a:r>
            <a:r>
              <a:rPr lang="en-US" sz="1600" baseline="0" err="1">
                <a:solidFill>
                  <a:schemeClr val="bg1"/>
                </a:solidFill>
                <a:latin typeface="+mj-lt"/>
              </a:rPr>
              <a:t>placerat</a:t>
            </a:r>
            <a:r>
              <a:rPr lang="en-US" sz="1600" baseline="0">
                <a:solidFill>
                  <a:schemeClr val="bg1"/>
                </a:solidFill>
                <a:latin typeface="+mj-lt"/>
              </a:rPr>
              <a:t> convallis. </a:t>
            </a:r>
            <a:endParaRPr lang="en-US" sz="1600" b="1" spc="200" baseline="0">
              <a:solidFill>
                <a:schemeClr val="bg1"/>
              </a:solidFill>
              <a:latin typeface="+mj-lt"/>
              <a:ea typeface="Calibri" charset="0"/>
              <a:cs typeface="Calibri" charset="0"/>
            </a:endParaRPr>
          </a:p>
        </p:txBody>
      </p:sp>
      <p:pic>
        <p:nvPicPr>
          <p:cNvPr id="3" name="Picture 2"/>
          <p:cNvPicPr>
            <a:picLocks noChangeAspect="1"/>
          </p:cNvPicPr>
          <p:nvPr userDrawn="1"/>
        </p:nvPicPr>
        <p:blipFill rotWithShape="1">
          <a:blip r:embed="rId2" cstate="screen">
            <a:alphaModFix amt="16000"/>
            <a:extLst>
              <a:ext uri="{28A0092B-C50C-407E-A947-70E740481C1C}">
                <a14:useLocalDpi xmlns:a14="http://schemas.microsoft.com/office/drawing/2010/main"/>
              </a:ext>
            </a:extLst>
          </a:blip>
          <a:srcRect t="63049" r="42496"/>
          <a:stretch/>
        </p:blipFill>
        <p:spPr>
          <a:xfrm>
            <a:off x="1" y="-122440"/>
            <a:ext cx="1548202" cy="1187447"/>
          </a:xfrm>
          <a:prstGeom prst="rect">
            <a:avLst/>
          </a:prstGeom>
        </p:spPr>
      </p:pic>
      <p:pic>
        <p:nvPicPr>
          <p:cNvPr id="4" name="Picture 3"/>
          <p:cNvPicPr>
            <a:picLocks noChangeAspect="1"/>
          </p:cNvPicPr>
          <p:nvPr userDrawn="1"/>
        </p:nvPicPr>
        <p:blipFill rotWithShape="1">
          <a:blip r:embed="rId2" cstate="screen">
            <a:alphaModFix amt="16000"/>
            <a:extLst>
              <a:ext uri="{28A0092B-C50C-407E-A947-70E740481C1C}">
                <a14:useLocalDpi xmlns:a14="http://schemas.microsoft.com/office/drawing/2010/main"/>
              </a:ext>
            </a:extLst>
          </a:blip>
          <a:srcRect t="63049" r="42496"/>
          <a:stretch/>
        </p:blipFill>
        <p:spPr>
          <a:xfrm rot="10800000">
            <a:off x="7595798" y="3681859"/>
            <a:ext cx="1548202" cy="1187447"/>
          </a:xfrm>
          <a:prstGeom prst="rect">
            <a:avLst/>
          </a:prstGeom>
        </p:spPr>
      </p:pic>
      <p:sp>
        <p:nvSpPr>
          <p:cNvPr id="7" name="Slide Number Placeholder 1"/>
          <p:cNvSpPr>
            <a:spLocks noGrp="1"/>
          </p:cNvSpPr>
          <p:nvPr>
            <p:ph type="sldNum" sz="quarter" idx="4"/>
          </p:nvPr>
        </p:nvSpPr>
        <p:spPr>
          <a:xfrm>
            <a:off x="7413441" y="4826639"/>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pPr marL="0" marR="0" lvl="0" indent="0" algn="r" defTabSz="685800" rtl="0" eaLnBrk="1" fontAlgn="auto" latinLnBrk="0" hangingPunct="1">
              <a:lnSpc>
                <a:spcPct val="100000"/>
              </a:lnSpc>
              <a:spcBef>
                <a:spcPts val="0"/>
              </a:spcBef>
              <a:spcAft>
                <a:spcPts val="0"/>
              </a:spcAft>
              <a:buClrTx/>
              <a:buSzTx/>
              <a:buFontTx/>
              <a:buNone/>
              <a:tabLst/>
              <a:defRPr/>
            </a:pPr>
            <a:fld id="{3A707DD9-E92B-45E8-BE0A-E6B2EDF345EB}" type="slidenum">
              <a:rPr kumimoji="0" lang="en-US" sz="800" b="1" i="0" u="none" strike="noStrike" kern="1200" cap="none" spc="0" normalizeH="0" baseline="0" noProof="0" smtClean="0">
                <a:ln>
                  <a:noFill/>
                </a:ln>
                <a:solidFill>
                  <a:srgbClr val="FEFEFE"/>
                </a:solidFill>
                <a:effectLst/>
                <a:uLnTx/>
                <a:uFillTx/>
                <a:latin typeface="Calibri Light"/>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a:t>
            </a:fld>
            <a:endParaRPr kumimoji="0" lang="en-US" sz="800" b="1" i="0" u="none" strike="noStrike" kern="1200" cap="none" spc="0" normalizeH="0" baseline="0" noProof="0">
              <a:ln>
                <a:noFill/>
              </a:ln>
              <a:solidFill>
                <a:srgbClr val="FEFEFE"/>
              </a:solidFill>
              <a:effectLst/>
              <a:uLnTx/>
              <a:uFillTx/>
              <a:latin typeface="Calibri Light"/>
              <a:ea typeface="+mn-ea"/>
              <a:cs typeface="+mn-cs"/>
            </a:endParaRPr>
          </a:p>
        </p:txBody>
      </p:sp>
    </p:spTree>
    <p:extLst>
      <p:ext uri="{BB962C8B-B14F-4D97-AF65-F5344CB8AC3E}">
        <p14:creationId xmlns:p14="http://schemas.microsoft.com/office/powerpoint/2010/main" val="2205604498"/>
      </p:ext>
    </p:extLst>
  </p:cSld>
  <p:clrMapOvr>
    <a:masterClrMapping/>
  </p:clrMapOvr>
  <p:extLst>
    <p:ext uri="{DCECCB84-F9BA-43D5-87BE-67443E8EF086}">
      <p15:sldGuideLst xmlns:p15="http://schemas.microsoft.com/office/powerpoint/2012/main">
        <p15:guide id="1" orient="horz" pos="1524">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Please Add Slide Headline Here</a:t>
            </a:r>
          </a:p>
        </p:txBody>
      </p:sp>
      <p:cxnSp>
        <p:nvCxnSpPr>
          <p:cNvPr id="4" name="Straight Connector 3"/>
          <p:cNvCxnSpPr/>
          <p:nvPr userDrawn="1"/>
        </p:nvCxnSpPr>
        <p:spPr>
          <a:xfrm>
            <a:off x="294409" y="716437"/>
            <a:ext cx="8555182"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8" name="Slide Number Placeholder 1"/>
          <p:cNvSpPr>
            <a:spLocks noGrp="1"/>
          </p:cNvSpPr>
          <p:nvPr>
            <p:ph type="sldNum" sz="quarter" idx="4"/>
          </p:nvPr>
        </p:nvSpPr>
        <p:spPr>
          <a:xfrm>
            <a:off x="7413441" y="4826639"/>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pPr marL="0" marR="0" lvl="0" indent="0" algn="r" defTabSz="685800" rtl="0" eaLnBrk="1" fontAlgn="auto" latinLnBrk="0" hangingPunct="1">
              <a:lnSpc>
                <a:spcPct val="100000"/>
              </a:lnSpc>
              <a:spcBef>
                <a:spcPts val="0"/>
              </a:spcBef>
              <a:spcAft>
                <a:spcPts val="0"/>
              </a:spcAft>
              <a:buClrTx/>
              <a:buSzTx/>
              <a:buFontTx/>
              <a:buNone/>
              <a:tabLst/>
              <a:defRPr/>
            </a:pPr>
            <a:fld id="{3A707DD9-E92B-45E8-BE0A-E6B2EDF345EB}" type="slidenum">
              <a:rPr kumimoji="0" lang="en-US" sz="800" b="1" i="0" u="none" strike="noStrike" kern="1200" cap="none" spc="0" normalizeH="0" baseline="0" noProof="0" smtClean="0">
                <a:ln>
                  <a:noFill/>
                </a:ln>
                <a:solidFill>
                  <a:srgbClr val="FEFEFE"/>
                </a:solidFill>
                <a:effectLst/>
                <a:uLnTx/>
                <a:uFillTx/>
                <a:latin typeface="Calibri Light"/>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a:t>
            </a:fld>
            <a:endParaRPr kumimoji="0" lang="en-US" sz="800" b="1" i="0" u="none" strike="noStrike" kern="1200" cap="none" spc="0" normalizeH="0" baseline="0" noProof="0">
              <a:ln>
                <a:noFill/>
              </a:ln>
              <a:solidFill>
                <a:srgbClr val="FEFEFE"/>
              </a:solidFill>
              <a:effectLst/>
              <a:uLnTx/>
              <a:uFillTx/>
              <a:latin typeface="Calibri Light"/>
              <a:ea typeface="+mn-ea"/>
              <a:cs typeface="+mn-cs"/>
            </a:endParaRPr>
          </a:p>
        </p:txBody>
      </p:sp>
    </p:spTree>
    <p:extLst>
      <p:ext uri="{BB962C8B-B14F-4D97-AF65-F5344CB8AC3E}">
        <p14:creationId xmlns:p14="http://schemas.microsoft.com/office/powerpoint/2010/main" val="2532295846"/>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1_CaseStud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Please Add Slide Headline Here</a:t>
            </a:r>
          </a:p>
        </p:txBody>
      </p:sp>
      <p:cxnSp>
        <p:nvCxnSpPr>
          <p:cNvPr id="4" name="Straight Connector 3"/>
          <p:cNvCxnSpPr/>
          <p:nvPr userDrawn="1"/>
        </p:nvCxnSpPr>
        <p:spPr>
          <a:xfrm>
            <a:off x="294409" y="716437"/>
            <a:ext cx="8555182"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8" name="Slide Number Placeholder 1"/>
          <p:cNvSpPr>
            <a:spLocks noGrp="1"/>
          </p:cNvSpPr>
          <p:nvPr>
            <p:ph type="sldNum" sz="quarter" idx="4"/>
          </p:nvPr>
        </p:nvSpPr>
        <p:spPr>
          <a:xfrm>
            <a:off x="7413441" y="4826639"/>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pPr marL="0" marR="0" lvl="0" indent="0" algn="r" defTabSz="685800" rtl="0" eaLnBrk="1" fontAlgn="auto" latinLnBrk="0" hangingPunct="1">
              <a:lnSpc>
                <a:spcPct val="100000"/>
              </a:lnSpc>
              <a:spcBef>
                <a:spcPts val="0"/>
              </a:spcBef>
              <a:spcAft>
                <a:spcPts val="0"/>
              </a:spcAft>
              <a:buClrTx/>
              <a:buSzTx/>
              <a:buFontTx/>
              <a:buNone/>
              <a:tabLst/>
              <a:defRPr/>
            </a:pPr>
            <a:fld id="{3A707DD9-E92B-45E8-BE0A-E6B2EDF345EB}" type="slidenum">
              <a:rPr kumimoji="0" lang="en-US" sz="800" b="1" i="0" u="none" strike="noStrike" kern="1200" cap="none" spc="0" normalizeH="0" baseline="0" noProof="0" smtClean="0">
                <a:ln>
                  <a:noFill/>
                </a:ln>
                <a:solidFill>
                  <a:srgbClr val="FEFEFE"/>
                </a:solidFill>
                <a:effectLst/>
                <a:uLnTx/>
                <a:uFillTx/>
                <a:latin typeface="Calibri Light"/>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a:t>
            </a:fld>
            <a:endParaRPr kumimoji="0" lang="en-US" sz="800" b="1" i="0" u="none" strike="noStrike" kern="1200" cap="none" spc="0" normalizeH="0" baseline="0" noProof="0">
              <a:ln>
                <a:noFill/>
              </a:ln>
              <a:solidFill>
                <a:srgbClr val="FEFEFE"/>
              </a:solidFill>
              <a:effectLst/>
              <a:uLnTx/>
              <a:uFillTx/>
              <a:latin typeface="Calibri Light"/>
              <a:ea typeface="+mn-ea"/>
              <a:cs typeface="+mn-cs"/>
            </a:endParaRPr>
          </a:p>
        </p:txBody>
      </p:sp>
      <p:cxnSp>
        <p:nvCxnSpPr>
          <p:cNvPr id="5" name="Straight Connector 4">
            <a:extLst>
              <a:ext uri="{FF2B5EF4-FFF2-40B4-BE49-F238E27FC236}">
                <a16:creationId xmlns:a16="http://schemas.microsoft.com/office/drawing/2014/main" id="{03040C60-A39E-8442-A520-BA092303AC98}"/>
              </a:ext>
            </a:extLst>
          </p:cNvPr>
          <p:cNvCxnSpPr/>
          <p:nvPr userDrawn="1"/>
        </p:nvCxnSpPr>
        <p:spPr>
          <a:xfrm flipV="1">
            <a:off x="5986464" y="703218"/>
            <a:ext cx="0" cy="4123421"/>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6" name="Picture Placeholder 8">
            <a:extLst>
              <a:ext uri="{FF2B5EF4-FFF2-40B4-BE49-F238E27FC236}">
                <a16:creationId xmlns:a16="http://schemas.microsoft.com/office/drawing/2014/main" id="{21FF28FE-B84E-5D44-B6A6-4B55087B1239}"/>
              </a:ext>
            </a:extLst>
          </p:cNvPr>
          <p:cNvSpPr>
            <a:spLocks noGrp="1"/>
          </p:cNvSpPr>
          <p:nvPr>
            <p:ph type="pic" sz="quarter" idx="11" hasCustomPrompt="1"/>
          </p:nvPr>
        </p:nvSpPr>
        <p:spPr>
          <a:xfrm>
            <a:off x="0" y="711726"/>
            <a:ext cx="5986464" cy="4089993"/>
          </a:xfrm>
        </p:spPr>
        <p:txBody>
          <a:bodyPr anchor="ctr">
            <a:normAutofit/>
          </a:bodyPr>
          <a:lstStyle>
            <a:lvl1pPr marL="0" indent="0" algn="ctr">
              <a:buNone/>
              <a:defRPr sz="1600"/>
            </a:lvl1pPr>
          </a:lstStyle>
          <a:p>
            <a:r>
              <a:rPr lang="en-US"/>
              <a:t>Please add picture here</a:t>
            </a:r>
          </a:p>
          <a:p>
            <a:endParaRPr lang="en-US"/>
          </a:p>
          <a:p>
            <a:endParaRPr lang="en-US"/>
          </a:p>
        </p:txBody>
      </p:sp>
      <p:sp>
        <p:nvSpPr>
          <p:cNvPr id="7" name="Shape 920">
            <a:extLst>
              <a:ext uri="{FF2B5EF4-FFF2-40B4-BE49-F238E27FC236}">
                <a16:creationId xmlns:a16="http://schemas.microsoft.com/office/drawing/2014/main" id="{D1A5E50C-7A92-6F49-870C-2507B203D755}"/>
              </a:ext>
            </a:extLst>
          </p:cNvPr>
          <p:cNvSpPr/>
          <p:nvPr userDrawn="1"/>
        </p:nvSpPr>
        <p:spPr>
          <a:xfrm>
            <a:off x="5986464" y="711726"/>
            <a:ext cx="3157536" cy="518593"/>
          </a:xfrm>
          <a:prstGeom prst="rect">
            <a:avLst/>
          </a:prstGeom>
          <a:solidFill>
            <a:schemeClr val="accent2"/>
          </a:solidFill>
          <a:ln w="12700">
            <a:miter lim="400000"/>
          </a:ln>
          <a:extLst>
            <a:ext uri="{C572A759-6A51-4108-AA02-DFA0A04FC94B}">
              <ma14:wrappingTextBoxFlag xmlns:ma14="http://schemas.microsoft.com/office/mac/drawingml/2011/main" xmlns="" val="1"/>
            </a:ext>
          </a:extLst>
        </p:spPr>
        <p:txBody>
          <a:bodyPr wrap="square" lIns="0" tIns="28575" rIns="0" bIns="28575" anchor="ctr">
            <a:noAutofit/>
          </a:bodyPr>
          <a:lstStyle/>
          <a:p>
            <a:pPr marL="0" marR="23813" lvl="0" indent="23813" algn="ctr" defTabSz="309567" rtl="0" eaLnBrk="1" fontAlgn="auto" latinLnBrk="0" hangingPunct="1">
              <a:lnSpc>
                <a:spcPct val="90000"/>
              </a:lnSpc>
              <a:spcBef>
                <a:spcPts val="0"/>
              </a:spcBef>
              <a:spcAft>
                <a:spcPts val="0"/>
              </a:spcAft>
              <a:buClrTx/>
              <a:buSzTx/>
              <a:buFontTx/>
              <a:buNone/>
              <a:tabLst/>
              <a:defRPr sz="2800" cap="all">
                <a:solidFill>
                  <a:srgbClr val="FFFFFF"/>
                </a:solidFill>
                <a:latin typeface="Oswald DemiBold"/>
                <a:ea typeface="Oswald DemiBold"/>
                <a:cs typeface="Oswald DemiBold"/>
                <a:sym typeface="Oswald DemiBold"/>
              </a:defRPr>
            </a:pPr>
            <a:endParaRPr kumimoji="0" sz="1200" b="1" i="0" u="none" strike="noStrike" kern="0" cap="all" spc="100" normalizeH="0" baseline="0" noProof="0">
              <a:ln>
                <a:noFill/>
              </a:ln>
              <a:solidFill>
                <a:srgbClr val="FFFFFF"/>
              </a:solidFill>
              <a:effectLst/>
              <a:uLnTx/>
              <a:uFillTx/>
              <a:latin typeface="Calibri" charset="0"/>
              <a:ea typeface="Calibri" charset="0"/>
              <a:cs typeface="Calibri" charset="0"/>
              <a:sym typeface="Oswald DemiBold"/>
            </a:endParaRPr>
          </a:p>
        </p:txBody>
      </p:sp>
      <p:sp>
        <p:nvSpPr>
          <p:cNvPr id="9" name="Title Placeholder 1">
            <a:extLst>
              <a:ext uri="{FF2B5EF4-FFF2-40B4-BE49-F238E27FC236}">
                <a16:creationId xmlns:a16="http://schemas.microsoft.com/office/drawing/2014/main" id="{D86B7237-6AD3-844E-9A6E-C3E0C1013AD4}"/>
              </a:ext>
            </a:extLst>
          </p:cNvPr>
          <p:cNvSpPr>
            <a:spLocks noGrp="1"/>
          </p:cNvSpPr>
          <p:nvPr>
            <p:ph type="body" sz="quarter" idx="12" hasCustomPrompt="1"/>
          </p:nvPr>
        </p:nvSpPr>
        <p:spPr>
          <a:xfrm>
            <a:off x="5986462" y="769496"/>
            <a:ext cx="3157537" cy="438912"/>
          </a:xfrm>
          <a:noFill/>
          <a:ln>
            <a:noFill/>
          </a:ln>
        </p:spPr>
        <p:txBody>
          <a:bodyPr wrap="none" lIns="91440" tIns="0" rIns="91440" bIns="0" anchor="ctr">
            <a:noAutofit/>
          </a:bodyPr>
          <a:lstStyle>
            <a:lvl1pPr marL="0" indent="0" algn="ctr">
              <a:buNone/>
              <a:defRPr sz="1200" b="1" i="0" cap="all" spc="200" baseline="0">
                <a:solidFill>
                  <a:schemeClr val="bg1"/>
                </a:solidFill>
              </a:defRPr>
            </a:lvl1pPr>
            <a:lvl2pPr marL="457200" indent="0">
              <a:buNone/>
              <a:defRPr b="1" i="0" cap="all" spc="200" baseline="0"/>
            </a:lvl2pPr>
            <a:lvl3pPr marL="914400" indent="0">
              <a:buNone/>
              <a:defRPr b="1" i="0" cap="all" spc="200" baseline="0"/>
            </a:lvl3pPr>
            <a:lvl4pPr marL="1371600" indent="0">
              <a:buNone/>
              <a:defRPr b="1" i="0" cap="all" spc="200" baseline="0"/>
            </a:lvl4pPr>
            <a:lvl5pPr marL="1828800" indent="0">
              <a:buFont typeface="Arial" panose="020B0604020202020204" pitchFamily="34" charset="0"/>
              <a:buNone/>
              <a:defRPr b="1" i="0" cap="all" spc="200" baseline="0"/>
            </a:lvl5pPr>
          </a:lstStyle>
          <a:p>
            <a:pPr lvl="0"/>
            <a:r>
              <a:rPr lang="en-US"/>
              <a:t>ADD TITILE HERE</a:t>
            </a:r>
          </a:p>
        </p:txBody>
      </p:sp>
      <p:sp>
        <p:nvSpPr>
          <p:cNvPr id="10" name="Content Placeholder 5">
            <a:extLst>
              <a:ext uri="{FF2B5EF4-FFF2-40B4-BE49-F238E27FC236}">
                <a16:creationId xmlns:a16="http://schemas.microsoft.com/office/drawing/2014/main" id="{94328E10-B013-0A4C-A50C-6D1D6CFD70B7}"/>
              </a:ext>
            </a:extLst>
          </p:cNvPr>
          <p:cNvSpPr>
            <a:spLocks noGrp="1"/>
          </p:cNvSpPr>
          <p:nvPr>
            <p:ph sz="quarter" idx="10" hasCustomPrompt="1"/>
          </p:nvPr>
        </p:nvSpPr>
        <p:spPr>
          <a:xfrm>
            <a:off x="6193213" y="1772289"/>
            <a:ext cx="2656378" cy="3054350"/>
          </a:xfrm>
        </p:spPr>
        <p:txBody>
          <a:bodyPr/>
          <a:lstStyle>
            <a:lvl1pPr marL="0" marR="0" indent="0" algn="l" defTabSz="914400" rtl="0" eaLnBrk="1" fontAlgn="auto" latinLnBrk="0" hangingPunct="1">
              <a:lnSpc>
                <a:spcPts val="1480"/>
              </a:lnSpc>
              <a:spcBef>
                <a:spcPts val="264"/>
              </a:spcBef>
              <a:spcAft>
                <a:spcPts val="300"/>
              </a:spcAft>
              <a:buClrTx/>
              <a:buSzTx/>
              <a:buFont typeface="Arial" panose="020B0604020202020204" pitchFamily="34" charset="0"/>
              <a:buNone/>
              <a:tabLst/>
              <a:defRPr sz="900">
                <a:latin typeface="+mj-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 </a:t>
            </a:r>
          </a:p>
          <a:p>
            <a:pPr lvl="0"/>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p>
          <a:p>
            <a:pPr marL="171450" marR="0" lvl="0" indent="-171450" algn="l" defTabSz="914400" rtl="0" eaLnBrk="1" fontAlgn="auto" latinLnBrk="0" hangingPunct="1">
              <a:lnSpc>
                <a:spcPts val="1480"/>
              </a:lnSpc>
              <a:spcBef>
                <a:spcPts val="264"/>
              </a:spcBef>
              <a:spcAft>
                <a:spcPts val="300"/>
              </a:spcAft>
              <a:buClrTx/>
              <a:buSzTx/>
              <a:buFont typeface="Arial" panose="020B0604020202020204" pitchFamily="34" charset="0"/>
              <a:buChar char="•"/>
              <a:tabLst/>
              <a:defRPr/>
            </a:pPr>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p>
        </p:txBody>
      </p:sp>
      <p:sp>
        <p:nvSpPr>
          <p:cNvPr id="11" name="Text Placeholder 4">
            <a:extLst>
              <a:ext uri="{FF2B5EF4-FFF2-40B4-BE49-F238E27FC236}">
                <a16:creationId xmlns:a16="http://schemas.microsoft.com/office/drawing/2014/main" id="{ABD56F5B-8455-0345-910E-53CDD8476F9B}"/>
              </a:ext>
            </a:extLst>
          </p:cNvPr>
          <p:cNvSpPr>
            <a:spLocks noGrp="1"/>
          </p:cNvSpPr>
          <p:nvPr>
            <p:ph type="body" sz="quarter" idx="13" hasCustomPrompt="1"/>
          </p:nvPr>
        </p:nvSpPr>
        <p:spPr>
          <a:xfrm>
            <a:off x="6193213" y="1429389"/>
            <a:ext cx="2656378" cy="342900"/>
          </a:xfrm>
        </p:spPr>
        <p:txBody>
          <a:bodyPr wrap="none" bIns="0">
            <a:noAutofit/>
          </a:bodyPr>
          <a:lstStyle>
            <a:lvl1pPr marL="0" indent="0">
              <a:spcBef>
                <a:spcPts val="288"/>
              </a:spcBef>
              <a:buNone/>
              <a:defRPr sz="1200" b="1" i="0" cap="all" spc="200" baseline="0">
                <a:solidFill>
                  <a:schemeClr val="accent2"/>
                </a:solidFill>
              </a:defRPr>
            </a:lvl1pPr>
          </a:lstStyle>
          <a:p>
            <a:pPr lvl="0"/>
            <a:r>
              <a:rPr lang="en-US"/>
              <a:t>Highlight goes here</a:t>
            </a:r>
          </a:p>
        </p:txBody>
      </p:sp>
    </p:spTree>
    <p:extLst>
      <p:ext uri="{BB962C8B-B14F-4D97-AF65-F5344CB8AC3E}">
        <p14:creationId xmlns:p14="http://schemas.microsoft.com/office/powerpoint/2010/main" val="584010558"/>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6" name="Slide Number Placeholder 1"/>
          <p:cNvSpPr>
            <a:spLocks noGrp="1"/>
          </p:cNvSpPr>
          <p:nvPr>
            <p:ph type="sldNum" sz="quarter" idx="4"/>
          </p:nvPr>
        </p:nvSpPr>
        <p:spPr>
          <a:xfrm>
            <a:off x="7413441" y="4826639"/>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pPr marL="0" marR="0" lvl="0" indent="0" algn="r" defTabSz="685800" rtl="0" eaLnBrk="1" fontAlgn="auto" latinLnBrk="0" hangingPunct="1">
              <a:lnSpc>
                <a:spcPct val="100000"/>
              </a:lnSpc>
              <a:spcBef>
                <a:spcPts val="0"/>
              </a:spcBef>
              <a:spcAft>
                <a:spcPts val="0"/>
              </a:spcAft>
              <a:buClrTx/>
              <a:buSzTx/>
              <a:buFontTx/>
              <a:buNone/>
              <a:tabLst/>
              <a:defRPr/>
            </a:pPr>
            <a:fld id="{3A707DD9-E92B-45E8-BE0A-E6B2EDF345EB}" type="slidenum">
              <a:rPr kumimoji="0" lang="en-US" sz="800" b="1" i="0" u="none" strike="noStrike" kern="1200" cap="none" spc="0" normalizeH="0" baseline="0" noProof="0" smtClean="0">
                <a:ln>
                  <a:noFill/>
                </a:ln>
                <a:solidFill>
                  <a:srgbClr val="FEFEFE"/>
                </a:solidFill>
                <a:effectLst/>
                <a:uLnTx/>
                <a:uFillTx/>
                <a:latin typeface="Calibri Light"/>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a:t>
            </a:fld>
            <a:endParaRPr kumimoji="0" lang="en-US" sz="800" b="1" i="0" u="none" strike="noStrike" kern="1200" cap="none" spc="0" normalizeH="0" baseline="0" noProof="0">
              <a:ln>
                <a:noFill/>
              </a:ln>
              <a:solidFill>
                <a:srgbClr val="FEFEFE"/>
              </a:solidFill>
              <a:effectLst/>
              <a:uLnTx/>
              <a:uFillTx/>
              <a:latin typeface="Calibri Light"/>
              <a:ea typeface="+mn-ea"/>
              <a:cs typeface="+mn-cs"/>
            </a:endParaRPr>
          </a:p>
        </p:txBody>
      </p:sp>
    </p:spTree>
    <p:extLst>
      <p:ext uri="{BB962C8B-B14F-4D97-AF65-F5344CB8AC3E}">
        <p14:creationId xmlns:p14="http://schemas.microsoft.com/office/powerpoint/2010/main" val="3513003501"/>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502B2-F284-42C7-BF23-CCEE44F2B7B1}"/>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FF4FAABB-DD28-4B0D-BB2E-2EE53DD24CDB}"/>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234F4F07-6053-4317-B55E-1D8F93E08F2F}"/>
              </a:ext>
            </a:extLst>
          </p:cNvPr>
          <p:cNvSpPr>
            <a:spLocks noGrp="1"/>
          </p:cNvSpPr>
          <p:nvPr>
            <p:ph type="dt" sz="half" idx="10"/>
          </p:nvPr>
        </p:nvSpPr>
        <p:spPr/>
        <p:txBody>
          <a:bodyPr/>
          <a:lstStyle/>
          <a:p>
            <a:fld id="{D539717F-9C81-4977-8630-82DBDFF7780C}" type="datetimeFigureOut">
              <a:rPr lang="en-US" smtClean="0">
                <a:solidFill>
                  <a:prstClr val="black">
                    <a:tint val="75000"/>
                  </a:prstClr>
                </a:solidFill>
              </a:rPr>
              <a:pPr/>
              <a:t>10/13/2025</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CD1FE604-CBCE-4777-AE62-25DC98B7E5F4}"/>
              </a:ext>
            </a:extLst>
          </p:cNvPr>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1B1D02A6-457F-4DCA-A413-29DB2CE1F99C}"/>
              </a:ext>
            </a:extLst>
          </p:cNvPr>
          <p:cNvSpPr>
            <a:spLocks noGrp="1"/>
          </p:cNvSpPr>
          <p:nvPr>
            <p:ph type="sldNum" sz="quarter" idx="12"/>
          </p:nvPr>
        </p:nvSpPr>
        <p:spPr/>
        <p:txBody>
          <a:bodyPr/>
          <a:lstStyle/>
          <a:p>
            <a:fld id="{B7721D9F-5710-489E-A77D-74868045607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458762800"/>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1E9E6-CAEE-48AB-8255-CC8B68845DE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1454F85-7734-4C72-956D-22384833979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AE84A4-EE5F-4986-8227-6BC9F5F0407E}"/>
              </a:ext>
            </a:extLst>
          </p:cNvPr>
          <p:cNvSpPr>
            <a:spLocks noGrp="1"/>
          </p:cNvSpPr>
          <p:nvPr>
            <p:ph type="dt" sz="half" idx="10"/>
          </p:nvPr>
        </p:nvSpPr>
        <p:spPr/>
        <p:txBody>
          <a:bodyPr/>
          <a:lstStyle/>
          <a:p>
            <a:fld id="{D539717F-9C81-4977-8630-82DBDFF7780C}" type="datetimeFigureOut">
              <a:rPr lang="en-US" smtClean="0">
                <a:solidFill>
                  <a:prstClr val="black">
                    <a:tint val="75000"/>
                  </a:prstClr>
                </a:solidFill>
              </a:rPr>
              <a:pPr/>
              <a:t>10/13/2025</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55A7F0AC-4718-42F7-8F19-9E298D670825}"/>
              </a:ext>
            </a:extLst>
          </p:cNvPr>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509C72F1-983C-4465-9250-2E580243CB03}"/>
              </a:ext>
            </a:extLst>
          </p:cNvPr>
          <p:cNvSpPr>
            <a:spLocks noGrp="1"/>
          </p:cNvSpPr>
          <p:nvPr>
            <p:ph type="sldNum" sz="quarter" idx="12"/>
          </p:nvPr>
        </p:nvSpPr>
        <p:spPr/>
        <p:txBody>
          <a:bodyPr/>
          <a:lstStyle/>
          <a:p>
            <a:fld id="{B7721D9F-5710-489E-A77D-74868045607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9341932"/>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E42CB-A01B-443E-A576-5C2046DF6E41}"/>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91F6ACC7-4455-4707-B27E-4F806170E09B}"/>
              </a:ext>
            </a:extLst>
          </p:cNvPr>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49A51E-3083-48AB-9B8F-B04094B42891}"/>
              </a:ext>
            </a:extLst>
          </p:cNvPr>
          <p:cNvSpPr>
            <a:spLocks noGrp="1"/>
          </p:cNvSpPr>
          <p:nvPr>
            <p:ph type="dt" sz="half" idx="10"/>
          </p:nvPr>
        </p:nvSpPr>
        <p:spPr/>
        <p:txBody>
          <a:bodyPr/>
          <a:lstStyle/>
          <a:p>
            <a:fld id="{D539717F-9C81-4977-8630-82DBDFF7780C}" type="datetimeFigureOut">
              <a:rPr lang="en-US" smtClean="0">
                <a:solidFill>
                  <a:prstClr val="black">
                    <a:tint val="75000"/>
                  </a:prstClr>
                </a:solidFill>
              </a:rPr>
              <a:pPr/>
              <a:t>10/13/2025</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E452B75E-BEF3-4403-8572-CDE17A9826AC}"/>
              </a:ext>
            </a:extLst>
          </p:cNvPr>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B38B1BE4-5F21-4AC3-B756-315FCC76F838}"/>
              </a:ext>
            </a:extLst>
          </p:cNvPr>
          <p:cNvSpPr>
            <a:spLocks noGrp="1"/>
          </p:cNvSpPr>
          <p:nvPr>
            <p:ph type="sldNum" sz="quarter" idx="12"/>
          </p:nvPr>
        </p:nvSpPr>
        <p:spPr/>
        <p:txBody>
          <a:bodyPr/>
          <a:lstStyle/>
          <a:p>
            <a:fld id="{B7721D9F-5710-489E-A77D-74868045607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875215388"/>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67B0F-90CC-4AB6-8180-0D3E8038A1F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D97ECF8-20E8-47D3-991E-05925C53E7D7}"/>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BDCDDDF-0D5D-414D-8238-2A4D8313CB90}"/>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A3BC3EF-F6CA-4A2A-B28D-E19A2A2256C5}"/>
              </a:ext>
            </a:extLst>
          </p:cNvPr>
          <p:cNvSpPr>
            <a:spLocks noGrp="1"/>
          </p:cNvSpPr>
          <p:nvPr>
            <p:ph type="dt" sz="half" idx="10"/>
          </p:nvPr>
        </p:nvSpPr>
        <p:spPr/>
        <p:txBody>
          <a:bodyPr/>
          <a:lstStyle/>
          <a:p>
            <a:fld id="{D539717F-9C81-4977-8630-82DBDFF7780C}" type="datetimeFigureOut">
              <a:rPr lang="en-US" smtClean="0">
                <a:solidFill>
                  <a:prstClr val="black">
                    <a:tint val="75000"/>
                  </a:prstClr>
                </a:solidFill>
              </a:rPr>
              <a:pPr/>
              <a:t>10/13/2025</a:t>
            </a:fld>
            <a:endParaRPr lang="en-US">
              <a:solidFill>
                <a:prstClr val="black">
                  <a:tint val="75000"/>
                </a:prstClr>
              </a:solidFill>
            </a:endParaRPr>
          </a:p>
        </p:txBody>
      </p:sp>
      <p:sp>
        <p:nvSpPr>
          <p:cNvPr id="6" name="Footer Placeholder 5">
            <a:extLst>
              <a:ext uri="{FF2B5EF4-FFF2-40B4-BE49-F238E27FC236}">
                <a16:creationId xmlns:a16="http://schemas.microsoft.com/office/drawing/2014/main" id="{429766E8-77CE-4412-BF9B-861F922B3053}"/>
              </a:ext>
            </a:extLst>
          </p:cNvPr>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a:extLst>
              <a:ext uri="{FF2B5EF4-FFF2-40B4-BE49-F238E27FC236}">
                <a16:creationId xmlns:a16="http://schemas.microsoft.com/office/drawing/2014/main" id="{EC59C709-DD3A-4895-80F2-C25F4832082C}"/>
              </a:ext>
            </a:extLst>
          </p:cNvPr>
          <p:cNvSpPr>
            <a:spLocks noGrp="1"/>
          </p:cNvSpPr>
          <p:nvPr>
            <p:ph type="sldNum" sz="quarter" idx="12"/>
          </p:nvPr>
        </p:nvSpPr>
        <p:spPr/>
        <p:txBody>
          <a:bodyPr/>
          <a:lstStyle/>
          <a:p>
            <a:fld id="{B7721D9F-5710-489E-A77D-74868045607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541171635"/>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B3653-A005-461A-837D-448DFF3F5EFD}"/>
              </a:ext>
            </a:extLst>
          </p:cNvPr>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a:extLst>
              <a:ext uri="{FF2B5EF4-FFF2-40B4-BE49-F238E27FC236}">
                <a16:creationId xmlns:a16="http://schemas.microsoft.com/office/drawing/2014/main" id="{90B01DB9-3560-4A5D-9CA0-32DE1207B139}"/>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37DC8D96-BDF6-4089-A3E5-13B89D50E66D}"/>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A367826-6007-46F6-9562-5567AC51A685}"/>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9D729EAD-C5CF-4C2F-9E03-0B5850440258}"/>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46A2F3F-6876-4138-A007-604F2AEA77CA}"/>
              </a:ext>
            </a:extLst>
          </p:cNvPr>
          <p:cNvSpPr>
            <a:spLocks noGrp="1"/>
          </p:cNvSpPr>
          <p:nvPr>
            <p:ph type="dt" sz="half" idx="10"/>
          </p:nvPr>
        </p:nvSpPr>
        <p:spPr/>
        <p:txBody>
          <a:bodyPr/>
          <a:lstStyle/>
          <a:p>
            <a:fld id="{D539717F-9C81-4977-8630-82DBDFF7780C}" type="datetimeFigureOut">
              <a:rPr lang="en-US" smtClean="0">
                <a:solidFill>
                  <a:prstClr val="black">
                    <a:tint val="75000"/>
                  </a:prstClr>
                </a:solidFill>
              </a:rPr>
              <a:pPr/>
              <a:t>10/13/2025</a:t>
            </a:fld>
            <a:endParaRPr lang="en-US">
              <a:solidFill>
                <a:prstClr val="black">
                  <a:tint val="75000"/>
                </a:prstClr>
              </a:solidFill>
            </a:endParaRPr>
          </a:p>
        </p:txBody>
      </p:sp>
      <p:sp>
        <p:nvSpPr>
          <p:cNvPr id="8" name="Footer Placeholder 7">
            <a:extLst>
              <a:ext uri="{FF2B5EF4-FFF2-40B4-BE49-F238E27FC236}">
                <a16:creationId xmlns:a16="http://schemas.microsoft.com/office/drawing/2014/main" id="{5DD8B379-A89F-4305-97B4-91E198461201}"/>
              </a:ext>
            </a:extLst>
          </p:cNvPr>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a:extLst>
              <a:ext uri="{FF2B5EF4-FFF2-40B4-BE49-F238E27FC236}">
                <a16:creationId xmlns:a16="http://schemas.microsoft.com/office/drawing/2014/main" id="{E279678D-3A0A-4F67-ABAC-490A232ECB9F}"/>
              </a:ext>
            </a:extLst>
          </p:cNvPr>
          <p:cNvSpPr>
            <a:spLocks noGrp="1"/>
          </p:cNvSpPr>
          <p:nvPr>
            <p:ph type="sldNum" sz="quarter" idx="12"/>
          </p:nvPr>
        </p:nvSpPr>
        <p:spPr/>
        <p:txBody>
          <a:bodyPr/>
          <a:lstStyle/>
          <a:p>
            <a:fld id="{B7721D9F-5710-489E-A77D-74868045607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751709590"/>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291F4-9B18-4E3E-BE77-7C3632EB4A7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11976C3-7F53-4501-B842-E5B80E281325}"/>
              </a:ext>
            </a:extLst>
          </p:cNvPr>
          <p:cNvSpPr>
            <a:spLocks noGrp="1"/>
          </p:cNvSpPr>
          <p:nvPr>
            <p:ph type="dt" sz="half" idx="10"/>
          </p:nvPr>
        </p:nvSpPr>
        <p:spPr/>
        <p:txBody>
          <a:bodyPr/>
          <a:lstStyle/>
          <a:p>
            <a:fld id="{D539717F-9C81-4977-8630-82DBDFF7780C}" type="datetimeFigureOut">
              <a:rPr lang="en-US" smtClean="0">
                <a:solidFill>
                  <a:prstClr val="black">
                    <a:tint val="75000"/>
                  </a:prstClr>
                </a:solidFill>
              </a:rPr>
              <a:pPr/>
              <a:t>10/13/2025</a:t>
            </a:fld>
            <a:endParaRPr lang="en-US">
              <a:solidFill>
                <a:prstClr val="black">
                  <a:tint val="75000"/>
                </a:prstClr>
              </a:solidFill>
            </a:endParaRPr>
          </a:p>
        </p:txBody>
      </p:sp>
      <p:sp>
        <p:nvSpPr>
          <p:cNvPr id="4" name="Footer Placeholder 3">
            <a:extLst>
              <a:ext uri="{FF2B5EF4-FFF2-40B4-BE49-F238E27FC236}">
                <a16:creationId xmlns:a16="http://schemas.microsoft.com/office/drawing/2014/main" id="{D6514DCE-CA83-45BE-A14A-BE766EEC6364}"/>
              </a:ext>
            </a:extLst>
          </p:cNvPr>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a:extLst>
              <a:ext uri="{FF2B5EF4-FFF2-40B4-BE49-F238E27FC236}">
                <a16:creationId xmlns:a16="http://schemas.microsoft.com/office/drawing/2014/main" id="{57A1343C-AB93-4C9D-8EB6-E35122FEEB94}"/>
              </a:ext>
            </a:extLst>
          </p:cNvPr>
          <p:cNvSpPr>
            <a:spLocks noGrp="1"/>
          </p:cNvSpPr>
          <p:nvPr>
            <p:ph type="sldNum" sz="quarter" idx="12"/>
          </p:nvPr>
        </p:nvSpPr>
        <p:spPr/>
        <p:txBody>
          <a:bodyPr/>
          <a:lstStyle/>
          <a:p>
            <a:fld id="{B7721D9F-5710-489E-A77D-74868045607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053199464"/>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FF957BE-050A-4790-9AAD-9ACBB2DE553F}"/>
              </a:ext>
            </a:extLst>
          </p:cNvPr>
          <p:cNvSpPr>
            <a:spLocks noGrp="1"/>
          </p:cNvSpPr>
          <p:nvPr>
            <p:ph type="dt" sz="half" idx="10"/>
          </p:nvPr>
        </p:nvSpPr>
        <p:spPr/>
        <p:txBody>
          <a:bodyPr/>
          <a:lstStyle/>
          <a:p>
            <a:fld id="{D539717F-9C81-4977-8630-82DBDFF7780C}" type="datetimeFigureOut">
              <a:rPr lang="en-US" smtClean="0">
                <a:solidFill>
                  <a:prstClr val="black">
                    <a:tint val="75000"/>
                  </a:prstClr>
                </a:solidFill>
              </a:rPr>
              <a:pPr/>
              <a:t>10/13/2025</a:t>
            </a:fld>
            <a:endParaRPr lang="en-US">
              <a:solidFill>
                <a:prstClr val="black">
                  <a:tint val="75000"/>
                </a:prstClr>
              </a:solidFill>
            </a:endParaRPr>
          </a:p>
        </p:txBody>
      </p:sp>
      <p:sp>
        <p:nvSpPr>
          <p:cNvPr id="3" name="Footer Placeholder 2">
            <a:extLst>
              <a:ext uri="{FF2B5EF4-FFF2-40B4-BE49-F238E27FC236}">
                <a16:creationId xmlns:a16="http://schemas.microsoft.com/office/drawing/2014/main" id="{C39A2B61-5C90-491B-A9AA-43CF0F053087}"/>
              </a:ext>
            </a:extLst>
          </p:cNvPr>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a:extLst>
              <a:ext uri="{FF2B5EF4-FFF2-40B4-BE49-F238E27FC236}">
                <a16:creationId xmlns:a16="http://schemas.microsoft.com/office/drawing/2014/main" id="{F32ADE15-BE2B-4814-9932-74C6F1069991}"/>
              </a:ext>
            </a:extLst>
          </p:cNvPr>
          <p:cNvSpPr>
            <a:spLocks noGrp="1"/>
          </p:cNvSpPr>
          <p:nvPr>
            <p:ph type="sldNum" sz="quarter" idx="12"/>
          </p:nvPr>
        </p:nvSpPr>
        <p:spPr/>
        <p:txBody>
          <a:bodyPr/>
          <a:lstStyle/>
          <a:p>
            <a:fld id="{B7721D9F-5710-489E-A77D-74868045607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745386057"/>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366D32-F164-483A-AEAB-B02B606A9748}"/>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79E24CF8-D014-48E6-95BB-642E87DF3A91}"/>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41079F3-A39B-4BEB-A4F4-8D684D5FAC79}"/>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63C41FE0-80AD-4B91-B4BE-82B13D96706B}"/>
              </a:ext>
            </a:extLst>
          </p:cNvPr>
          <p:cNvSpPr>
            <a:spLocks noGrp="1"/>
          </p:cNvSpPr>
          <p:nvPr>
            <p:ph type="dt" sz="half" idx="10"/>
          </p:nvPr>
        </p:nvSpPr>
        <p:spPr/>
        <p:txBody>
          <a:bodyPr/>
          <a:lstStyle/>
          <a:p>
            <a:fld id="{D539717F-9C81-4977-8630-82DBDFF7780C}" type="datetimeFigureOut">
              <a:rPr lang="en-US" smtClean="0">
                <a:solidFill>
                  <a:prstClr val="black">
                    <a:tint val="75000"/>
                  </a:prstClr>
                </a:solidFill>
              </a:rPr>
              <a:pPr/>
              <a:t>10/13/2025</a:t>
            </a:fld>
            <a:endParaRPr lang="en-US">
              <a:solidFill>
                <a:prstClr val="black">
                  <a:tint val="75000"/>
                </a:prstClr>
              </a:solidFill>
            </a:endParaRPr>
          </a:p>
        </p:txBody>
      </p:sp>
      <p:sp>
        <p:nvSpPr>
          <p:cNvPr id="6" name="Footer Placeholder 5">
            <a:extLst>
              <a:ext uri="{FF2B5EF4-FFF2-40B4-BE49-F238E27FC236}">
                <a16:creationId xmlns:a16="http://schemas.microsoft.com/office/drawing/2014/main" id="{C4220B5B-E96A-4C89-AA98-4F691E2B1759}"/>
              </a:ext>
            </a:extLst>
          </p:cNvPr>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a:extLst>
              <a:ext uri="{FF2B5EF4-FFF2-40B4-BE49-F238E27FC236}">
                <a16:creationId xmlns:a16="http://schemas.microsoft.com/office/drawing/2014/main" id="{795D6E12-B96F-4FDB-800E-6FEC31B0B750}"/>
              </a:ext>
            </a:extLst>
          </p:cNvPr>
          <p:cNvSpPr>
            <a:spLocks noGrp="1"/>
          </p:cNvSpPr>
          <p:nvPr>
            <p:ph type="sldNum" sz="quarter" idx="12"/>
          </p:nvPr>
        </p:nvSpPr>
        <p:spPr/>
        <p:txBody>
          <a:bodyPr/>
          <a:lstStyle/>
          <a:p>
            <a:fld id="{B7721D9F-5710-489E-A77D-74868045607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796788810"/>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334AD-DA77-46E6-B1B9-475711384DB1}"/>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F769874E-151B-47D6-BEFC-B00C9F4CEF92}"/>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5CDD0433-9150-473B-8D4E-F20598DF651C}"/>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CE8583B3-24FF-4F22-B3A8-DAB669D47C61}"/>
              </a:ext>
            </a:extLst>
          </p:cNvPr>
          <p:cNvSpPr>
            <a:spLocks noGrp="1"/>
          </p:cNvSpPr>
          <p:nvPr>
            <p:ph type="dt" sz="half" idx="10"/>
          </p:nvPr>
        </p:nvSpPr>
        <p:spPr/>
        <p:txBody>
          <a:bodyPr/>
          <a:lstStyle/>
          <a:p>
            <a:fld id="{D539717F-9C81-4977-8630-82DBDFF7780C}" type="datetimeFigureOut">
              <a:rPr lang="en-US" smtClean="0">
                <a:solidFill>
                  <a:prstClr val="black">
                    <a:tint val="75000"/>
                  </a:prstClr>
                </a:solidFill>
              </a:rPr>
              <a:pPr/>
              <a:t>10/13/2025</a:t>
            </a:fld>
            <a:endParaRPr lang="en-US">
              <a:solidFill>
                <a:prstClr val="black">
                  <a:tint val="75000"/>
                </a:prstClr>
              </a:solidFill>
            </a:endParaRPr>
          </a:p>
        </p:txBody>
      </p:sp>
      <p:sp>
        <p:nvSpPr>
          <p:cNvPr id="6" name="Footer Placeholder 5">
            <a:extLst>
              <a:ext uri="{FF2B5EF4-FFF2-40B4-BE49-F238E27FC236}">
                <a16:creationId xmlns:a16="http://schemas.microsoft.com/office/drawing/2014/main" id="{6AFE626A-E2BE-4DCC-8CA7-408A7B92CC0E}"/>
              </a:ext>
            </a:extLst>
          </p:cNvPr>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a:extLst>
              <a:ext uri="{FF2B5EF4-FFF2-40B4-BE49-F238E27FC236}">
                <a16:creationId xmlns:a16="http://schemas.microsoft.com/office/drawing/2014/main" id="{67F01558-50D0-4C40-B84E-57A3E76BC76A}"/>
              </a:ext>
            </a:extLst>
          </p:cNvPr>
          <p:cNvSpPr>
            <a:spLocks noGrp="1"/>
          </p:cNvSpPr>
          <p:nvPr>
            <p:ph type="sldNum" sz="quarter" idx="12"/>
          </p:nvPr>
        </p:nvSpPr>
        <p:spPr/>
        <p:txBody>
          <a:bodyPr/>
          <a:lstStyle/>
          <a:p>
            <a:fld id="{B7721D9F-5710-489E-A77D-74868045607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0001379"/>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F42BD-1777-41A5-9EC7-ED603736096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7823BCD-2F4E-46A6-9460-79D24D9A102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EEF4C9-BD5D-42A5-928E-363F8D4F5B81}"/>
              </a:ext>
            </a:extLst>
          </p:cNvPr>
          <p:cNvSpPr>
            <a:spLocks noGrp="1"/>
          </p:cNvSpPr>
          <p:nvPr>
            <p:ph type="dt" sz="half" idx="10"/>
          </p:nvPr>
        </p:nvSpPr>
        <p:spPr/>
        <p:txBody>
          <a:bodyPr/>
          <a:lstStyle/>
          <a:p>
            <a:fld id="{D539717F-9C81-4977-8630-82DBDFF7780C}" type="datetimeFigureOut">
              <a:rPr lang="en-US" smtClean="0">
                <a:solidFill>
                  <a:prstClr val="black">
                    <a:tint val="75000"/>
                  </a:prstClr>
                </a:solidFill>
              </a:rPr>
              <a:pPr/>
              <a:t>10/13/2025</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DAED6834-A057-4D98-845F-9AC9BF24EF2B}"/>
              </a:ext>
            </a:extLst>
          </p:cNvPr>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8E95562C-CF49-4DD9-BFBC-A6819FB90053}"/>
              </a:ext>
            </a:extLst>
          </p:cNvPr>
          <p:cNvSpPr>
            <a:spLocks noGrp="1"/>
          </p:cNvSpPr>
          <p:nvPr>
            <p:ph type="sldNum" sz="quarter" idx="12"/>
          </p:nvPr>
        </p:nvSpPr>
        <p:spPr/>
        <p:txBody>
          <a:bodyPr/>
          <a:lstStyle/>
          <a:p>
            <a:fld id="{B7721D9F-5710-489E-A77D-74868045607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49161349"/>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019462E-6A48-4C17-8DC7-8A505DE7A744}"/>
              </a:ext>
            </a:extLst>
          </p:cNvPr>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31F50F7-FDFA-4B4C-B9F3-90830E8EC860}"/>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6948E5-2511-44E7-AC5A-E55415C39B1C}"/>
              </a:ext>
            </a:extLst>
          </p:cNvPr>
          <p:cNvSpPr>
            <a:spLocks noGrp="1"/>
          </p:cNvSpPr>
          <p:nvPr>
            <p:ph type="dt" sz="half" idx="10"/>
          </p:nvPr>
        </p:nvSpPr>
        <p:spPr/>
        <p:txBody>
          <a:bodyPr/>
          <a:lstStyle/>
          <a:p>
            <a:fld id="{D539717F-9C81-4977-8630-82DBDFF7780C}" type="datetimeFigureOut">
              <a:rPr lang="en-US" smtClean="0">
                <a:solidFill>
                  <a:prstClr val="black">
                    <a:tint val="75000"/>
                  </a:prstClr>
                </a:solidFill>
              </a:rPr>
              <a:pPr/>
              <a:t>10/13/2025</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B5108831-D4A1-44C0-8FCC-23D0CB3AC201}"/>
              </a:ext>
            </a:extLst>
          </p:cNvPr>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23D0ED23-1E73-4EFB-A63F-EB003CDB11BF}"/>
              </a:ext>
            </a:extLst>
          </p:cNvPr>
          <p:cNvSpPr>
            <a:spLocks noGrp="1"/>
          </p:cNvSpPr>
          <p:nvPr>
            <p:ph type="sldNum" sz="quarter" idx="12"/>
          </p:nvPr>
        </p:nvSpPr>
        <p:spPr/>
        <p:txBody>
          <a:bodyPr/>
          <a:lstStyle/>
          <a:p>
            <a:fld id="{B7721D9F-5710-489E-A77D-74868045607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020292377"/>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189" lvl="0" indent="-342892">
              <a:spcBef>
                <a:spcPts val="0"/>
              </a:spcBef>
              <a:spcAft>
                <a:spcPts val="0"/>
              </a:spcAft>
              <a:buSzPts val="1800"/>
              <a:buChar char="●"/>
              <a:defRPr/>
            </a:lvl1pPr>
            <a:lvl2pPr marL="914378" lvl="1" indent="-317492">
              <a:spcBef>
                <a:spcPts val="1600"/>
              </a:spcBef>
              <a:spcAft>
                <a:spcPts val="0"/>
              </a:spcAft>
              <a:buSzPts val="1400"/>
              <a:buChar char="○"/>
              <a:defRPr/>
            </a:lvl2pPr>
            <a:lvl3pPr marL="1371566" lvl="2" indent="-317492">
              <a:spcBef>
                <a:spcPts val="1600"/>
              </a:spcBef>
              <a:spcAft>
                <a:spcPts val="0"/>
              </a:spcAft>
              <a:buSzPts val="1400"/>
              <a:buChar char="■"/>
              <a:defRPr/>
            </a:lvl3pPr>
            <a:lvl4pPr marL="1828754" lvl="3" indent="-317492">
              <a:spcBef>
                <a:spcPts val="1600"/>
              </a:spcBef>
              <a:spcAft>
                <a:spcPts val="0"/>
              </a:spcAft>
              <a:buSzPts val="1400"/>
              <a:buChar char="●"/>
              <a:defRPr/>
            </a:lvl4pPr>
            <a:lvl5pPr marL="2285943" lvl="4" indent="-317492">
              <a:spcBef>
                <a:spcPts val="1600"/>
              </a:spcBef>
              <a:spcAft>
                <a:spcPts val="0"/>
              </a:spcAft>
              <a:buSzPts val="1400"/>
              <a:buChar char="○"/>
              <a:defRPr/>
            </a:lvl5pPr>
            <a:lvl6pPr marL="2743132" lvl="5" indent="-317492">
              <a:spcBef>
                <a:spcPts val="1600"/>
              </a:spcBef>
              <a:spcAft>
                <a:spcPts val="0"/>
              </a:spcAft>
              <a:buSzPts val="1400"/>
              <a:buChar char="■"/>
              <a:defRPr/>
            </a:lvl6pPr>
            <a:lvl7pPr marL="3200320" lvl="6" indent="-317492">
              <a:spcBef>
                <a:spcPts val="1600"/>
              </a:spcBef>
              <a:spcAft>
                <a:spcPts val="0"/>
              </a:spcAft>
              <a:buSzPts val="1400"/>
              <a:buChar char="●"/>
              <a:defRPr/>
            </a:lvl7pPr>
            <a:lvl8pPr marL="3657509" lvl="7" indent="-317492">
              <a:spcBef>
                <a:spcPts val="1600"/>
              </a:spcBef>
              <a:spcAft>
                <a:spcPts val="0"/>
              </a:spcAft>
              <a:buSzPts val="1400"/>
              <a:buChar char="○"/>
              <a:defRPr/>
            </a:lvl8pPr>
            <a:lvl9pPr marL="4114697" lvl="8" indent="-317492">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hu" smtClean="0">
                <a:solidFill>
                  <a:prstClr val="black">
                    <a:tint val="75000"/>
                  </a:prstClr>
                </a:solidFill>
              </a:rPr>
              <a:pPr/>
              <a:t>‹#›</a:t>
            </a:fld>
            <a:endParaRPr lang="hu">
              <a:solidFill>
                <a:prstClr val="black">
                  <a:tint val="75000"/>
                </a:prstClr>
              </a:solidFill>
            </a:endParaRPr>
          </a:p>
        </p:txBody>
      </p:sp>
    </p:spTree>
    <p:extLst>
      <p:ext uri="{BB962C8B-B14F-4D97-AF65-F5344CB8AC3E}">
        <p14:creationId xmlns:p14="http://schemas.microsoft.com/office/powerpoint/2010/main" val="918433014"/>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matchingName="Section header" type="secHead">
  <p:cSld name="1_Section 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hu" smtClean="0">
                <a:solidFill>
                  <a:prstClr val="black">
                    <a:tint val="75000"/>
                  </a:prstClr>
                </a:solidFill>
              </a:rPr>
              <a:pPr/>
              <a:t>‹#›</a:t>
            </a:fld>
            <a:endParaRPr lang="hu">
              <a:solidFill>
                <a:prstClr val="black">
                  <a:tint val="75000"/>
                </a:prstClr>
              </a:solidFill>
            </a:endParaRPr>
          </a:p>
        </p:txBody>
      </p:sp>
    </p:spTree>
    <p:extLst>
      <p:ext uri="{BB962C8B-B14F-4D97-AF65-F5344CB8AC3E}">
        <p14:creationId xmlns:p14="http://schemas.microsoft.com/office/powerpoint/2010/main" val="3509794607"/>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userDrawn="1">
  <p:cSld name="Cover-Black">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39377C-8642-441F-BDC6-500DB01AD362}"/>
              </a:ext>
            </a:extLst>
          </p:cNvPr>
          <p:cNvSpPr/>
          <p:nvPr userDrawn="1"/>
        </p:nvSpPr>
        <p:spPr bwMode="auto">
          <a:xfrm>
            <a:off x="0" y="0"/>
            <a:ext cx="9144000" cy="5143500"/>
          </a:xfrm>
          <a:prstGeom prst="rect">
            <a:avLst/>
          </a:prstGeom>
          <a:solidFill>
            <a:schemeClr val="tx1"/>
          </a:solidFill>
          <a:ln>
            <a:noFill/>
          </a:ln>
          <a:effectLst/>
        </p:spPr>
        <p:txBody>
          <a:bodyPr wrap="none"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prstClr val="white"/>
              </a:solidFill>
              <a:effectLst/>
              <a:uLnTx/>
              <a:uFillTx/>
              <a:latin typeface="Calibri Light" panose="020F0302020204030204" pitchFamily="34" charset="0"/>
              <a:ea typeface="Human Sans ExtraLight" charset="0"/>
              <a:cs typeface="Human Sans ExtraLight" charset="0"/>
            </a:endParaRPr>
          </a:p>
        </p:txBody>
      </p:sp>
      <p:sp>
        <p:nvSpPr>
          <p:cNvPr id="5" name="Text Placeholder 4">
            <a:extLst>
              <a:ext uri="{FF2B5EF4-FFF2-40B4-BE49-F238E27FC236}">
                <a16:creationId xmlns:a16="http://schemas.microsoft.com/office/drawing/2014/main" id="{A2159C2A-0FC8-422F-92E4-B92935AAE5A0}"/>
              </a:ext>
            </a:extLst>
          </p:cNvPr>
          <p:cNvSpPr>
            <a:spLocks noGrp="1"/>
          </p:cNvSpPr>
          <p:nvPr>
            <p:ph type="body" sz="quarter" idx="10" hasCustomPrompt="1"/>
          </p:nvPr>
        </p:nvSpPr>
        <p:spPr>
          <a:xfrm>
            <a:off x="351581" y="1371600"/>
            <a:ext cx="4867275" cy="1938992"/>
          </a:xfrm>
          <a:prstGeom prst="rect">
            <a:avLst/>
          </a:prstGeom>
        </p:spPr>
        <p:txBody>
          <a:bodyPr>
            <a:spAutoFit/>
          </a:bodyPr>
          <a:lstStyle>
            <a:lvl1pPr>
              <a:lnSpc>
                <a:spcPct val="100000"/>
              </a:lnSpc>
              <a:spcBef>
                <a:spcPts val="0"/>
              </a:spcBef>
              <a:defRPr sz="6000">
                <a:solidFill>
                  <a:schemeClr val="bg1"/>
                </a:solidFill>
                <a:latin typeface="Calibri Light" panose="020F0302020204030204" pitchFamily="34" charset="0"/>
                <a:cs typeface="Calibri Light" panose="020F0302020204030204" pitchFamily="34" charset="0"/>
              </a:defRPr>
            </a:lvl1pPr>
            <a:lvl2pPr>
              <a:buNone/>
              <a:defRPr/>
            </a:lvl2pPr>
          </a:lstStyle>
          <a:p>
            <a:pPr lvl="0"/>
            <a:r>
              <a:rPr lang="en-US"/>
              <a:t>Cover with </a:t>
            </a:r>
            <a:br>
              <a:rPr lang="en-US"/>
            </a:br>
            <a:r>
              <a:rPr lang="en-US"/>
              <a:t>text two lines</a:t>
            </a:r>
          </a:p>
        </p:txBody>
      </p:sp>
      <p:sp>
        <p:nvSpPr>
          <p:cNvPr id="13" name="Text Placeholder 4">
            <a:extLst>
              <a:ext uri="{FF2B5EF4-FFF2-40B4-BE49-F238E27FC236}">
                <a16:creationId xmlns:a16="http://schemas.microsoft.com/office/drawing/2014/main" id="{B8E369A2-FC86-4140-9080-E549260B9180}"/>
              </a:ext>
            </a:extLst>
          </p:cNvPr>
          <p:cNvSpPr>
            <a:spLocks noGrp="1"/>
          </p:cNvSpPr>
          <p:nvPr>
            <p:ph type="body" sz="quarter" idx="11" hasCustomPrompt="1"/>
          </p:nvPr>
        </p:nvSpPr>
        <p:spPr>
          <a:xfrm>
            <a:off x="351581" y="3497580"/>
            <a:ext cx="4867275" cy="646331"/>
          </a:xfrm>
          <a:prstGeom prst="rect">
            <a:avLst/>
          </a:prstGeom>
        </p:spPr>
        <p:txBody>
          <a:bodyPr>
            <a:spAutoFit/>
          </a:bodyPr>
          <a:lstStyle>
            <a:lvl1pPr>
              <a:lnSpc>
                <a:spcPct val="100000"/>
              </a:lnSpc>
              <a:spcBef>
                <a:spcPts val="0"/>
              </a:spcBef>
              <a:defRPr sz="1800">
                <a:solidFill>
                  <a:schemeClr val="bg1"/>
                </a:solidFill>
                <a:latin typeface="Calibri Light" panose="020F0302020204030204" pitchFamily="34" charset="0"/>
                <a:cs typeface="Calibri Light" panose="020F0302020204030204" pitchFamily="34" charset="0"/>
              </a:defRPr>
            </a:lvl1pPr>
            <a:lvl2pPr>
              <a:buNone/>
              <a:defRPr/>
            </a:lvl2pPr>
          </a:lstStyle>
          <a:p>
            <a:pPr lvl="0"/>
            <a:r>
              <a:rPr lang="en-US">
                <a:effectLst/>
              </a:rPr>
              <a:t>Sub-description text goes here over one or two lines</a:t>
            </a:r>
            <a:endParaRPr lang="en-US"/>
          </a:p>
        </p:txBody>
      </p:sp>
      <p:sp>
        <p:nvSpPr>
          <p:cNvPr id="14" name="Text Placeholder 4">
            <a:extLst>
              <a:ext uri="{FF2B5EF4-FFF2-40B4-BE49-F238E27FC236}">
                <a16:creationId xmlns:a16="http://schemas.microsoft.com/office/drawing/2014/main" id="{2F6A18E7-9305-4C6B-A5A3-4962D30A22A2}"/>
              </a:ext>
            </a:extLst>
          </p:cNvPr>
          <p:cNvSpPr>
            <a:spLocks noGrp="1"/>
          </p:cNvSpPr>
          <p:nvPr>
            <p:ph type="body" sz="quarter" idx="12" hasCustomPrompt="1"/>
          </p:nvPr>
        </p:nvSpPr>
        <p:spPr>
          <a:xfrm>
            <a:off x="351581" y="3934043"/>
            <a:ext cx="4867275" cy="253916"/>
          </a:xfrm>
          <a:prstGeom prst="rect">
            <a:avLst/>
          </a:prstGeom>
        </p:spPr>
        <p:txBody>
          <a:bodyPr>
            <a:spAutoFit/>
          </a:bodyPr>
          <a:lstStyle>
            <a:lvl1pPr>
              <a:lnSpc>
                <a:spcPct val="100000"/>
              </a:lnSpc>
              <a:spcBef>
                <a:spcPts val="0"/>
              </a:spcBef>
              <a:defRPr sz="1050" spc="225">
                <a:solidFill>
                  <a:schemeClr val="bg2"/>
                </a:solidFill>
              </a:defRPr>
            </a:lvl1pPr>
            <a:lvl2pPr>
              <a:buNone/>
              <a:defRPr/>
            </a:lvl2pPr>
          </a:lstStyle>
          <a:p>
            <a:pPr lvl="0"/>
            <a:r>
              <a:rPr lang="en-US">
                <a:effectLst/>
              </a:rPr>
              <a:t>23 OCTOBER 2020</a:t>
            </a:r>
            <a:endParaRPr lang="en-US"/>
          </a:p>
        </p:txBody>
      </p:sp>
      <p:pic>
        <p:nvPicPr>
          <p:cNvPr id="2" name="Graphic 1">
            <a:extLst>
              <a:ext uri="{FF2B5EF4-FFF2-40B4-BE49-F238E27FC236}">
                <a16:creationId xmlns:a16="http://schemas.microsoft.com/office/drawing/2014/main" id="{3421FFBE-FD73-4914-B88C-A205297E29C5}"/>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351582" y="457574"/>
            <a:ext cx="802848" cy="282942"/>
          </a:xfrm>
          <a:prstGeom prst="rect">
            <a:avLst/>
          </a:prstGeom>
        </p:spPr>
      </p:pic>
    </p:spTree>
    <p:extLst>
      <p:ext uri="{BB962C8B-B14F-4D97-AF65-F5344CB8AC3E}">
        <p14:creationId xmlns:p14="http://schemas.microsoft.com/office/powerpoint/2010/main" val="3539191465"/>
      </p:ext>
    </p:extLst>
  </p:cSld>
  <p:clrMapOvr>
    <a:masterClrMapping/>
  </p:clrMapOvr>
  <p:extLst>
    <p:ext uri="{DCECCB84-F9BA-43D5-87BE-67443E8EF086}">
      <p15:sldGuideLst xmlns:p15="http://schemas.microsoft.com/office/powerpoint/2012/main"/>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502B2-F284-42C7-BF23-CCEE44F2B7B1}"/>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FF4FAABB-DD28-4B0D-BB2E-2EE53DD24CDB}"/>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234F4F07-6053-4317-B55E-1D8F93E08F2F}"/>
              </a:ext>
            </a:extLst>
          </p:cNvPr>
          <p:cNvSpPr>
            <a:spLocks noGrp="1"/>
          </p:cNvSpPr>
          <p:nvPr>
            <p:ph type="dt" sz="half" idx="10"/>
          </p:nvPr>
        </p:nvSpPr>
        <p:spPr/>
        <p:txBody>
          <a:bodyPr/>
          <a:lstStyle/>
          <a:p>
            <a:fld id="{D539717F-9C81-4977-8630-82DBDFF7780C}" type="datetimeFigureOut">
              <a:rPr lang="en-US" smtClean="0">
                <a:solidFill>
                  <a:prstClr val="black">
                    <a:tint val="75000"/>
                  </a:prstClr>
                </a:solidFill>
              </a:rPr>
              <a:pPr/>
              <a:t>10/13/2025</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CD1FE604-CBCE-4777-AE62-25DC98B7E5F4}"/>
              </a:ext>
            </a:extLst>
          </p:cNvPr>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1B1D02A6-457F-4DCA-A413-29DB2CE1F99C}"/>
              </a:ext>
            </a:extLst>
          </p:cNvPr>
          <p:cNvSpPr>
            <a:spLocks noGrp="1"/>
          </p:cNvSpPr>
          <p:nvPr>
            <p:ph type="sldNum" sz="quarter" idx="12"/>
          </p:nvPr>
        </p:nvSpPr>
        <p:spPr/>
        <p:txBody>
          <a:bodyPr/>
          <a:lstStyle/>
          <a:p>
            <a:fld id="{B7721D9F-5710-489E-A77D-74868045607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417571153"/>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1E9E6-CAEE-48AB-8255-CC8B68845DE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1454F85-7734-4C72-956D-22384833979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AE84A4-EE5F-4986-8227-6BC9F5F0407E}"/>
              </a:ext>
            </a:extLst>
          </p:cNvPr>
          <p:cNvSpPr>
            <a:spLocks noGrp="1"/>
          </p:cNvSpPr>
          <p:nvPr>
            <p:ph type="dt" sz="half" idx="10"/>
          </p:nvPr>
        </p:nvSpPr>
        <p:spPr/>
        <p:txBody>
          <a:bodyPr/>
          <a:lstStyle/>
          <a:p>
            <a:fld id="{D539717F-9C81-4977-8630-82DBDFF7780C}" type="datetimeFigureOut">
              <a:rPr lang="en-US" smtClean="0">
                <a:solidFill>
                  <a:prstClr val="black">
                    <a:tint val="75000"/>
                  </a:prstClr>
                </a:solidFill>
              </a:rPr>
              <a:pPr/>
              <a:t>10/13/2025</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55A7F0AC-4718-42F7-8F19-9E298D670825}"/>
              </a:ext>
            </a:extLst>
          </p:cNvPr>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509C72F1-983C-4465-9250-2E580243CB03}"/>
              </a:ext>
            </a:extLst>
          </p:cNvPr>
          <p:cNvSpPr>
            <a:spLocks noGrp="1"/>
          </p:cNvSpPr>
          <p:nvPr>
            <p:ph type="sldNum" sz="quarter" idx="12"/>
          </p:nvPr>
        </p:nvSpPr>
        <p:spPr/>
        <p:txBody>
          <a:bodyPr/>
          <a:lstStyle/>
          <a:p>
            <a:fld id="{B7721D9F-5710-489E-A77D-74868045607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95911191"/>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E42CB-A01B-443E-A576-5C2046DF6E41}"/>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91F6ACC7-4455-4707-B27E-4F806170E09B}"/>
              </a:ext>
            </a:extLst>
          </p:cNvPr>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49A51E-3083-48AB-9B8F-B04094B42891}"/>
              </a:ext>
            </a:extLst>
          </p:cNvPr>
          <p:cNvSpPr>
            <a:spLocks noGrp="1"/>
          </p:cNvSpPr>
          <p:nvPr>
            <p:ph type="dt" sz="half" idx="10"/>
          </p:nvPr>
        </p:nvSpPr>
        <p:spPr/>
        <p:txBody>
          <a:bodyPr/>
          <a:lstStyle/>
          <a:p>
            <a:fld id="{D539717F-9C81-4977-8630-82DBDFF7780C}" type="datetimeFigureOut">
              <a:rPr lang="en-US" smtClean="0">
                <a:solidFill>
                  <a:prstClr val="black">
                    <a:tint val="75000"/>
                  </a:prstClr>
                </a:solidFill>
              </a:rPr>
              <a:pPr/>
              <a:t>10/13/2025</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E452B75E-BEF3-4403-8572-CDE17A9826AC}"/>
              </a:ext>
            </a:extLst>
          </p:cNvPr>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B38B1BE4-5F21-4AC3-B756-315FCC76F838}"/>
              </a:ext>
            </a:extLst>
          </p:cNvPr>
          <p:cNvSpPr>
            <a:spLocks noGrp="1"/>
          </p:cNvSpPr>
          <p:nvPr>
            <p:ph type="sldNum" sz="quarter" idx="12"/>
          </p:nvPr>
        </p:nvSpPr>
        <p:spPr/>
        <p:txBody>
          <a:bodyPr/>
          <a:lstStyle/>
          <a:p>
            <a:fld id="{B7721D9F-5710-489E-A77D-74868045607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101249369"/>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67B0F-90CC-4AB6-8180-0D3E8038A1F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D97ECF8-20E8-47D3-991E-05925C53E7D7}"/>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BDCDDDF-0D5D-414D-8238-2A4D8313CB90}"/>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A3BC3EF-F6CA-4A2A-B28D-E19A2A2256C5}"/>
              </a:ext>
            </a:extLst>
          </p:cNvPr>
          <p:cNvSpPr>
            <a:spLocks noGrp="1"/>
          </p:cNvSpPr>
          <p:nvPr>
            <p:ph type="dt" sz="half" idx="10"/>
          </p:nvPr>
        </p:nvSpPr>
        <p:spPr/>
        <p:txBody>
          <a:bodyPr/>
          <a:lstStyle/>
          <a:p>
            <a:fld id="{D539717F-9C81-4977-8630-82DBDFF7780C}" type="datetimeFigureOut">
              <a:rPr lang="en-US" smtClean="0">
                <a:solidFill>
                  <a:prstClr val="black">
                    <a:tint val="75000"/>
                  </a:prstClr>
                </a:solidFill>
              </a:rPr>
              <a:pPr/>
              <a:t>10/13/2025</a:t>
            </a:fld>
            <a:endParaRPr lang="en-US">
              <a:solidFill>
                <a:prstClr val="black">
                  <a:tint val="75000"/>
                </a:prstClr>
              </a:solidFill>
            </a:endParaRPr>
          </a:p>
        </p:txBody>
      </p:sp>
      <p:sp>
        <p:nvSpPr>
          <p:cNvPr id="6" name="Footer Placeholder 5">
            <a:extLst>
              <a:ext uri="{FF2B5EF4-FFF2-40B4-BE49-F238E27FC236}">
                <a16:creationId xmlns:a16="http://schemas.microsoft.com/office/drawing/2014/main" id="{429766E8-77CE-4412-BF9B-861F922B3053}"/>
              </a:ext>
            </a:extLst>
          </p:cNvPr>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a:extLst>
              <a:ext uri="{FF2B5EF4-FFF2-40B4-BE49-F238E27FC236}">
                <a16:creationId xmlns:a16="http://schemas.microsoft.com/office/drawing/2014/main" id="{EC59C709-DD3A-4895-80F2-C25F4832082C}"/>
              </a:ext>
            </a:extLst>
          </p:cNvPr>
          <p:cNvSpPr>
            <a:spLocks noGrp="1"/>
          </p:cNvSpPr>
          <p:nvPr>
            <p:ph type="sldNum" sz="quarter" idx="12"/>
          </p:nvPr>
        </p:nvSpPr>
        <p:spPr/>
        <p:txBody>
          <a:bodyPr/>
          <a:lstStyle/>
          <a:p>
            <a:fld id="{B7721D9F-5710-489E-A77D-74868045607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581303594"/>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B3653-A005-461A-837D-448DFF3F5EFD}"/>
              </a:ext>
            </a:extLst>
          </p:cNvPr>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a:extLst>
              <a:ext uri="{FF2B5EF4-FFF2-40B4-BE49-F238E27FC236}">
                <a16:creationId xmlns:a16="http://schemas.microsoft.com/office/drawing/2014/main" id="{90B01DB9-3560-4A5D-9CA0-32DE1207B139}"/>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37DC8D96-BDF6-4089-A3E5-13B89D50E66D}"/>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A367826-6007-46F6-9562-5567AC51A685}"/>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9D729EAD-C5CF-4C2F-9E03-0B5850440258}"/>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46A2F3F-6876-4138-A007-604F2AEA77CA}"/>
              </a:ext>
            </a:extLst>
          </p:cNvPr>
          <p:cNvSpPr>
            <a:spLocks noGrp="1"/>
          </p:cNvSpPr>
          <p:nvPr>
            <p:ph type="dt" sz="half" idx="10"/>
          </p:nvPr>
        </p:nvSpPr>
        <p:spPr/>
        <p:txBody>
          <a:bodyPr/>
          <a:lstStyle/>
          <a:p>
            <a:fld id="{D539717F-9C81-4977-8630-82DBDFF7780C}" type="datetimeFigureOut">
              <a:rPr lang="en-US" smtClean="0">
                <a:solidFill>
                  <a:prstClr val="black">
                    <a:tint val="75000"/>
                  </a:prstClr>
                </a:solidFill>
              </a:rPr>
              <a:pPr/>
              <a:t>10/13/2025</a:t>
            </a:fld>
            <a:endParaRPr lang="en-US">
              <a:solidFill>
                <a:prstClr val="black">
                  <a:tint val="75000"/>
                </a:prstClr>
              </a:solidFill>
            </a:endParaRPr>
          </a:p>
        </p:txBody>
      </p:sp>
      <p:sp>
        <p:nvSpPr>
          <p:cNvPr id="8" name="Footer Placeholder 7">
            <a:extLst>
              <a:ext uri="{FF2B5EF4-FFF2-40B4-BE49-F238E27FC236}">
                <a16:creationId xmlns:a16="http://schemas.microsoft.com/office/drawing/2014/main" id="{5DD8B379-A89F-4305-97B4-91E198461201}"/>
              </a:ext>
            </a:extLst>
          </p:cNvPr>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a:extLst>
              <a:ext uri="{FF2B5EF4-FFF2-40B4-BE49-F238E27FC236}">
                <a16:creationId xmlns:a16="http://schemas.microsoft.com/office/drawing/2014/main" id="{E279678D-3A0A-4F67-ABAC-490A232ECB9F}"/>
              </a:ext>
            </a:extLst>
          </p:cNvPr>
          <p:cNvSpPr>
            <a:spLocks noGrp="1"/>
          </p:cNvSpPr>
          <p:nvPr>
            <p:ph type="sldNum" sz="quarter" idx="12"/>
          </p:nvPr>
        </p:nvSpPr>
        <p:spPr/>
        <p:txBody>
          <a:bodyPr/>
          <a:lstStyle/>
          <a:p>
            <a:fld id="{B7721D9F-5710-489E-A77D-74868045607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28597276"/>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291F4-9B18-4E3E-BE77-7C3632EB4A7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11976C3-7F53-4501-B842-E5B80E281325}"/>
              </a:ext>
            </a:extLst>
          </p:cNvPr>
          <p:cNvSpPr>
            <a:spLocks noGrp="1"/>
          </p:cNvSpPr>
          <p:nvPr>
            <p:ph type="dt" sz="half" idx="10"/>
          </p:nvPr>
        </p:nvSpPr>
        <p:spPr/>
        <p:txBody>
          <a:bodyPr/>
          <a:lstStyle/>
          <a:p>
            <a:fld id="{D539717F-9C81-4977-8630-82DBDFF7780C}" type="datetimeFigureOut">
              <a:rPr lang="en-US" smtClean="0">
                <a:solidFill>
                  <a:prstClr val="black">
                    <a:tint val="75000"/>
                  </a:prstClr>
                </a:solidFill>
              </a:rPr>
              <a:pPr/>
              <a:t>10/13/2025</a:t>
            </a:fld>
            <a:endParaRPr lang="en-US">
              <a:solidFill>
                <a:prstClr val="black">
                  <a:tint val="75000"/>
                </a:prstClr>
              </a:solidFill>
            </a:endParaRPr>
          </a:p>
        </p:txBody>
      </p:sp>
      <p:sp>
        <p:nvSpPr>
          <p:cNvPr id="4" name="Footer Placeholder 3">
            <a:extLst>
              <a:ext uri="{FF2B5EF4-FFF2-40B4-BE49-F238E27FC236}">
                <a16:creationId xmlns:a16="http://schemas.microsoft.com/office/drawing/2014/main" id="{D6514DCE-CA83-45BE-A14A-BE766EEC6364}"/>
              </a:ext>
            </a:extLst>
          </p:cNvPr>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a:extLst>
              <a:ext uri="{FF2B5EF4-FFF2-40B4-BE49-F238E27FC236}">
                <a16:creationId xmlns:a16="http://schemas.microsoft.com/office/drawing/2014/main" id="{57A1343C-AB93-4C9D-8EB6-E35122FEEB94}"/>
              </a:ext>
            </a:extLst>
          </p:cNvPr>
          <p:cNvSpPr>
            <a:spLocks noGrp="1"/>
          </p:cNvSpPr>
          <p:nvPr>
            <p:ph type="sldNum" sz="quarter" idx="12"/>
          </p:nvPr>
        </p:nvSpPr>
        <p:spPr/>
        <p:txBody>
          <a:bodyPr/>
          <a:lstStyle/>
          <a:p>
            <a:fld id="{B7721D9F-5710-489E-A77D-74868045607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319893180"/>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FF957BE-050A-4790-9AAD-9ACBB2DE553F}"/>
              </a:ext>
            </a:extLst>
          </p:cNvPr>
          <p:cNvSpPr>
            <a:spLocks noGrp="1"/>
          </p:cNvSpPr>
          <p:nvPr>
            <p:ph type="dt" sz="half" idx="10"/>
          </p:nvPr>
        </p:nvSpPr>
        <p:spPr/>
        <p:txBody>
          <a:bodyPr/>
          <a:lstStyle/>
          <a:p>
            <a:fld id="{D539717F-9C81-4977-8630-82DBDFF7780C}" type="datetimeFigureOut">
              <a:rPr lang="en-US" smtClean="0">
                <a:solidFill>
                  <a:prstClr val="black">
                    <a:tint val="75000"/>
                  </a:prstClr>
                </a:solidFill>
              </a:rPr>
              <a:pPr/>
              <a:t>10/13/2025</a:t>
            </a:fld>
            <a:endParaRPr lang="en-US">
              <a:solidFill>
                <a:prstClr val="black">
                  <a:tint val="75000"/>
                </a:prstClr>
              </a:solidFill>
            </a:endParaRPr>
          </a:p>
        </p:txBody>
      </p:sp>
      <p:sp>
        <p:nvSpPr>
          <p:cNvPr id="3" name="Footer Placeholder 2">
            <a:extLst>
              <a:ext uri="{FF2B5EF4-FFF2-40B4-BE49-F238E27FC236}">
                <a16:creationId xmlns:a16="http://schemas.microsoft.com/office/drawing/2014/main" id="{C39A2B61-5C90-491B-A9AA-43CF0F053087}"/>
              </a:ext>
            </a:extLst>
          </p:cNvPr>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a:extLst>
              <a:ext uri="{FF2B5EF4-FFF2-40B4-BE49-F238E27FC236}">
                <a16:creationId xmlns:a16="http://schemas.microsoft.com/office/drawing/2014/main" id="{F32ADE15-BE2B-4814-9932-74C6F1069991}"/>
              </a:ext>
            </a:extLst>
          </p:cNvPr>
          <p:cNvSpPr>
            <a:spLocks noGrp="1"/>
          </p:cNvSpPr>
          <p:nvPr>
            <p:ph type="sldNum" sz="quarter" idx="12"/>
          </p:nvPr>
        </p:nvSpPr>
        <p:spPr/>
        <p:txBody>
          <a:bodyPr/>
          <a:lstStyle/>
          <a:p>
            <a:fld id="{B7721D9F-5710-489E-A77D-74868045607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525525322"/>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366D32-F164-483A-AEAB-B02B606A9748}"/>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79E24CF8-D014-48E6-95BB-642E87DF3A91}"/>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41079F3-A39B-4BEB-A4F4-8D684D5FAC79}"/>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63C41FE0-80AD-4B91-B4BE-82B13D96706B}"/>
              </a:ext>
            </a:extLst>
          </p:cNvPr>
          <p:cNvSpPr>
            <a:spLocks noGrp="1"/>
          </p:cNvSpPr>
          <p:nvPr>
            <p:ph type="dt" sz="half" idx="10"/>
          </p:nvPr>
        </p:nvSpPr>
        <p:spPr/>
        <p:txBody>
          <a:bodyPr/>
          <a:lstStyle/>
          <a:p>
            <a:fld id="{D539717F-9C81-4977-8630-82DBDFF7780C}" type="datetimeFigureOut">
              <a:rPr lang="en-US" smtClean="0">
                <a:solidFill>
                  <a:prstClr val="black">
                    <a:tint val="75000"/>
                  </a:prstClr>
                </a:solidFill>
              </a:rPr>
              <a:pPr/>
              <a:t>10/13/2025</a:t>
            </a:fld>
            <a:endParaRPr lang="en-US">
              <a:solidFill>
                <a:prstClr val="black">
                  <a:tint val="75000"/>
                </a:prstClr>
              </a:solidFill>
            </a:endParaRPr>
          </a:p>
        </p:txBody>
      </p:sp>
      <p:sp>
        <p:nvSpPr>
          <p:cNvPr id="6" name="Footer Placeholder 5">
            <a:extLst>
              <a:ext uri="{FF2B5EF4-FFF2-40B4-BE49-F238E27FC236}">
                <a16:creationId xmlns:a16="http://schemas.microsoft.com/office/drawing/2014/main" id="{C4220B5B-E96A-4C89-AA98-4F691E2B1759}"/>
              </a:ext>
            </a:extLst>
          </p:cNvPr>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a:extLst>
              <a:ext uri="{FF2B5EF4-FFF2-40B4-BE49-F238E27FC236}">
                <a16:creationId xmlns:a16="http://schemas.microsoft.com/office/drawing/2014/main" id="{795D6E12-B96F-4FDB-800E-6FEC31B0B750}"/>
              </a:ext>
            </a:extLst>
          </p:cNvPr>
          <p:cNvSpPr>
            <a:spLocks noGrp="1"/>
          </p:cNvSpPr>
          <p:nvPr>
            <p:ph type="sldNum" sz="quarter" idx="12"/>
          </p:nvPr>
        </p:nvSpPr>
        <p:spPr/>
        <p:txBody>
          <a:bodyPr/>
          <a:lstStyle/>
          <a:p>
            <a:fld id="{B7721D9F-5710-489E-A77D-74868045607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89901029"/>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334AD-DA77-46E6-B1B9-475711384DB1}"/>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F769874E-151B-47D6-BEFC-B00C9F4CEF92}"/>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5CDD0433-9150-473B-8D4E-F20598DF651C}"/>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CE8583B3-24FF-4F22-B3A8-DAB669D47C61}"/>
              </a:ext>
            </a:extLst>
          </p:cNvPr>
          <p:cNvSpPr>
            <a:spLocks noGrp="1"/>
          </p:cNvSpPr>
          <p:nvPr>
            <p:ph type="dt" sz="half" idx="10"/>
          </p:nvPr>
        </p:nvSpPr>
        <p:spPr/>
        <p:txBody>
          <a:bodyPr/>
          <a:lstStyle/>
          <a:p>
            <a:fld id="{D539717F-9C81-4977-8630-82DBDFF7780C}" type="datetimeFigureOut">
              <a:rPr lang="en-US" smtClean="0">
                <a:solidFill>
                  <a:prstClr val="black">
                    <a:tint val="75000"/>
                  </a:prstClr>
                </a:solidFill>
              </a:rPr>
              <a:pPr/>
              <a:t>10/13/2025</a:t>
            </a:fld>
            <a:endParaRPr lang="en-US">
              <a:solidFill>
                <a:prstClr val="black">
                  <a:tint val="75000"/>
                </a:prstClr>
              </a:solidFill>
            </a:endParaRPr>
          </a:p>
        </p:txBody>
      </p:sp>
      <p:sp>
        <p:nvSpPr>
          <p:cNvPr id="6" name="Footer Placeholder 5">
            <a:extLst>
              <a:ext uri="{FF2B5EF4-FFF2-40B4-BE49-F238E27FC236}">
                <a16:creationId xmlns:a16="http://schemas.microsoft.com/office/drawing/2014/main" id="{6AFE626A-E2BE-4DCC-8CA7-408A7B92CC0E}"/>
              </a:ext>
            </a:extLst>
          </p:cNvPr>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a:extLst>
              <a:ext uri="{FF2B5EF4-FFF2-40B4-BE49-F238E27FC236}">
                <a16:creationId xmlns:a16="http://schemas.microsoft.com/office/drawing/2014/main" id="{67F01558-50D0-4C40-B84E-57A3E76BC76A}"/>
              </a:ext>
            </a:extLst>
          </p:cNvPr>
          <p:cNvSpPr>
            <a:spLocks noGrp="1"/>
          </p:cNvSpPr>
          <p:nvPr>
            <p:ph type="sldNum" sz="quarter" idx="12"/>
          </p:nvPr>
        </p:nvSpPr>
        <p:spPr/>
        <p:txBody>
          <a:bodyPr/>
          <a:lstStyle/>
          <a:p>
            <a:fld id="{B7721D9F-5710-489E-A77D-74868045607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70956655"/>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F42BD-1777-41A5-9EC7-ED603736096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7823BCD-2F4E-46A6-9460-79D24D9A102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EEF4C9-BD5D-42A5-928E-363F8D4F5B81}"/>
              </a:ext>
            </a:extLst>
          </p:cNvPr>
          <p:cNvSpPr>
            <a:spLocks noGrp="1"/>
          </p:cNvSpPr>
          <p:nvPr>
            <p:ph type="dt" sz="half" idx="10"/>
          </p:nvPr>
        </p:nvSpPr>
        <p:spPr/>
        <p:txBody>
          <a:bodyPr/>
          <a:lstStyle/>
          <a:p>
            <a:fld id="{D539717F-9C81-4977-8630-82DBDFF7780C}" type="datetimeFigureOut">
              <a:rPr lang="en-US" smtClean="0">
                <a:solidFill>
                  <a:prstClr val="black">
                    <a:tint val="75000"/>
                  </a:prstClr>
                </a:solidFill>
              </a:rPr>
              <a:pPr/>
              <a:t>10/13/2025</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DAED6834-A057-4D98-845F-9AC9BF24EF2B}"/>
              </a:ext>
            </a:extLst>
          </p:cNvPr>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8E95562C-CF49-4DD9-BFBC-A6819FB90053}"/>
              </a:ext>
            </a:extLst>
          </p:cNvPr>
          <p:cNvSpPr>
            <a:spLocks noGrp="1"/>
          </p:cNvSpPr>
          <p:nvPr>
            <p:ph type="sldNum" sz="quarter" idx="12"/>
          </p:nvPr>
        </p:nvSpPr>
        <p:spPr/>
        <p:txBody>
          <a:bodyPr/>
          <a:lstStyle/>
          <a:p>
            <a:fld id="{B7721D9F-5710-489E-A77D-74868045607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259590011"/>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019462E-6A48-4C17-8DC7-8A505DE7A744}"/>
              </a:ext>
            </a:extLst>
          </p:cNvPr>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31F50F7-FDFA-4B4C-B9F3-90830E8EC860}"/>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6948E5-2511-44E7-AC5A-E55415C39B1C}"/>
              </a:ext>
            </a:extLst>
          </p:cNvPr>
          <p:cNvSpPr>
            <a:spLocks noGrp="1"/>
          </p:cNvSpPr>
          <p:nvPr>
            <p:ph type="dt" sz="half" idx="10"/>
          </p:nvPr>
        </p:nvSpPr>
        <p:spPr/>
        <p:txBody>
          <a:bodyPr/>
          <a:lstStyle/>
          <a:p>
            <a:fld id="{D539717F-9C81-4977-8630-82DBDFF7780C}" type="datetimeFigureOut">
              <a:rPr lang="en-US" smtClean="0">
                <a:solidFill>
                  <a:prstClr val="black">
                    <a:tint val="75000"/>
                  </a:prstClr>
                </a:solidFill>
              </a:rPr>
              <a:pPr/>
              <a:t>10/13/2025</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B5108831-D4A1-44C0-8FCC-23D0CB3AC201}"/>
              </a:ext>
            </a:extLst>
          </p:cNvPr>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23D0ED23-1E73-4EFB-A63F-EB003CDB11BF}"/>
              </a:ext>
            </a:extLst>
          </p:cNvPr>
          <p:cNvSpPr>
            <a:spLocks noGrp="1"/>
          </p:cNvSpPr>
          <p:nvPr>
            <p:ph type="sldNum" sz="quarter" idx="12"/>
          </p:nvPr>
        </p:nvSpPr>
        <p:spPr/>
        <p:txBody>
          <a:bodyPr/>
          <a:lstStyle/>
          <a:p>
            <a:fld id="{B7721D9F-5710-489E-A77D-74868045607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931542176"/>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189" lvl="0" indent="-342892">
              <a:spcBef>
                <a:spcPts val="0"/>
              </a:spcBef>
              <a:spcAft>
                <a:spcPts val="0"/>
              </a:spcAft>
              <a:buSzPts val="1800"/>
              <a:buChar char="●"/>
              <a:defRPr/>
            </a:lvl1pPr>
            <a:lvl2pPr marL="914378" lvl="1" indent="-317492">
              <a:spcBef>
                <a:spcPts val="1600"/>
              </a:spcBef>
              <a:spcAft>
                <a:spcPts val="0"/>
              </a:spcAft>
              <a:buSzPts val="1400"/>
              <a:buChar char="○"/>
              <a:defRPr/>
            </a:lvl2pPr>
            <a:lvl3pPr marL="1371566" lvl="2" indent="-317492">
              <a:spcBef>
                <a:spcPts val="1600"/>
              </a:spcBef>
              <a:spcAft>
                <a:spcPts val="0"/>
              </a:spcAft>
              <a:buSzPts val="1400"/>
              <a:buChar char="■"/>
              <a:defRPr/>
            </a:lvl3pPr>
            <a:lvl4pPr marL="1828754" lvl="3" indent="-317492">
              <a:spcBef>
                <a:spcPts val="1600"/>
              </a:spcBef>
              <a:spcAft>
                <a:spcPts val="0"/>
              </a:spcAft>
              <a:buSzPts val="1400"/>
              <a:buChar char="●"/>
              <a:defRPr/>
            </a:lvl4pPr>
            <a:lvl5pPr marL="2285943" lvl="4" indent="-317492">
              <a:spcBef>
                <a:spcPts val="1600"/>
              </a:spcBef>
              <a:spcAft>
                <a:spcPts val="0"/>
              </a:spcAft>
              <a:buSzPts val="1400"/>
              <a:buChar char="○"/>
              <a:defRPr/>
            </a:lvl5pPr>
            <a:lvl6pPr marL="2743132" lvl="5" indent="-317492">
              <a:spcBef>
                <a:spcPts val="1600"/>
              </a:spcBef>
              <a:spcAft>
                <a:spcPts val="0"/>
              </a:spcAft>
              <a:buSzPts val="1400"/>
              <a:buChar char="■"/>
              <a:defRPr/>
            </a:lvl6pPr>
            <a:lvl7pPr marL="3200320" lvl="6" indent="-317492">
              <a:spcBef>
                <a:spcPts val="1600"/>
              </a:spcBef>
              <a:spcAft>
                <a:spcPts val="0"/>
              </a:spcAft>
              <a:buSzPts val="1400"/>
              <a:buChar char="●"/>
              <a:defRPr/>
            </a:lvl7pPr>
            <a:lvl8pPr marL="3657509" lvl="7" indent="-317492">
              <a:spcBef>
                <a:spcPts val="1600"/>
              </a:spcBef>
              <a:spcAft>
                <a:spcPts val="0"/>
              </a:spcAft>
              <a:buSzPts val="1400"/>
              <a:buChar char="○"/>
              <a:defRPr/>
            </a:lvl8pPr>
            <a:lvl9pPr marL="4114697" lvl="8" indent="-317492">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hu" smtClean="0">
                <a:solidFill>
                  <a:prstClr val="black">
                    <a:tint val="75000"/>
                  </a:prstClr>
                </a:solidFill>
              </a:rPr>
              <a:pPr/>
              <a:t>‹#›</a:t>
            </a:fld>
            <a:endParaRPr lang="hu">
              <a:solidFill>
                <a:prstClr val="black">
                  <a:tint val="75000"/>
                </a:prstClr>
              </a:solidFill>
            </a:endParaRPr>
          </a:p>
        </p:txBody>
      </p:sp>
    </p:spTree>
    <p:extLst>
      <p:ext uri="{BB962C8B-B14F-4D97-AF65-F5344CB8AC3E}">
        <p14:creationId xmlns:p14="http://schemas.microsoft.com/office/powerpoint/2010/main" val="246431137"/>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matchingName="Section header" type="secHead">
  <p:cSld name="1_Section 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hu" smtClean="0">
                <a:solidFill>
                  <a:prstClr val="black">
                    <a:tint val="75000"/>
                  </a:prstClr>
                </a:solidFill>
              </a:rPr>
              <a:pPr/>
              <a:t>‹#›</a:t>
            </a:fld>
            <a:endParaRPr lang="hu">
              <a:solidFill>
                <a:prstClr val="black">
                  <a:tint val="75000"/>
                </a:prstClr>
              </a:solidFill>
            </a:endParaRPr>
          </a:p>
        </p:txBody>
      </p:sp>
    </p:spTree>
    <p:extLst>
      <p:ext uri="{BB962C8B-B14F-4D97-AF65-F5344CB8AC3E}">
        <p14:creationId xmlns:p14="http://schemas.microsoft.com/office/powerpoint/2010/main" val="98468960"/>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userDrawn="1">
  <p:cSld name="Cover-Black">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39377C-8642-441F-BDC6-500DB01AD362}"/>
              </a:ext>
            </a:extLst>
          </p:cNvPr>
          <p:cNvSpPr/>
          <p:nvPr userDrawn="1"/>
        </p:nvSpPr>
        <p:spPr bwMode="auto">
          <a:xfrm>
            <a:off x="0" y="0"/>
            <a:ext cx="9144000" cy="5143500"/>
          </a:xfrm>
          <a:prstGeom prst="rect">
            <a:avLst/>
          </a:prstGeom>
          <a:solidFill>
            <a:schemeClr val="tx1"/>
          </a:solidFill>
          <a:ln>
            <a:noFill/>
          </a:ln>
          <a:effectLst/>
        </p:spPr>
        <p:txBody>
          <a:bodyPr wrap="none"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prstClr val="white"/>
              </a:solidFill>
              <a:effectLst/>
              <a:uLnTx/>
              <a:uFillTx/>
              <a:latin typeface="Calibri Light" panose="020F0302020204030204" pitchFamily="34" charset="0"/>
              <a:ea typeface="Human Sans ExtraLight" charset="0"/>
              <a:cs typeface="Human Sans ExtraLight" charset="0"/>
            </a:endParaRPr>
          </a:p>
        </p:txBody>
      </p:sp>
      <p:sp>
        <p:nvSpPr>
          <p:cNvPr id="5" name="Text Placeholder 4">
            <a:extLst>
              <a:ext uri="{FF2B5EF4-FFF2-40B4-BE49-F238E27FC236}">
                <a16:creationId xmlns:a16="http://schemas.microsoft.com/office/drawing/2014/main" id="{A2159C2A-0FC8-422F-92E4-B92935AAE5A0}"/>
              </a:ext>
            </a:extLst>
          </p:cNvPr>
          <p:cNvSpPr>
            <a:spLocks noGrp="1"/>
          </p:cNvSpPr>
          <p:nvPr>
            <p:ph type="body" sz="quarter" idx="10" hasCustomPrompt="1"/>
          </p:nvPr>
        </p:nvSpPr>
        <p:spPr>
          <a:xfrm>
            <a:off x="351581" y="1371600"/>
            <a:ext cx="4867275" cy="1938992"/>
          </a:xfrm>
          <a:prstGeom prst="rect">
            <a:avLst/>
          </a:prstGeom>
        </p:spPr>
        <p:txBody>
          <a:bodyPr>
            <a:spAutoFit/>
          </a:bodyPr>
          <a:lstStyle>
            <a:lvl1pPr>
              <a:lnSpc>
                <a:spcPct val="100000"/>
              </a:lnSpc>
              <a:spcBef>
                <a:spcPts val="0"/>
              </a:spcBef>
              <a:defRPr sz="6000">
                <a:solidFill>
                  <a:schemeClr val="bg1"/>
                </a:solidFill>
                <a:latin typeface="Calibri Light" panose="020F0302020204030204" pitchFamily="34" charset="0"/>
                <a:cs typeface="Calibri Light" panose="020F0302020204030204" pitchFamily="34" charset="0"/>
              </a:defRPr>
            </a:lvl1pPr>
            <a:lvl2pPr>
              <a:buNone/>
              <a:defRPr/>
            </a:lvl2pPr>
          </a:lstStyle>
          <a:p>
            <a:pPr lvl="0"/>
            <a:r>
              <a:rPr lang="en-US"/>
              <a:t>Cover with </a:t>
            </a:r>
            <a:br>
              <a:rPr lang="en-US"/>
            </a:br>
            <a:r>
              <a:rPr lang="en-US"/>
              <a:t>text two lines</a:t>
            </a:r>
          </a:p>
        </p:txBody>
      </p:sp>
      <p:sp>
        <p:nvSpPr>
          <p:cNvPr id="13" name="Text Placeholder 4">
            <a:extLst>
              <a:ext uri="{FF2B5EF4-FFF2-40B4-BE49-F238E27FC236}">
                <a16:creationId xmlns:a16="http://schemas.microsoft.com/office/drawing/2014/main" id="{B8E369A2-FC86-4140-9080-E549260B9180}"/>
              </a:ext>
            </a:extLst>
          </p:cNvPr>
          <p:cNvSpPr>
            <a:spLocks noGrp="1"/>
          </p:cNvSpPr>
          <p:nvPr>
            <p:ph type="body" sz="quarter" idx="11" hasCustomPrompt="1"/>
          </p:nvPr>
        </p:nvSpPr>
        <p:spPr>
          <a:xfrm>
            <a:off x="351581" y="3497580"/>
            <a:ext cx="4867275" cy="646331"/>
          </a:xfrm>
          <a:prstGeom prst="rect">
            <a:avLst/>
          </a:prstGeom>
        </p:spPr>
        <p:txBody>
          <a:bodyPr>
            <a:spAutoFit/>
          </a:bodyPr>
          <a:lstStyle>
            <a:lvl1pPr>
              <a:lnSpc>
                <a:spcPct val="100000"/>
              </a:lnSpc>
              <a:spcBef>
                <a:spcPts val="0"/>
              </a:spcBef>
              <a:defRPr sz="1800">
                <a:solidFill>
                  <a:schemeClr val="bg1"/>
                </a:solidFill>
                <a:latin typeface="Calibri Light" panose="020F0302020204030204" pitchFamily="34" charset="0"/>
                <a:cs typeface="Calibri Light" panose="020F0302020204030204" pitchFamily="34" charset="0"/>
              </a:defRPr>
            </a:lvl1pPr>
            <a:lvl2pPr>
              <a:buNone/>
              <a:defRPr/>
            </a:lvl2pPr>
          </a:lstStyle>
          <a:p>
            <a:pPr lvl="0"/>
            <a:r>
              <a:rPr lang="en-US">
                <a:effectLst/>
              </a:rPr>
              <a:t>Sub-description text goes here over one or two lines</a:t>
            </a:r>
            <a:endParaRPr lang="en-US"/>
          </a:p>
        </p:txBody>
      </p:sp>
      <p:sp>
        <p:nvSpPr>
          <p:cNvPr id="14" name="Text Placeholder 4">
            <a:extLst>
              <a:ext uri="{FF2B5EF4-FFF2-40B4-BE49-F238E27FC236}">
                <a16:creationId xmlns:a16="http://schemas.microsoft.com/office/drawing/2014/main" id="{2F6A18E7-9305-4C6B-A5A3-4962D30A22A2}"/>
              </a:ext>
            </a:extLst>
          </p:cNvPr>
          <p:cNvSpPr>
            <a:spLocks noGrp="1"/>
          </p:cNvSpPr>
          <p:nvPr>
            <p:ph type="body" sz="quarter" idx="12" hasCustomPrompt="1"/>
          </p:nvPr>
        </p:nvSpPr>
        <p:spPr>
          <a:xfrm>
            <a:off x="351581" y="3934043"/>
            <a:ext cx="4867275" cy="253916"/>
          </a:xfrm>
          <a:prstGeom prst="rect">
            <a:avLst/>
          </a:prstGeom>
        </p:spPr>
        <p:txBody>
          <a:bodyPr>
            <a:spAutoFit/>
          </a:bodyPr>
          <a:lstStyle>
            <a:lvl1pPr>
              <a:lnSpc>
                <a:spcPct val="100000"/>
              </a:lnSpc>
              <a:spcBef>
                <a:spcPts val="0"/>
              </a:spcBef>
              <a:defRPr sz="1050" spc="225">
                <a:solidFill>
                  <a:schemeClr val="bg2"/>
                </a:solidFill>
              </a:defRPr>
            </a:lvl1pPr>
            <a:lvl2pPr>
              <a:buNone/>
              <a:defRPr/>
            </a:lvl2pPr>
          </a:lstStyle>
          <a:p>
            <a:pPr lvl="0"/>
            <a:r>
              <a:rPr lang="en-US">
                <a:effectLst/>
              </a:rPr>
              <a:t>23 OCTOBER 2020</a:t>
            </a:r>
            <a:endParaRPr lang="en-US"/>
          </a:p>
        </p:txBody>
      </p:sp>
      <p:pic>
        <p:nvPicPr>
          <p:cNvPr id="2" name="Graphic 1">
            <a:extLst>
              <a:ext uri="{FF2B5EF4-FFF2-40B4-BE49-F238E27FC236}">
                <a16:creationId xmlns:a16="http://schemas.microsoft.com/office/drawing/2014/main" id="{3421FFBE-FD73-4914-B88C-A205297E29C5}"/>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351582" y="457574"/>
            <a:ext cx="802848" cy="282942"/>
          </a:xfrm>
          <a:prstGeom prst="rect">
            <a:avLst/>
          </a:prstGeom>
        </p:spPr>
      </p:pic>
    </p:spTree>
    <p:extLst>
      <p:ext uri="{BB962C8B-B14F-4D97-AF65-F5344CB8AC3E}">
        <p14:creationId xmlns:p14="http://schemas.microsoft.com/office/powerpoint/2010/main" val="700324093"/>
      </p:ext>
    </p:extLst>
  </p:cSld>
  <p:clrMapOvr>
    <a:masterClrMapping/>
  </p:clrMapOvr>
  <p:extLst>
    <p:ext uri="{DCECCB84-F9BA-43D5-87BE-67443E8EF086}">
      <p15:sldGuideLst xmlns:p15="http://schemas.microsoft.com/office/powerpoint/2012/main"/>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502B2-F284-42C7-BF23-CCEE44F2B7B1}"/>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FF4FAABB-DD28-4B0D-BB2E-2EE53DD24CDB}"/>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234F4F07-6053-4317-B55E-1D8F93E08F2F}"/>
              </a:ext>
            </a:extLst>
          </p:cNvPr>
          <p:cNvSpPr>
            <a:spLocks noGrp="1"/>
          </p:cNvSpPr>
          <p:nvPr>
            <p:ph type="dt" sz="half" idx="10"/>
          </p:nvPr>
        </p:nvSpPr>
        <p:spPr/>
        <p:txBody>
          <a:bodyPr/>
          <a:lstStyle/>
          <a:p>
            <a:fld id="{D539717F-9C81-4977-8630-82DBDFF7780C}" type="datetimeFigureOut">
              <a:rPr lang="en-US" smtClean="0">
                <a:solidFill>
                  <a:prstClr val="black">
                    <a:tint val="75000"/>
                  </a:prstClr>
                </a:solidFill>
              </a:rPr>
              <a:pPr/>
              <a:t>10/13/2025</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CD1FE604-CBCE-4777-AE62-25DC98B7E5F4}"/>
              </a:ext>
            </a:extLst>
          </p:cNvPr>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1B1D02A6-457F-4DCA-A413-29DB2CE1F99C}"/>
              </a:ext>
            </a:extLst>
          </p:cNvPr>
          <p:cNvSpPr>
            <a:spLocks noGrp="1"/>
          </p:cNvSpPr>
          <p:nvPr>
            <p:ph type="sldNum" sz="quarter" idx="12"/>
          </p:nvPr>
        </p:nvSpPr>
        <p:spPr/>
        <p:txBody>
          <a:bodyPr/>
          <a:lstStyle/>
          <a:p>
            <a:fld id="{B7721D9F-5710-489E-A77D-74868045607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842037155"/>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1E9E6-CAEE-48AB-8255-CC8B68845DE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1454F85-7734-4C72-956D-22384833979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AE84A4-EE5F-4986-8227-6BC9F5F0407E}"/>
              </a:ext>
            </a:extLst>
          </p:cNvPr>
          <p:cNvSpPr>
            <a:spLocks noGrp="1"/>
          </p:cNvSpPr>
          <p:nvPr>
            <p:ph type="dt" sz="half" idx="10"/>
          </p:nvPr>
        </p:nvSpPr>
        <p:spPr/>
        <p:txBody>
          <a:bodyPr/>
          <a:lstStyle/>
          <a:p>
            <a:fld id="{D539717F-9C81-4977-8630-82DBDFF7780C}" type="datetimeFigureOut">
              <a:rPr lang="en-US" smtClean="0">
                <a:solidFill>
                  <a:prstClr val="black">
                    <a:tint val="75000"/>
                  </a:prstClr>
                </a:solidFill>
              </a:rPr>
              <a:pPr/>
              <a:t>10/13/2025</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55A7F0AC-4718-42F7-8F19-9E298D670825}"/>
              </a:ext>
            </a:extLst>
          </p:cNvPr>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509C72F1-983C-4465-9250-2E580243CB03}"/>
              </a:ext>
            </a:extLst>
          </p:cNvPr>
          <p:cNvSpPr>
            <a:spLocks noGrp="1"/>
          </p:cNvSpPr>
          <p:nvPr>
            <p:ph type="sldNum" sz="quarter" idx="12"/>
          </p:nvPr>
        </p:nvSpPr>
        <p:spPr/>
        <p:txBody>
          <a:bodyPr/>
          <a:lstStyle/>
          <a:p>
            <a:fld id="{B7721D9F-5710-489E-A77D-74868045607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457441225"/>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E42CB-A01B-443E-A576-5C2046DF6E41}"/>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91F6ACC7-4455-4707-B27E-4F806170E09B}"/>
              </a:ext>
            </a:extLst>
          </p:cNvPr>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49A51E-3083-48AB-9B8F-B04094B42891}"/>
              </a:ext>
            </a:extLst>
          </p:cNvPr>
          <p:cNvSpPr>
            <a:spLocks noGrp="1"/>
          </p:cNvSpPr>
          <p:nvPr>
            <p:ph type="dt" sz="half" idx="10"/>
          </p:nvPr>
        </p:nvSpPr>
        <p:spPr/>
        <p:txBody>
          <a:bodyPr/>
          <a:lstStyle/>
          <a:p>
            <a:fld id="{D539717F-9C81-4977-8630-82DBDFF7780C}" type="datetimeFigureOut">
              <a:rPr lang="en-US" smtClean="0">
                <a:solidFill>
                  <a:prstClr val="black">
                    <a:tint val="75000"/>
                  </a:prstClr>
                </a:solidFill>
              </a:rPr>
              <a:pPr/>
              <a:t>10/13/2025</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E452B75E-BEF3-4403-8572-CDE17A9826AC}"/>
              </a:ext>
            </a:extLst>
          </p:cNvPr>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B38B1BE4-5F21-4AC3-B756-315FCC76F838}"/>
              </a:ext>
            </a:extLst>
          </p:cNvPr>
          <p:cNvSpPr>
            <a:spLocks noGrp="1"/>
          </p:cNvSpPr>
          <p:nvPr>
            <p:ph type="sldNum" sz="quarter" idx="12"/>
          </p:nvPr>
        </p:nvSpPr>
        <p:spPr/>
        <p:txBody>
          <a:bodyPr/>
          <a:lstStyle/>
          <a:p>
            <a:fld id="{B7721D9F-5710-489E-A77D-74868045607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71798562"/>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67B0F-90CC-4AB6-8180-0D3E8038A1F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D97ECF8-20E8-47D3-991E-05925C53E7D7}"/>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BDCDDDF-0D5D-414D-8238-2A4D8313CB90}"/>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A3BC3EF-F6CA-4A2A-B28D-E19A2A2256C5}"/>
              </a:ext>
            </a:extLst>
          </p:cNvPr>
          <p:cNvSpPr>
            <a:spLocks noGrp="1"/>
          </p:cNvSpPr>
          <p:nvPr>
            <p:ph type="dt" sz="half" idx="10"/>
          </p:nvPr>
        </p:nvSpPr>
        <p:spPr/>
        <p:txBody>
          <a:bodyPr/>
          <a:lstStyle/>
          <a:p>
            <a:fld id="{D539717F-9C81-4977-8630-82DBDFF7780C}" type="datetimeFigureOut">
              <a:rPr lang="en-US" smtClean="0">
                <a:solidFill>
                  <a:prstClr val="black">
                    <a:tint val="75000"/>
                  </a:prstClr>
                </a:solidFill>
              </a:rPr>
              <a:pPr/>
              <a:t>10/13/2025</a:t>
            </a:fld>
            <a:endParaRPr lang="en-US">
              <a:solidFill>
                <a:prstClr val="black">
                  <a:tint val="75000"/>
                </a:prstClr>
              </a:solidFill>
            </a:endParaRPr>
          </a:p>
        </p:txBody>
      </p:sp>
      <p:sp>
        <p:nvSpPr>
          <p:cNvPr id="6" name="Footer Placeholder 5">
            <a:extLst>
              <a:ext uri="{FF2B5EF4-FFF2-40B4-BE49-F238E27FC236}">
                <a16:creationId xmlns:a16="http://schemas.microsoft.com/office/drawing/2014/main" id="{429766E8-77CE-4412-BF9B-861F922B3053}"/>
              </a:ext>
            </a:extLst>
          </p:cNvPr>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a:extLst>
              <a:ext uri="{FF2B5EF4-FFF2-40B4-BE49-F238E27FC236}">
                <a16:creationId xmlns:a16="http://schemas.microsoft.com/office/drawing/2014/main" id="{EC59C709-DD3A-4895-80F2-C25F4832082C}"/>
              </a:ext>
            </a:extLst>
          </p:cNvPr>
          <p:cNvSpPr>
            <a:spLocks noGrp="1"/>
          </p:cNvSpPr>
          <p:nvPr>
            <p:ph type="sldNum" sz="quarter" idx="12"/>
          </p:nvPr>
        </p:nvSpPr>
        <p:spPr/>
        <p:txBody>
          <a:bodyPr/>
          <a:lstStyle/>
          <a:p>
            <a:fld id="{B7721D9F-5710-489E-A77D-74868045607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766746176"/>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B3653-A005-461A-837D-448DFF3F5EFD}"/>
              </a:ext>
            </a:extLst>
          </p:cNvPr>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a:extLst>
              <a:ext uri="{FF2B5EF4-FFF2-40B4-BE49-F238E27FC236}">
                <a16:creationId xmlns:a16="http://schemas.microsoft.com/office/drawing/2014/main" id="{90B01DB9-3560-4A5D-9CA0-32DE1207B139}"/>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37DC8D96-BDF6-4089-A3E5-13B89D50E66D}"/>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A367826-6007-46F6-9562-5567AC51A685}"/>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9D729EAD-C5CF-4C2F-9E03-0B5850440258}"/>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46A2F3F-6876-4138-A007-604F2AEA77CA}"/>
              </a:ext>
            </a:extLst>
          </p:cNvPr>
          <p:cNvSpPr>
            <a:spLocks noGrp="1"/>
          </p:cNvSpPr>
          <p:nvPr>
            <p:ph type="dt" sz="half" idx="10"/>
          </p:nvPr>
        </p:nvSpPr>
        <p:spPr/>
        <p:txBody>
          <a:bodyPr/>
          <a:lstStyle/>
          <a:p>
            <a:fld id="{D539717F-9C81-4977-8630-82DBDFF7780C}" type="datetimeFigureOut">
              <a:rPr lang="en-US" smtClean="0">
                <a:solidFill>
                  <a:prstClr val="black">
                    <a:tint val="75000"/>
                  </a:prstClr>
                </a:solidFill>
              </a:rPr>
              <a:pPr/>
              <a:t>10/13/2025</a:t>
            </a:fld>
            <a:endParaRPr lang="en-US">
              <a:solidFill>
                <a:prstClr val="black">
                  <a:tint val="75000"/>
                </a:prstClr>
              </a:solidFill>
            </a:endParaRPr>
          </a:p>
        </p:txBody>
      </p:sp>
      <p:sp>
        <p:nvSpPr>
          <p:cNvPr id="8" name="Footer Placeholder 7">
            <a:extLst>
              <a:ext uri="{FF2B5EF4-FFF2-40B4-BE49-F238E27FC236}">
                <a16:creationId xmlns:a16="http://schemas.microsoft.com/office/drawing/2014/main" id="{5DD8B379-A89F-4305-97B4-91E198461201}"/>
              </a:ext>
            </a:extLst>
          </p:cNvPr>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a:extLst>
              <a:ext uri="{FF2B5EF4-FFF2-40B4-BE49-F238E27FC236}">
                <a16:creationId xmlns:a16="http://schemas.microsoft.com/office/drawing/2014/main" id="{E279678D-3A0A-4F67-ABAC-490A232ECB9F}"/>
              </a:ext>
            </a:extLst>
          </p:cNvPr>
          <p:cNvSpPr>
            <a:spLocks noGrp="1"/>
          </p:cNvSpPr>
          <p:nvPr>
            <p:ph type="sldNum" sz="quarter" idx="12"/>
          </p:nvPr>
        </p:nvSpPr>
        <p:spPr/>
        <p:txBody>
          <a:bodyPr/>
          <a:lstStyle/>
          <a:p>
            <a:fld id="{B7721D9F-5710-489E-A77D-74868045607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55214938"/>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291F4-9B18-4E3E-BE77-7C3632EB4A7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11976C3-7F53-4501-B842-E5B80E281325}"/>
              </a:ext>
            </a:extLst>
          </p:cNvPr>
          <p:cNvSpPr>
            <a:spLocks noGrp="1"/>
          </p:cNvSpPr>
          <p:nvPr>
            <p:ph type="dt" sz="half" idx="10"/>
          </p:nvPr>
        </p:nvSpPr>
        <p:spPr/>
        <p:txBody>
          <a:bodyPr/>
          <a:lstStyle/>
          <a:p>
            <a:fld id="{D539717F-9C81-4977-8630-82DBDFF7780C}" type="datetimeFigureOut">
              <a:rPr lang="en-US" smtClean="0">
                <a:solidFill>
                  <a:prstClr val="black">
                    <a:tint val="75000"/>
                  </a:prstClr>
                </a:solidFill>
              </a:rPr>
              <a:pPr/>
              <a:t>10/13/2025</a:t>
            </a:fld>
            <a:endParaRPr lang="en-US">
              <a:solidFill>
                <a:prstClr val="black">
                  <a:tint val="75000"/>
                </a:prstClr>
              </a:solidFill>
            </a:endParaRPr>
          </a:p>
        </p:txBody>
      </p:sp>
      <p:sp>
        <p:nvSpPr>
          <p:cNvPr id="4" name="Footer Placeholder 3">
            <a:extLst>
              <a:ext uri="{FF2B5EF4-FFF2-40B4-BE49-F238E27FC236}">
                <a16:creationId xmlns:a16="http://schemas.microsoft.com/office/drawing/2014/main" id="{D6514DCE-CA83-45BE-A14A-BE766EEC6364}"/>
              </a:ext>
            </a:extLst>
          </p:cNvPr>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a:extLst>
              <a:ext uri="{FF2B5EF4-FFF2-40B4-BE49-F238E27FC236}">
                <a16:creationId xmlns:a16="http://schemas.microsoft.com/office/drawing/2014/main" id="{57A1343C-AB93-4C9D-8EB6-E35122FEEB94}"/>
              </a:ext>
            </a:extLst>
          </p:cNvPr>
          <p:cNvSpPr>
            <a:spLocks noGrp="1"/>
          </p:cNvSpPr>
          <p:nvPr>
            <p:ph type="sldNum" sz="quarter" idx="12"/>
          </p:nvPr>
        </p:nvSpPr>
        <p:spPr/>
        <p:txBody>
          <a:bodyPr/>
          <a:lstStyle/>
          <a:p>
            <a:fld id="{B7721D9F-5710-489E-A77D-74868045607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908197916"/>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FF957BE-050A-4790-9AAD-9ACBB2DE553F}"/>
              </a:ext>
            </a:extLst>
          </p:cNvPr>
          <p:cNvSpPr>
            <a:spLocks noGrp="1"/>
          </p:cNvSpPr>
          <p:nvPr>
            <p:ph type="dt" sz="half" idx="10"/>
          </p:nvPr>
        </p:nvSpPr>
        <p:spPr/>
        <p:txBody>
          <a:bodyPr/>
          <a:lstStyle/>
          <a:p>
            <a:fld id="{D539717F-9C81-4977-8630-82DBDFF7780C}" type="datetimeFigureOut">
              <a:rPr lang="en-US" smtClean="0">
                <a:solidFill>
                  <a:prstClr val="black">
                    <a:tint val="75000"/>
                  </a:prstClr>
                </a:solidFill>
              </a:rPr>
              <a:pPr/>
              <a:t>10/13/2025</a:t>
            </a:fld>
            <a:endParaRPr lang="en-US">
              <a:solidFill>
                <a:prstClr val="black">
                  <a:tint val="75000"/>
                </a:prstClr>
              </a:solidFill>
            </a:endParaRPr>
          </a:p>
        </p:txBody>
      </p:sp>
      <p:sp>
        <p:nvSpPr>
          <p:cNvPr id="3" name="Footer Placeholder 2">
            <a:extLst>
              <a:ext uri="{FF2B5EF4-FFF2-40B4-BE49-F238E27FC236}">
                <a16:creationId xmlns:a16="http://schemas.microsoft.com/office/drawing/2014/main" id="{C39A2B61-5C90-491B-A9AA-43CF0F053087}"/>
              </a:ext>
            </a:extLst>
          </p:cNvPr>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a:extLst>
              <a:ext uri="{FF2B5EF4-FFF2-40B4-BE49-F238E27FC236}">
                <a16:creationId xmlns:a16="http://schemas.microsoft.com/office/drawing/2014/main" id="{F32ADE15-BE2B-4814-9932-74C6F1069991}"/>
              </a:ext>
            </a:extLst>
          </p:cNvPr>
          <p:cNvSpPr>
            <a:spLocks noGrp="1"/>
          </p:cNvSpPr>
          <p:nvPr>
            <p:ph type="sldNum" sz="quarter" idx="12"/>
          </p:nvPr>
        </p:nvSpPr>
        <p:spPr/>
        <p:txBody>
          <a:bodyPr/>
          <a:lstStyle/>
          <a:p>
            <a:fld id="{B7721D9F-5710-489E-A77D-74868045607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299453915"/>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366D32-F164-483A-AEAB-B02B606A9748}"/>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79E24CF8-D014-48E6-95BB-642E87DF3A91}"/>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41079F3-A39B-4BEB-A4F4-8D684D5FAC79}"/>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63C41FE0-80AD-4B91-B4BE-82B13D96706B}"/>
              </a:ext>
            </a:extLst>
          </p:cNvPr>
          <p:cNvSpPr>
            <a:spLocks noGrp="1"/>
          </p:cNvSpPr>
          <p:nvPr>
            <p:ph type="dt" sz="half" idx="10"/>
          </p:nvPr>
        </p:nvSpPr>
        <p:spPr/>
        <p:txBody>
          <a:bodyPr/>
          <a:lstStyle/>
          <a:p>
            <a:fld id="{D539717F-9C81-4977-8630-82DBDFF7780C}" type="datetimeFigureOut">
              <a:rPr lang="en-US" smtClean="0">
                <a:solidFill>
                  <a:prstClr val="black">
                    <a:tint val="75000"/>
                  </a:prstClr>
                </a:solidFill>
              </a:rPr>
              <a:pPr/>
              <a:t>10/13/2025</a:t>
            </a:fld>
            <a:endParaRPr lang="en-US">
              <a:solidFill>
                <a:prstClr val="black">
                  <a:tint val="75000"/>
                </a:prstClr>
              </a:solidFill>
            </a:endParaRPr>
          </a:p>
        </p:txBody>
      </p:sp>
      <p:sp>
        <p:nvSpPr>
          <p:cNvPr id="6" name="Footer Placeholder 5">
            <a:extLst>
              <a:ext uri="{FF2B5EF4-FFF2-40B4-BE49-F238E27FC236}">
                <a16:creationId xmlns:a16="http://schemas.microsoft.com/office/drawing/2014/main" id="{C4220B5B-E96A-4C89-AA98-4F691E2B1759}"/>
              </a:ext>
            </a:extLst>
          </p:cNvPr>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a:extLst>
              <a:ext uri="{FF2B5EF4-FFF2-40B4-BE49-F238E27FC236}">
                <a16:creationId xmlns:a16="http://schemas.microsoft.com/office/drawing/2014/main" id="{795D6E12-B96F-4FDB-800E-6FEC31B0B750}"/>
              </a:ext>
            </a:extLst>
          </p:cNvPr>
          <p:cNvSpPr>
            <a:spLocks noGrp="1"/>
          </p:cNvSpPr>
          <p:nvPr>
            <p:ph type="sldNum" sz="quarter" idx="12"/>
          </p:nvPr>
        </p:nvSpPr>
        <p:spPr/>
        <p:txBody>
          <a:bodyPr/>
          <a:lstStyle/>
          <a:p>
            <a:fld id="{B7721D9F-5710-489E-A77D-74868045607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331665261"/>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334AD-DA77-46E6-B1B9-475711384DB1}"/>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F769874E-151B-47D6-BEFC-B00C9F4CEF92}"/>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5CDD0433-9150-473B-8D4E-F20598DF651C}"/>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CE8583B3-24FF-4F22-B3A8-DAB669D47C61}"/>
              </a:ext>
            </a:extLst>
          </p:cNvPr>
          <p:cNvSpPr>
            <a:spLocks noGrp="1"/>
          </p:cNvSpPr>
          <p:nvPr>
            <p:ph type="dt" sz="half" idx="10"/>
          </p:nvPr>
        </p:nvSpPr>
        <p:spPr/>
        <p:txBody>
          <a:bodyPr/>
          <a:lstStyle/>
          <a:p>
            <a:fld id="{D539717F-9C81-4977-8630-82DBDFF7780C}" type="datetimeFigureOut">
              <a:rPr lang="en-US" smtClean="0">
                <a:solidFill>
                  <a:prstClr val="black">
                    <a:tint val="75000"/>
                  </a:prstClr>
                </a:solidFill>
              </a:rPr>
              <a:pPr/>
              <a:t>10/13/2025</a:t>
            </a:fld>
            <a:endParaRPr lang="en-US">
              <a:solidFill>
                <a:prstClr val="black">
                  <a:tint val="75000"/>
                </a:prstClr>
              </a:solidFill>
            </a:endParaRPr>
          </a:p>
        </p:txBody>
      </p:sp>
      <p:sp>
        <p:nvSpPr>
          <p:cNvPr id="6" name="Footer Placeholder 5">
            <a:extLst>
              <a:ext uri="{FF2B5EF4-FFF2-40B4-BE49-F238E27FC236}">
                <a16:creationId xmlns:a16="http://schemas.microsoft.com/office/drawing/2014/main" id="{6AFE626A-E2BE-4DCC-8CA7-408A7B92CC0E}"/>
              </a:ext>
            </a:extLst>
          </p:cNvPr>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a:extLst>
              <a:ext uri="{FF2B5EF4-FFF2-40B4-BE49-F238E27FC236}">
                <a16:creationId xmlns:a16="http://schemas.microsoft.com/office/drawing/2014/main" id="{67F01558-50D0-4C40-B84E-57A3E76BC76A}"/>
              </a:ext>
            </a:extLst>
          </p:cNvPr>
          <p:cNvSpPr>
            <a:spLocks noGrp="1"/>
          </p:cNvSpPr>
          <p:nvPr>
            <p:ph type="sldNum" sz="quarter" idx="12"/>
          </p:nvPr>
        </p:nvSpPr>
        <p:spPr/>
        <p:txBody>
          <a:bodyPr/>
          <a:lstStyle/>
          <a:p>
            <a:fld id="{B7721D9F-5710-489E-A77D-74868045607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324424769"/>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F42BD-1777-41A5-9EC7-ED603736096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7823BCD-2F4E-46A6-9460-79D24D9A102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EEF4C9-BD5D-42A5-928E-363F8D4F5B81}"/>
              </a:ext>
            </a:extLst>
          </p:cNvPr>
          <p:cNvSpPr>
            <a:spLocks noGrp="1"/>
          </p:cNvSpPr>
          <p:nvPr>
            <p:ph type="dt" sz="half" idx="10"/>
          </p:nvPr>
        </p:nvSpPr>
        <p:spPr/>
        <p:txBody>
          <a:bodyPr/>
          <a:lstStyle/>
          <a:p>
            <a:fld id="{D539717F-9C81-4977-8630-82DBDFF7780C}" type="datetimeFigureOut">
              <a:rPr lang="en-US" smtClean="0">
                <a:solidFill>
                  <a:prstClr val="black">
                    <a:tint val="75000"/>
                  </a:prstClr>
                </a:solidFill>
              </a:rPr>
              <a:pPr/>
              <a:t>10/13/2025</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DAED6834-A057-4D98-845F-9AC9BF24EF2B}"/>
              </a:ext>
            </a:extLst>
          </p:cNvPr>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8E95562C-CF49-4DD9-BFBC-A6819FB90053}"/>
              </a:ext>
            </a:extLst>
          </p:cNvPr>
          <p:cNvSpPr>
            <a:spLocks noGrp="1"/>
          </p:cNvSpPr>
          <p:nvPr>
            <p:ph type="sldNum" sz="quarter" idx="12"/>
          </p:nvPr>
        </p:nvSpPr>
        <p:spPr/>
        <p:txBody>
          <a:bodyPr/>
          <a:lstStyle/>
          <a:p>
            <a:fld id="{B7721D9F-5710-489E-A77D-74868045607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881164771"/>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019462E-6A48-4C17-8DC7-8A505DE7A744}"/>
              </a:ext>
            </a:extLst>
          </p:cNvPr>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31F50F7-FDFA-4B4C-B9F3-90830E8EC860}"/>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6948E5-2511-44E7-AC5A-E55415C39B1C}"/>
              </a:ext>
            </a:extLst>
          </p:cNvPr>
          <p:cNvSpPr>
            <a:spLocks noGrp="1"/>
          </p:cNvSpPr>
          <p:nvPr>
            <p:ph type="dt" sz="half" idx="10"/>
          </p:nvPr>
        </p:nvSpPr>
        <p:spPr/>
        <p:txBody>
          <a:bodyPr/>
          <a:lstStyle/>
          <a:p>
            <a:fld id="{D539717F-9C81-4977-8630-82DBDFF7780C}" type="datetimeFigureOut">
              <a:rPr lang="en-US" smtClean="0">
                <a:solidFill>
                  <a:prstClr val="black">
                    <a:tint val="75000"/>
                  </a:prstClr>
                </a:solidFill>
              </a:rPr>
              <a:pPr/>
              <a:t>10/13/2025</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B5108831-D4A1-44C0-8FCC-23D0CB3AC201}"/>
              </a:ext>
            </a:extLst>
          </p:cNvPr>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23D0ED23-1E73-4EFB-A63F-EB003CDB11BF}"/>
              </a:ext>
            </a:extLst>
          </p:cNvPr>
          <p:cNvSpPr>
            <a:spLocks noGrp="1"/>
          </p:cNvSpPr>
          <p:nvPr>
            <p:ph type="sldNum" sz="quarter" idx="12"/>
          </p:nvPr>
        </p:nvSpPr>
        <p:spPr/>
        <p:txBody>
          <a:bodyPr/>
          <a:lstStyle/>
          <a:p>
            <a:fld id="{B7721D9F-5710-489E-A77D-74868045607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759549302"/>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189" lvl="0" indent="-342892">
              <a:spcBef>
                <a:spcPts val="0"/>
              </a:spcBef>
              <a:spcAft>
                <a:spcPts val="0"/>
              </a:spcAft>
              <a:buSzPts val="1800"/>
              <a:buChar char="●"/>
              <a:defRPr/>
            </a:lvl1pPr>
            <a:lvl2pPr marL="914378" lvl="1" indent="-317492">
              <a:spcBef>
                <a:spcPts val="1600"/>
              </a:spcBef>
              <a:spcAft>
                <a:spcPts val="0"/>
              </a:spcAft>
              <a:buSzPts val="1400"/>
              <a:buChar char="○"/>
              <a:defRPr/>
            </a:lvl2pPr>
            <a:lvl3pPr marL="1371566" lvl="2" indent="-317492">
              <a:spcBef>
                <a:spcPts val="1600"/>
              </a:spcBef>
              <a:spcAft>
                <a:spcPts val="0"/>
              </a:spcAft>
              <a:buSzPts val="1400"/>
              <a:buChar char="■"/>
              <a:defRPr/>
            </a:lvl3pPr>
            <a:lvl4pPr marL="1828754" lvl="3" indent="-317492">
              <a:spcBef>
                <a:spcPts val="1600"/>
              </a:spcBef>
              <a:spcAft>
                <a:spcPts val="0"/>
              </a:spcAft>
              <a:buSzPts val="1400"/>
              <a:buChar char="●"/>
              <a:defRPr/>
            </a:lvl4pPr>
            <a:lvl5pPr marL="2285943" lvl="4" indent="-317492">
              <a:spcBef>
                <a:spcPts val="1600"/>
              </a:spcBef>
              <a:spcAft>
                <a:spcPts val="0"/>
              </a:spcAft>
              <a:buSzPts val="1400"/>
              <a:buChar char="○"/>
              <a:defRPr/>
            </a:lvl5pPr>
            <a:lvl6pPr marL="2743132" lvl="5" indent="-317492">
              <a:spcBef>
                <a:spcPts val="1600"/>
              </a:spcBef>
              <a:spcAft>
                <a:spcPts val="0"/>
              </a:spcAft>
              <a:buSzPts val="1400"/>
              <a:buChar char="■"/>
              <a:defRPr/>
            </a:lvl6pPr>
            <a:lvl7pPr marL="3200320" lvl="6" indent="-317492">
              <a:spcBef>
                <a:spcPts val="1600"/>
              </a:spcBef>
              <a:spcAft>
                <a:spcPts val="0"/>
              </a:spcAft>
              <a:buSzPts val="1400"/>
              <a:buChar char="●"/>
              <a:defRPr/>
            </a:lvl7pPr>
            <a:lvl8pPr marL="3657509" lvl="7" indent="-317492">
              <a:spcBef>
                <a:spcPts val="1600"/>
              </a:spcBef>
              <a:spcAft>
                <a:spcPts val="0"/>
              </a:spcAft>
              <a:buSzPts val="1400"/>
              <a:buChar char="○"/>
              <a:defRPr/>
            </a:lvl8pPr>
            <a:lvl9pPr marL="4114697" lvl="8" indent="-317492">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hu" smtClean="0">
                <a:solidFill>
                  <a:prstClr val="black">
                    <a:tint val="75000"/>
                  </a:prstClr>
                </a:solidFill>
              </a:rPr>
              <a:pPr/>
              <a:t>‹#›</a:t>
            </a:fld>
            <a:endParaRPr lang="hu">
              <a:solidFill>
                <a:prstClr val="black">
                  <a:tint val="75000"/>
                </a:prstClr>
              </a:solidFill>
            </a:endParaRPr>
          </a:p>
        </p:txBody>
      </p:sp>
    </p:spTree>
    <p:extLst>
      <p:ext uri="{BB962C8B-B14F-4D97-AF65-F5344CB8AC3E}">
        <p14:creationId xmlns:p14="http://schemas.microsoft.com/office/powerpoint/2010/main" val="1305329403"/>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matchingName="Section header" type="secHead">
  <p:cSld name="1_Section 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hu" smtClean="0">
                <a:solidFill>
                  <a:prstClr val="black">
                    <a:tint val="75000"/>
                  </a:prstClr>
                </a:solidFill>
              </a:rPr>
              <a:pPr/>
              <a:t>‹#›</a:t>
            </a:fld>
            <a:endParaRPr lang="hu">
              <a:solidFill>
                <a:prstClr val="black">
                  <a:tint val="75000"/>
                </a:prstClr>
              </a:solidFill>
            </a:endParaRPr>
          </a:p>
        </p:txBody>
      </p:sp>
    </p:spTree>
    <p:extLst>
      <p:ext uri="{BB962C8B-B14F-4D97-AF65-F5344CB8AC3E}">
        <p14:creationId xmlns:p14="http://schemas.microsoft.com/office/powerpoint/2010/main" val="4105403800"/>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userDrawn="1">
  <p:cSld name="Cover-Black">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39377C-8642-441F-BDC6-500DB01AD362}"/>
              </a:ext>
            </a:extLst>
          </p:cNvPr>
          <p:cNvSpPr/>
          <p:nvPr userDrawn="1"/>
        </p:nvSpPr>
        <p:spPr bwMode="auto">
          <a:xfrm>
            <a:off x="0" y="0"/>
            <a:ext cx="9144000" cy="5143500"/>
          </a:xfrm>
          <a:prstGeom prst="rect">
            <a:avLst/>
          </a:prstGeom>
          <a:solidFill>
            <a:schemeClr val="tx1"/>
          </a:solidFill>
          <a:ln>
            <a:noFill/>
          </a:ln>
          <a:effectLst/>
        </p:spPr>
        <p:txBody>
          <a:bodyPr wrap="none"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prstClr val="white"/>
              </a:solidFill>
              <a:effectLst/>
              <a:uLnTx/>
              <a:uFillTx/>
              <a:latin typeface="Calibri Light" panose="020F0302020204030204" pitchFamily="34" charset="0"/>
              <a:ea typeface="Human Sans ExtraLight" charset="0"/>
              <a:cs typeface="Human Sans ExtraLight" charset="0"/>
            </a:endParaRPr>
          </a:p>
        </p:txBody>
      </p:sp>
      <p:sp>
        <p:nvSpPr>
          <p:cNvPr id="5" name="Text Placeholder 4">
            <a:extLst>
              <a:ext uri="{FF2B5EF4-FFF2-40B4-BE49-F238E27FC236}">
                <a16:creationId xmlns:a16="http://schemas.microsoft.com/office/drawing/2014/main" id="{A2159C2A-0FC8-422F-92E4-B92935AAE5A0}"/>
              </a:ext>
            </a:extLst>
          </p:cNvPr>
          <p:cNvSpPr>
            <a:spLocks noGrp="1"/>
          </p:cNvSpPr>
          <p:nvPr>
            <p:ph type="body" sz="quarter" idx="10" hasCustomPrompt="1"/>
          </p:nvPr>
        </p:nvSpPr>
        <p:spPr>
          <a:xfrm>
            <a:off x="351581" y="1371600"/>
            <a:ext cx="4867275" cy="1938992"/>
          </a:xfrm>
          <a:prstGeom prst="rect">
            <a:avLst/>
          </a:prstGeom>
        </p:spPr>
        <p:txBody>
          <a:bodyPr>
            <a:spAutoFit/>
          </a:bodyPr>
          <a:lstStyle>
            <a:lvl1pPr>
              <a:lnSpc>
                <a:spcPct val="100000"/>
              </a:lnSpc>
              <a:spcBef>
                <a:spcPts val="0"/>
              </a:spcBef>
              <a:defRPr sz="6000">
                <a:solidFill>
                  <a:schemeClr val="bg1"/>
                </a:solidFill>
                <a:latin typeface="Calibri Light" panose="020F0302020204030204" pitchFamily="34" charset="0"/>
                <a:cs typeface="Calibri Light" panose="020F0302020204030204" pitchFamily="34" charset="0"/>
              </a:defRPr>
            </a:lvl1pPr>
            <a:lvl2pPr>
              <a:buNone/>
              <a:defRPr/>
            </a:lvl2pPr>
          </a:lstStyle>
          <a:p>
            <a:pPr lvl="0"/>
            <a:r>
              <a:rPr lang="en-US"/>
              <a:t>Cover with </a:t>
            </a:r>
            <a:br>
              <a:rPr lang="en-US"/>
            </a:br>
            <a:r>
              <a:rPr lang="en-US"/>
              <a:t>text two lines</a:t>
            </a:r>
          </a:p>
        </p:txBody>
      </p:sp>
      <p:sp>
        <p:nvSpPr>
          <p:cNvPr id="13" name="Text Placeholder 4">
            <a:extLst>
              <a:ext uri="{FF2B5EF4-FFF2-40B4-BE49-F238E27FC236}">
                <a16:creationId xmlns:a16="http://schemas.microsoft.com/office/drawing/2014/main" id="{B8E369A2-FC86-4140-9080-E549260B9180}"/>
              </a:ext>
            </a:extLst>
          </p:cNvPr>
          <p:cNvSpPr>
            <a:spLocks noGrp="1"/>
          </p:cNvSpPr>
          <p:nvPr>
            <p:ph type="body" sz="quarter" idx="11" hasCustomPrompt="1"/>
          </p:nvPr>
        </p:nvSpPr>
        <p:spPr>
          <a:xfrm>
            <a:off x="351581" y="3497580"/>
            <a:ext cx="4867275" cy="646331"/>
          </a:xfrm>
          <a:prstGeom prst="rect">
            <a:avLst/>
          </a:prstGeom>
        </p:spPr>
        <p:txBody>
          <a:bodyPr>
            <a:spAutoFit/>
          </a:bodyPr>
          <a:lstStyle>
            <a:lvl1pPr>
              <a:lnSpc>
                <a:spcPct val="100000"/>
              </a:lnSpc>
              <a:spcBef>
                <a:spcPts val="0"/>
              </a:spcBef>
              <a:defRPr sz="1800">
                <a:solidFill>
                  <a:schemeClr val="bg1"/>
                </a:solidFill>
                <a:latin typeface="Calibri Light" panose="020F0302020204030204" pitchFamily="34" charset="0"/>
                <a:cs typeface="Calibri Light" panose="020F0302020204030204" pitchFamily="34" charset="0"/>
              </a:defRPr>
            </a:lvl1pPr>
            <a:lvl2pPr>
              <a:buNone/>
              <a:defRPr/>
            </a:lvl2pPr>
          </a:lstStyle>
          <a:p>
            <a:pPr lvl="0"/>
            <a:r>
              <a:rPr lang="en-US">
                <a:effectLst/>
              </a:rPr>
              <a:t>Sub-description text goes here over one or two lines</a:t>
            </a:r>
            <a:endParaRPr lang="en-US"/>
          </a:p>
        </p:txBody>
      </p:sp>
      <p:sp>
        <p:nvSpPr>
          <p:cNvPr id="14" name="Text Placeholder 4">
            <a:extLst>
              <a:ext uri="{FF2B5EF4-FFF2-40B4-BE49-F238E27FC236}">
                <a16:creationId xmlns:a16="http://schemas.microsoft.com/office/drawing/2014/main" id="{2F6A18E7-9305-4C6B-A5A3-4962D30A22A2}"/>
              </a:ext>
            </a:extLst>
          </p:cNvPr>
          <p:cNvSpPr>
            <a:spLocks noGrp="1"/>
          </p:cNvSpPr>
          <p:nvPr>
            <p:ph type="body" sz="quarter" idx="12" hasCustomPrompt="1"/>
          </p:nvPr>
        </p:nvSpPr>
        <p:spPr>
          <a:xfrm>
            <a:off x="351581" y="3934043"/>
            <a:ext cx="4867275" cy="253916"/>
          </a:xfrm>
          <a:prstGeom prst="rect">
            <a:avLst/>
          </a:prstGeom>
        </p:spPr>
        <p:txBody>
          <a:bodyPr>
            <a:spAutoFit/>
          </a:bodyPr>
          <a:lstStyle>
            <a:lvl1pPr>
              <a:lnSpc>
                <a:spcPct val="100000"/>
              </a:lnSpc>
              <a:spcBef>
                <a:spcPts val="0"/>
              </a:spcBef>
              <a:defRPr sz="1050" spc="225">
                <a:solidFill>
                  <a:schemeClr val="bg2"/>
                </a:solidFill>
              </a:defRPr>
            </a:lvl1pPr>
            <a:lvl2pPr>
              <a:buNone/>
              <a:defRPr/>
            </a:lvl2pPr>
          </a:lstStyle>
          <a:p>
            <a:pPr lvl="0"/>
            <a:r>
              <a:rPr lang="en-US">
                <a:effectLst/>
              </a:rPr>
              <a:t>23 OCTOBER 2020</a:t>
            </a:r>
            <a:endParaRPr lang="en-US"/>
          </a:p>
        </p:txBody>
      </p:sp>
      <p:pic>
        <p:nvPicPr>
          <p:cNvPr id="2" name="Graphic 1">
            <a:extLst>
              <a:ext uri="{FF2B5EF4-FFF2-40B4-BE49-F238E27FC236}">
                <a16:creationId xmlns:a16="http://schemas.microsoft.com/office/drawing/2014/main" id="{3421FFBE-FD73-4914-B88C-A205297E29C5}"/>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351582" y="457574"/>
            <a:ext cx="802848" cy="282942"/>
          </a:xfrm>
          <a:prstGeom prst="rect">
            <a:avLst/>
          </a:prstGeom>
        </p:spPr>
      </p:pic>
    </p:spTree>
    <p:extLst>
      <p:ext uri="{BB962C8B-B14F-4D97-AF65-F5344CB8AC3E}">
        <p14:creationId xmlns:p14="http://schemas.microsoft.com/office/powerpoint/2010/main" val="628159252"/>
      </p:ext>
    </p:extLst>
  </p:cSld>
  <p:clrMapOvr>
    <a:masterClrMapping/>
  </p:clrMapOvr>
  <p:extLst>
    <p:ext uri="{DCECCB84-F9BA-43D5-87BE-67443E8EF086}">
      <p15:sldGuideLst xmlns:p15="http://schemas.microsoft.com/office/powerpoint/2012/main"/>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502B2-F284-42C7-BF23-CCEE44F2B7B1}"/>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FF4FAABB-DD28-4B0D-BB2E-2EE53DD24CDB}"/>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234F4F07-6053-4317-B55E-1D8F93E08F2F}"/>
              </a:ext>
            </a:extLst>
          </p:cNvPr>
          <p:cNvSpPr>
            <a:spLocks noGrp="1"/>
          </p:cNvSpPr>
          <p:nvPr>
            <p:ph type="dt" sz="half" idx="10"/>
          </p:nvPr>
        </p:nvSpPr>
        <p:spPr/>
        <p:txBody>
          <a:bodyPr/>
          <a:lstStyle/>
          <a:p>
            <a:fld id="{D539717F-9C81-4977-8630-82DBDFF7780C}" type="datetimeFigureOut">
              <a:rPr lang="en-US" smtClean="0">
                <a:solidFill>
                  <a:prstClr val="black">
                    <a:tint val="75000"/>
                  </a:prstClr>
                </a:solidFill>
              </a:rPr>
              <a:pPr/>
              <a:t>10/13/2025</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CD1FE604-CBCE-4777-AE62-25DC98B7E5F4}"/>
              </a:ext>
            </a:extLst>
          </p:cNvPr>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1B1D02A6-457F-4DCA-A413-29DB2CE1F99C}"/>
              </a:ext>
            </a:extLst>
          </p:cNvPr>
          <p:cNvSpPr>
            <a:spLocks noGrp="1"/>
          </p:cNvSpPr>
          <p:nvPr>
            <p:ph type="sldNum" sz="quarter" idx="12"/>
          </p:nvPr>
        </p:nvSpPr>
        <p:spPr/>
        <p:txBody>
          <a:bodyPr/>
          <a:lstStyle/>
          <a:p>
            <a:fld id="{B7721D9F-5710-489E-A77D-74868045607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740854006"/>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1E9E6-CAEE-48AB-8255-CC8B68845DE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1454F85-7734-4C72-956D-22384833979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AE84A4-EE5F-4986-8227-6BC9F5F0407E}"/>
              </a:ext>
            </a:extLst>
          </p:cNvPr>
          <p:cNvSpPr>
            <a:spLocks noGrp="1"/>
          </p:cNvSpPr>
          <p:nvPr>
            <p:ph type="dt" sz="half" idx="10"/>
          </p:nvPr>
        </p:nvSpPr>
        <p:spPr/>
        <p:txBody>
          <a:bodyPr/>
          <a:lstStyle/>
          <a:p>
            <a:fld id="{D539717F-9C81-4977-8630-82DBDFF7780C}" type="datetimeFigureOut">
              <a:rPr lang="en-US" smtClean="0">
                <a:solidFill>
                  <a:prstClr val="black">
                    <a:tint val="75000"/>
                  </a:prstClr>
                </a:solidFill>
              </a:rPr>
              <a:pPr/>
              <a:t>10/13/2025</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55A7F0AC-4718-42F7-8F19-9E298D670825}"/>
              </a:ext>
            </a:extLst>
          </p:cNvPr>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509C72F1-983C-4465-9250-2E580243CB03}"/>
              </a:ext>
            </a:extLst>
          </p:cNvPr>
          <p:cNvSpPr>
            <a:spLocks noGrp="1"/>
          </p:cNvSpPr>
          <p:nvPr>
            <p:ph type="sldNum" sz="quarter" idx="12"/>
          </p:nvPr>
        </p:nvSpPr>
        <p:spPr/>
        <p:txBody>
          <a:bodyPr/>
          <a:lstStyle/>
          <a:p>
            <a:fld id="{B7721D9F-5710-489E-A77D-74868045607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94044422"/>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E42CB-A01B-443E-A576-5C2046DF6E41}"/>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91F6ACC7-4455-4707-B27E-4F806170E09B}"/>
              </a:ext>
            </a:extLst>
          </p:cNvPr>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49A51E-3083-48AB-9B8F-B04094B42891}"/>
              </a:ext>
            </a:extLst>
          </p:cNvPr>
          <p:cNvSpPr>
            <a:spLocks noGrp="1"/>
          </p:cNvSpPr>
          <p:nvPr>
            <p:ph type="dt" sz="half" idx="10"/>
          </p:nvPr>
        </p:nvSpPr>
        <p:spPr/>
        <p:txBody>
          <a:bodyPr/>
          <a:lstStyle/>
          <a:p>
            <a:fld id="{D539717F-9C81-4977-8630-82DBDFF7780C}" type="datetimeFigureOut">
              <a:rPr lang="en-US" smtClean="0">
                <a:solidFill>
                  <a:prstClr val="black">
                    <a:tint val="75000"/>
                  </a:prstClr>
                </a:solidFill>
              </a:rPr>
              <a:pPr/>
              <a:t>10/13/2025</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E452B75E-BEF3-4403-8572-CDE17A9826AC}"/>
              </a:ext>
            </a:extLst>
          </p:cNvPr>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B38B1BE4-5F21-4AC3-B756-315FCC76F838}"/>
              </a:ext>
            </a:extLst>
          </p:cNvPr>
          <p:cNvSpPr>
            <a:spLocks noGrp="1"/>
          </p:cNvSpPr>
          <p:nvPr>
            <p:ph type="sldNum" sz="quarter" idx="12"/>
          </p:nvPr>
        </p:nvSpPr>
        <p:spPr/>
        <p:txBody>
          <a:bodyPr/>
          <a:lstStyle/>
          <a:p>
            <a:fld id="{B7721D9F-5710-489E-A77D-74868045607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538858334"/>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67B0F-90CC-4AB6-8180-0D3E8038A1F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D97ECF8-20E8-47D3-991E-05925C53E7D7}"/>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BDCDDDF-0D5D-414D-8238-2A4D8313CB90}"/>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A3BC3EF-F6CA-4A2A-B28D-E19A2A2256C5}"/>
              </a:ext>
            </a:extLst>
          </p:cNvPr>
          <p:cNvSpPr>
            <a:spLocks noGrp="1"/>
          </p:cNvSpPr>
          <p:nvPr>
            <p:ph type="dt" sz="half" idx="10"/>
          </p:nvPr>
        </p:nvSpPr>
        <p:spPr/>
        <p:txBody>
          <a:bodyPr/>
          <a:lstStyle/>
          <a:p>
            <a:fld id="{D539717F-9C81-4977-8630-82DBDFF7780C}" type="datetimeFigureOut">
              <a:rPr lang="en-US" smtClean="0">
                <a:solidFill>
                  <a:prstClr val="black">
                    <a:tint val="75000"/>
                  </a:prstClr>
                </a:solidFill>
              </a:rPr>
              <a:pPr/>
              <a:t>10/13/2025</a:t>
            </a:fld>
            <a:endParaRPr lang="en-US">
              <a:solidFill>
                <a:prstClr val="black">
                  <a:tint val="75000"/>
                </a:prstClr>
              </a:solidFill>
            </a:endParaRPr>
          </a:p>
        </p:txBody>
      </p:sp>
      <p:sp>
        <p:nvSpPr>
          <p:cNvPr id="6" name="Footer Placeholder 5">
            <a:extLst>
              <a:ext uri="{FF2B5EF4-FFF2-40B4-BE49-F238E27FC236}">
                <a16:creationId xmlns:a16="http://schemas.microsoft.com/office/drawing/2014/main" id="{429766E8-77CE-4412-BF9B-861F922B3053}"/>
              </a:ext>
            </a:extLst>
          </p:cNvPr>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a:extLst>
              <a:ext uri="{FF2B5EF4-FFF2-40B4-BE49-F238E27FC236}">
                <a16:creationId xmlns:a16="http://schemas.microsoft.com/office/drawing/2014/main" id="{EC59C709-DD3A-4895-80F2-C25F4832082C}"/>
              </a:ext>
            </a:extLst>
          </p:cNvPr>
          <p:cNvSpPr>
            <a:spLocks noGrp="1"/>
          </p:cNvSpPr>
          <p:nvPr>
            <p:ph type="sldNum" sz="quarter" idx="12"/>
          </p:nvPr>
        </p:nvSpPr>
        <p:spPr/>
        <p:txBody>
          <a:bodyPr/>
          <a:lstStyle/>
          <a:p>
            <a:fld id="{B7721D9F-5710-489E-A77D-74868045607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773129"/>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B3653-A005-461A-837D-448DFF3F5EFD}"/>
              </a:ext>
            </a:extLst>
          </p:cNvPr>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a:extLst>
              <a:ext uri="{FF2B5EF4-FFF2-40B4-BE49-F238E27FC236}">
                <a16:creationId xmlns:a16="http://schemas.microsoft.com/office/drawing/2014/main" id="{90B01DB9-3560-4A5D-9CA0-32DE1207B139}"/>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37DC8D96-BDF6-4089-A3E5-13B89D50E66D}"/>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A367826-6007-46F6-9562-5567AC51A685}"/>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9D729EAD-C5CF-4C2F-9E03-0B5850440258}"/>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46A2F3F-6876-4138-A007-604F2AEA77CA}"/>
              </a:ext>
            </a:extLst>
          </p:cNvPr>
          <p:cNvSpPr>
            <a:spLocks noGrp="1"/>
          </p:cNvSpPr>
          <p:nvPr>
            <p:ph type="dt" sz="half" idx="10"/>
          </p:nvPr>
        </p:nvSpPr>
        <p:spPr/>
        <p:txBody>
          <a:bodyPr/>
          <a:lstStyle/>
          <a:p>
            <a:fld id="{D539717F-9C81-4977-8630-82DBDFF7780C}" type="datetimeFigureOut">
              <a:rPr lang="en-US" smtClean="0">
                <a:solidFill>
                  <a:prstClr val="black">
                    <a:tint val="75000"/>
                  </a:prstClr>
                </a:solidFill>
              </a:rPr>
              <a:pPr/>
              <a:t>10/13/2025</a:t>
            </a:fld>
            <a:endParaRPr lang="en-US">
              <a:solidFill>
                <a:prstClr val="black">
                  <a:tint val="75000"/>
                </a:prstClr>
              </a:solidFill>
            </a:endParaRPr>
          </a:p>
        </p:txBody>
      </p:sp>
      <p:sp>
        <p:nvSpPr>
          <p:cNvPr id="8" name="Footer Placeholder 7">
            <a:extLst>
              <a:ext uri="{FF2B5EF4-FFF2-40B4-BE49-F238E27FC236}">
                <a16:creationId xmlns:a16="http://schemas.microsoft.com/office/drawing/2014/main" id="{5DD8B379-A89F-4305-97B4-91E198461201}"/>
              </a:ext>
            </a:extLst>
          </p:cNvPr>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a:extLst>
              <a:ext uri="{FF2B5EF4-FFF2-40B4-BE49-F238E27FC236}">
                <a16:creationId xmlns:a16="http://schemas.microsoft.com/office/drawing/2014/main" id="{E279678D-3A0A-4F67-ABAC-490A232ECB9F}"/>
              </a:ext>
            </a:extLst>
          </p:cNvPr>
          <p:cNvSpPr>
            <a:spLocks noGrp="1"/>
          </p:cNvSpPr>
          <p:nvPr>
            <p:ph type="sldNum" sz="quarter" idx="12"/>
          </p:nvPr>
        </p:nvSpPr>
        <p:spPr/>
        <p:txBody>
          <a:bodyPr/>
          <a:lstStyle/>
          <a:p>
            <a:fld id="{B7721D9F-5710-489E-A77D-74868045607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340130618"/>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291F4-9B18-4E3E-BE77-7C3632EB4A7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11976C3-7F53-4501-B842-E5B80E281325}"/>
              </a:ext>
            </a:extLst>
          </p:cNvPr>
          <p:cNvSpPr>
            <a:spLocks noGrp="1"/>
          </p:cNvSpPr>
          <p:nvPr>
            <p:ph type="dt" sz="half" idx="10"/>
          </p:nvPr>
        </p:nvSpPr>
        <p:spPr/>
        <p:txBody>
          <a:bodyPr/>
          <a:lstStyle/>
          <a:p>
            <a:fld id="{D539717F-9C81-4977-8630-82DBDFF7780C}" type="datetimeFigureOut">
              <a:rPr lang="en-US" smtClean="0">
                <a:solidFill>
                  <a:prstClr val="black">
                    <a:tint val="75000"/>
                  </a:prstClr>
                </a:solidFill>
              </a:rPr>
              <a:pPr/>
              <a:t>10/13/2025</a:t>
            </a:fld>
            <a:endParaRPr lang="en-US">
              <a:solidFill>
                <a:prstClr val="black">
                  <a:tint val="75000"/>
                </a:prstClr>
              </a:solidFill>
            </a:endParaRPr>
          </a:p>
        </p:txBody>
      </p:sp>
      <p:sp>
        <p:nvSpPr>
          <p:cNvPr id="4" name="Footer Placeholder 3">
            <a:extLst>
              <a:ext uri="{FF2B5EF4-FFF2-40B4-BE49-F238E27FC236}">
                <a16:creationId xmlns:a16="http://schemas.microsoft.com/office/drawing/2014/main" id="{D6514DCE-CA83-45BE-A14A-BE766EEC6364}"/>
              </a:ext>
            </a:extLst>
          </p:cNvPr>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a:extLst>
              <a:ext uri="{FF2B5EF4-FFF2-40B4-BE49-F238E27FC236}">
                <a16:creationId xmlns:a16="http://schemas.microsoft.com/office/drawing/2014/main" id="{57A1343C-AB93-4C9D-8EB6-E35122FEEB94}"/>
              </a:ext>
            </a:extLst>
          </p:cNvPr>
          <p:cNvSpPr>
            <a:spLocks noGrp="1"/>
          </p:cNvSpPr>
          <p:nvPr>
            <p:ph type="sldNum" sz="quarter" idx="12"/>
          </p:nvPr>
        </p:nvSpPr>
        <p:spPr/>
        <p:txBody>
          <a:bodyPr/>
          <a:lstStyle/>
          <a:p>
            <a:fld id="{B7721D9F-5710-489E-A77D-74868045607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482441590"/>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FF957BE-050A-4790-9AAD-9ACBB2DE553F}"/>
              </a:ext>
            </a:extLst>
          </p:cNvPr>
          <p:cNvSpPr>
            <a:spLocks noGrp="1"/>
          </p:cNvSpPr>
          <p:nvPr>
            <p:ph type="dt" sz="half" idx="10"/>
          </p:nvPr>
        </p:nvSpPr>
        <p:spPr/>
        <p:txBody>
          <a:bodyPr/>
          <a:lstStyle/>
          <a:p>
            <a:fld id="{D539717F-9C81-4977-8630-82DBDFF7780C}" type="datetimeFigureOut">
              <a:rPr lang="en-US" smtClean="0">
                <a:solidFill>
                  <a:prstClr val="black">
                    <a:tint val="75000"/>
                  </a:prstClr>
                </a:solidFill>
              </a:rPr>
              <a:pPr/>
              <a:t>10/13/2025</a:t>
            </a:fld>
            <a:endParaRPr lang="en-US">
              <a:solidFill>
                <a:prstClr val="black">
                  <a:tint val="75000"/>
                </a:prstClr>
              </a:solidFill>
            </a:endParaRPr>
          </a:p>
        </p:txBody>
      </p:sp>
      <p:sp>
        <p:nvSpPr>
          <p:cNvPr id="3" name="Footer Placeholder 2">
            <a:extLst>
              <a:ext uri="{FF2B5EF4-FFF2-40B4-BE49-F238E27FC236}">
                <a16:creationId xmlns:a16="http://schemas.microsoft.com/office/drawing/2014/main" id="{C39A2B61-5C90-491B-A9AA-43CF0F053087}"/>
              </a:ext>
            </a:extLst>
          </p:cNvPr>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a:extLst>
              <a:ext uri="{FF2B5EF4-FFF2-40B4-BE49-F238E27FC236}">
                <a16:creationId xmlns:a16="http://schemas.microsoft.com/office/drawing/2014/main" id="{F32ADE15-BE2B-4814-9932-74C6F1069991}"/>
              </a:ext>
            </a:extLst>
          </p:cNvPr>
          <p:cNvSpPr>
            <a:spLocks noGrp="1"/>
          </p:cNvSpPr>
          <p:nvPr>
            <p:ph type="sldNum" sz="quarter" idx="12"/>
          </p:nvPr>
        </p:nvSpPr>
        <p:spPr/>
        <p:txBody>
          <a:bodyPr/>
          <a:lstStyle/>
          <a:p>
            <a:fld id="{B7721D9F-5710-489E-A77D-74868045607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580276516"/>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366D32-F164-483A-AEAB-B02B606A9748}"/>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79E24CF8-D014-48E6-95BB-642E87DF3A91}"/>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41079F3-A39B-4BEB-A4F4-8D684D5FAC79}"/>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63C41FE0-80AD-4B91-B4BE-82B13D96706B}"/>
              </a:ext>
            </a:extLst>
          </p:cNvPr>
          <p:cNvSpPr>
            <a:spLocks noGrp="1"/>
          </p:cNvSpPr>
          <p:nvPr>
            <p:ph type="dt" sz="half" idx="10"/>
          </p:nvPr>
        </p:nvSpPr>
        <p:spPr/>
        <p:txBody>
          <a:bodyPr/>
          <a:lstStyle/>
          <a:p>
            <a:fld id="{D539717F-9C81-4977-8630-82DBDFF7780C}" type="datetimeFigureOut">
              <a:rPr lang="en-US" smtClean="0">
                <a:solidFill>
                  <a:prstClr val="black">
                    <a:tint val="75000"/>
                  </a:prstClr>
                </a:solidFill>
              </a:rPr>
              <a:pPr/>
              <a:t>10/13/2025</a:t>
            </a:fld>
            <a:endParaRPr lang="en-US">
              <a:solidFill>
                <a:prstClr val="black">
                  <a:tint val="75000"/>
                </a:prstClr>
              </a:solidFill>
            </a:endParaRPr>
          </a:p>
        </p:txBody>
      </p:sp>
      <p:sp>
        <p:nvSpPr>
          <p:cNvPr id="6" name="Footer Placeholder 5">
            <a:extLst>
              <a:ext uri="{FF2B5EF4-FFF2-40B4-BE49-F238E27FC236}">
                <a16:creationId xmlns:a16="http://schemas.microsoft.com/office/drawing/2014/main" id="{C4220B5B-E96A-4C89-AA98-4F691E2B1759}"/>
              </a:ext>
            </a:extLst>
          </p:cNvPr>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a:extLst>
              <a:ext uri="{FF2B5EF4-FFF2-40B4-BE49-F238E27FC236}">
                <a16:creationId xmlns:a16="http://schemas.microsoft.com/office/drawing/2014/main" id="{795D6E12-B96F-4FDB-800E-6FEC31B0B750}"/>
              </a:ext>
            </a:extLst>
          </p:cNvPr>
          <p:cNvSpPr>
            <a:spLocks noGrp="1"/>
          </p:cNvSpPr>
          <p:nvPr>
            <p:ph type="sldNum" sz="quarter" idx="12"/>
          </p:nvPr>
        </p:nvSpPr>
        <p:spPr/>
        <p:txBody>
          <a:bodyPr/>
          <a:lstStyle/>
          <a:p>
            <a:fld id="{B7721D9F-5710-489E-A77D-74868045607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301968703"/>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334AD-DA77-46E6-B1B9-475711384DB1}"/>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F769874E-151B-47D6-BEFC-B00C9F4CEF92}"/>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5CDD0433-9150-473B-8D4E-F20598DF651C}"/>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CE8583B3-24FF-4F22-B3A8-DAB669D47C61}"/>
              </a:ext>
            </a:extLst>
          </p:cNvPr>
          <p:cNvSpPr>
            <a:spLocks noGrp="1"/>
          </p:cNvSpPr>
          <p:nvPr>
            <p:ph type="dt" sz="half" idx="10"/>
          </p:nvPr>
        </p:nvSpPr>
        <p:spPr/>
        <p:txBody>
          <a:bodyPr/>
          <a:lstStyle/>
          <a:p>
            <a:fld id="{D539717F-9C81-4977-8630-82DBDFF7780C}" type="datetimeFigureOut">
              <a:rPr lang="en-US" smtClean="0">
                <a:solidFill>
                  <a:prstClr val="black">
                    <a:tint val="75000"/>
                  </a:prstClr>
                </a:solidFill>
              </a:rPr>
              <a:pPr/>
              <a:t>10/13/2025</a:t>
            </a:fld>
            <a:endParaRPr lang="en-US">
              <a:solidFill>
                <a:prstClr val="black">
                  <a:tint val="75000"/>
                </a:prstClr>
              </a:solidFill>
            </a:endParaRPr>
          </a:p>
        </p:txBody>
      </p:sp>
      <p:sp>
        <p:nvSpPr>
          <p:cNvPr id="6" name="Footer Placeholder 5">
            <a:extLst>
              <a:ext uri="{FF2B5EF4-FFF2-40B4-BE49-F238E27FC236}">
                <a16:creationId xmlns:a16="http://schemas.microsoft.com/office/drawing/2014/main" id="{6AFE626A-E2BE-4DCC-8CA7-408A7B92CC0E}"/>
              </a:ext>
            </a:extLst>
          </p:cNvPr>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a:extLst>
              <a:ext uri="{FF2B5EF4-FFF2-40B4-BE49-F238E27FC236}">
                <a16:creationId xmlns:a16="http://schemas.microsoft.com/office/drawing/2014/main" id="{67F01558-50D0-4C40-B84E-57A3E76BC76A}"/>
              </a:ext>
            </a:extLst>
          </p:cNvPr>
          <p:cNvSpPr>
            <a:spLocks noGrp="1"/>
          </p:cNvSpPr>
          <p:nvPr>
            <p:ph type="sldNum" sz="quarter" idx="12"/>
          </p:nvPr>
        </p:nvSpPr>
        <p:spPr/>
        <p:txBody>
          <a:bodyPr/>
          <a:lstStyle/>
          <a:p>
            <a:fld id="{B7721D9F-5710-489E-A77D-74868045607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25097397"/>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F42BD-1777-41A5-9EC7-ED603736096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7823BCD-2F4E-46A6-9460-79D24D9A102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EEF4C9-BD5D-42A5-928E-363F8D4F5B81}"/>
              </a:ext>
            </a:extLst>
          </p:cNvPr>
          <p:cNvSpPr>
            <a:spLocks noGrp="1"/>
          </p:cNvSpPr>
          <p:nvPr>
            <p:ph type="dt" sz="half" idx="10"/>
          </p:nvPr>
        </p:nvSpPr>
        <p:spPr/>
        <p:txBody>
          <a:bodyPr/>
          <a:lstStyle/>
          <a:p>
            <a:fld id="{D539717F-9C81-4977-8630-82DBDFF7780C}" type="datetimeFigureOut">
              <a:rPr lang="en-US" smtClean="0">
                <a:solidFill>
                  <a:prstClr val="black">
                    <a:tint val="75000"/>
                  </a:prstClr>
                </a:solidFill>
              </a:rPr>
              <a:pPr/>
              <a:t>10/13/2025</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DAED6834-A057-4D98-845F-9AC9BF24EF2B}"/>
              </a:ext>
            </a:extLst>
          </p:cNvPr>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8E95562C-CF49-4DD9-BFBC-A6819FB90053}"/>
              </a:ext>
            </a:extLst>
          </p:cNvPr>
          <p:cNvSpPr>
            <a:spLocks noGrp="1"/>
          </p:cNvSpPr>
          <p:nvPr>
            <p:ph type="sldNum" sz="quarter" idx="12"/>
          </p:nvPr>
        </p:nvSpPr>
        <p:spPr/>
        <p:txBody>
          <a:bodyPr/>
          <a:lstStyle/>
          <a:p>
            <a:fld id="{B7721D9F-5710-489E-A77D-74868045607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718685853"/>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019462E-6A48-4C17-8DC7-8A505DE7A744}"/>
              </a:ext>
            </a:extLst>
          </p:cNvPr>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31F50F7-FDFA-4B4C-B9F3-90830E8EC860}"/>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6948E5-2511-44E7-AC5A-E55415C39B1C}"/>
              </a:ext>
            </a:extLst>
          </p:cNvPr>
          <p:cNvSpPr>
            <a:spLocks noGrp="1"/>
          </p:cNvSpPr>
          <p:nvPr>
            <p:ph type="dt" sz="half" idx="10"/>
          </p:nvPr>
        </p:nvSpPr>
        <p:spPr/>
        <p:txBody>
          <a:bodyPr/>
          <a:lstStyle/>
          <a:p>
            <a:fld id="{D539717F-9C81-4977-8630-82DBDFF7780C}" type="datetimeFigureOut">
              <a:rPr lang="en-US" smtClean="0">
                <a:solidFill>
                  <a:prstClr val="black">
                    <a:tint val="75000"/>
                  </a:prstClr>
                </a:solidFill>
              </a:rPr>
              <a:pPr/>
              <a:t>10/13/2025</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B5108831-D4A1-44C0-8FCC-23D0CB3AC201}"/>
              </a:ext>
            </a:extLst>
          </p:cNvPr>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23D0ED23-1E73-4EFB-A63F-EB003CDB11BF}"/>
              </a:ext>
            </a:extLst>
          </p:cNvPr>
          <p:cNvSpPr>
            <a:spLocks noGrp="1"/>
          </p:cNvSpPr>
          <p:nvPr>
            <p:ph type="sldNum" sz="quarter" idx="12"/>
          </p:nvPr>
        </p:nvSpPr>
        <p:spPr/>
        <p:txBody>
          <a:bodyPr/>
          <a:lstStyle/>
          <a:p>
            <a:fld id="{B7721D9F-5710-489E-A77D-74868045607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43606061"/>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189" lvl="0" indent="-342892">
              <a:spcBef>
                <a:spcPts val="0"/>
              </a:spcBef>
              <a:spcAft>
                <a:spcPts val="0"/>
              </a:spcAft>
              <a:buSzPts val="1800"/>
              <a:buChar char="●"/>
              <a:defRPr/>
            </a:lvl1pPr>
            <a:lvl2pPr marL="914378" lvl="1" indent="-317492">
              <a:spcBef>
                <a:spcPts val="1600"/>
              </a:spcBef>
              <a:spcAft>
                <a:spcPts val="0"/>
              </a:spcAft>
              <a:buSzPts val="1400"/>
              <a:buChar char="○"/>
              <a:defRPr/>
            </a:lvl2pPr>
            <a:lvl3pPr marL="1371566" lvl="2" indent="-317492">
              <a:spcBef>
                <a:spcPts val="1600"/>
              </a:spcBef>
              <a:spcAft>
                <a:spcPts val="0"/>
              </a:spcAft>
              <a:buSzPts val="1400"/>
              <a:buChar char="■"/>
              <a:defRPr/>
            </a:lvl3pPr>
            <a:lvl4pPr marL="1828754" lvl="3" indent="-317492">
              <a:spcBef>
                <a:spcPts val="1600"/>
              </a:spcBef>
              <a:spcAft>
                <a:spcPts val="0"/>
              </a:spcAft>
              <a:buSzPts val="1400"/>
              <a:buChar char="●"/>
              <a:defRPr/>
            </a:lvl4pPr>
            <a:lvl5pPr marL="2285943" lvl="4" indent="-317492">
              <a:spcBef>
                <a:spcPts val="1600"/>
              </a:spcBef>
              <a:spcAft>
                <a:spcPts val="0"/>
              </a:spcAft>
              <a:buSzPts val="1400"/>
              <a:buChar char="○"/>
              <a:defRPr/>
            </a:lvl5pPr>
            <a:lvl6pPr marL="2743132" lvl="5" indent="-317492">
              <a:spcBef>
                <a:spcPts val="1600"/>
              </a:spcBef>
              <a:spcAft>
                <a:spcPts val="0"/>
              </a:spcAft>
              <a:buSzPts val="1400"/>
              <a:buChar char="■"/>
              <a:defRPr/>
            </a:lvl6pPr>
            <a:lvl7pPr marL="3200320" lvl="6" indent="-317492">
              <a:spcBef>
                <a:spcPts val="1600"/>
              </a:spcBef>
              <a:spcAft>
                <a:spcPts val="0"/>
              </a:spcAft>
              <a:buSzPts val="1400"/>
              <a:buChar char="●"/>
              <a:defRPr/>
            </a:lvl7pPr>
            <a:lvl8pPr marL="3657509" lvl="7" indent="-317492">
              <a:spcBef>
                <a:spcPts val="1600"/>
              </a:spcBef>
              <a:spcAft>
                <a:spcPts val="0"/>
              </a:spcAft>
              <a:buSzPts val="1400"/>
              <a:buChar char="○"/>
              <a:defRPr/>
            </a:lvl8pPr>
            <a:lvl9pPr marL="4114697" lvl="8" indent="-317492">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hu" smtClean="0">
                <a:solidFill>
                  <a:prstClr val="black">
                    <a:tint val="75000"/>
                  </a:prstClr>
                </a:solidFill>
              </a:rPr>
              <a:pPr/>
              <a:t>‹#›</a:t>
            </a:fld>
            <a:endParaRPr lang="hu">
              <a:solidFill>
                <a:prstClr val="black">
                  <a:tint val="75000"/>
                </a:prstClr>
              </a:solidFill>
            </a:endParaRPr>
          </a:p>
        </p:txBody>
      </p:sp>
    </p:spTree>
    <p:extLst>
      <p:ext uri="{BB962C8B-B14F-4D97-AF65-F5344CB8AC3E}">
        <p14:creationId xmlns:p14="http://schemas.microsoft.com/office/powerpoint/2010/main" val="4197057988"/>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matchingName="Section header" type="secHead">
  <p:cSld name="1_Section 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hu" smtClean="0">
                <a:solidFill>
                  <a:prstClr val="black">
                    <a:tint val="75000"/>
                  </a:prstClr>
                </a:solidFill>
              </a:rPr>
              <a:pPr/>
              <a:t>‹#›</a:t>
            </a:fld>
            <a:endParaRPr lang="hu">
              <a:solidFill>
                <a:prstClr val="black">
                  <a:tint val="75000"/>
                </a:prstClr>
              </a:solidFill>
            </a:endParaRPr>
          </a:p>
        </p:txBody>
      </p:sp>
    </p:spTree>
    <p:extLst>
      <p:ext uri="{BB962C8B-B14F-4D97-AF65-F5344CB8AC3E}">
        <p14:creationId xmlns:p14="http://schemas.microsoft.com/office/powerpoint/2010/main" val="543741885"/>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userDrawn="1">
  <p:cSld name="Cover-Black">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39377C-8642-441F-BDC6-500DB01AD362}"/>
              </a:ext>
            </a:extLst>
          </p:cNvPr>
          <p:cNvSpPr/>
          <p:nvPr userDrawn="1"/>
        </p:nvSpPr>
        <p:spPr bwMode="auto">
          <a:xfrm>
            <a:off x="0" y="0"/>
            <a:ext cx="9144000" cy="5143500"/>
          </a:xfrm>
          <a:prstGeom prst="rect">
            <a:avLst/>
          </a:prstGeom>
          <a:solidFill>
            <a:schemeClr val="tx1"/>
          </a:solidFill>
          <a:ln>
            <a:noFill/>
          </a:ln>
          <a:effectLst/>
        </p:spPr>
        <p:txBody>
          <a:bodyPr wrap="none"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prstClr val="white"/>
              </a:solidFill>
              <a:effectLst/>
              <a:uLnTx/>
              <a:uFillTx/>
              <a:latin typeface="Calibri Light" panose="020F0302020204030204" pitchFamily="34" charset="0"/>
              <a:ea typeface="Human Sans ExtraLight" charset="0"/>
              <a:cs typeface="Human Sans ExtraLight" charset="0"/>
            </a:endParaRPr>
          </a:p>
        </p:txBody>
      </p:sp>
      <p:sp>
        <p:nvSpPr>
          <p:cNvPr id="5" name="Text Placeholder 4">
            <a:extLst>
              <a:ext uri="{FF2B5EF4-FFF2-40B4-BE49-F238E27FC236}">
                <a16:creationId xmlns:a16="http://schemas.microsoft.com/office/drawing/2014/main" id="{A2159C2A-0FC8-422F-92E4-B92935AAE5A0}"/>
              </a:ext>
            </a:extLst>
          </p:cNvPr>
          <p:cNvSpPr>
            <a:spLocks noGrp="1"/>
          </p:cNvSpPr>
          <p:nvPr>
            <p:ph type="body" sz="quarter" idx="10" hasCustomPrompt="1"/>
          </p:nvPr>
        </p:nvSpPr>
        <p:spPr>
          <a:xfrm>
            <a:off x="351581" y="1371600"/>
            <a:ext cx="4867275" cy="1938992"/>
          </a:xfrm>
          <a:prstGeom prst="rect">
            <a:avLst/>
          </a:prstGeom>
        </p:spPr>
        <p:txBody>
          <a:bodyPr>
            <a:spAutoFit/>
          </a:bodyPr>
          <a:lstStyle>
            <a:lvl1pPr>
              <a:lnSpc>
                <a:spcPct val="100000"/>
              </a:lnSpc>
              <a:spcBef>
                <a:spcPts val="0"/>
              </a:spcBef>
              <a:defRPr sz="6000">
                <a:solidFill>
                  <a:schemeClr val="bg1"/>
                </a:solidFill>
                <a:latin typeface="Calibri Light" panose="020F0302020204030204" pitchFamily="34" charset="0"/>
                <a:cs typeface="Calibri Light" panose="020F0302020204030204" pitchFamily="34" charset="0"/>
              </a:defRPr>
            </a:lvl1pPr>
            <a:lvl2pPr>
              <a:buNone/>
              <a:defRPr/>
            </a:lvl2pPr>
          </a:lstStyle>
          <a:p>
            <a:pPr lvl="0"/>
            <a:r>
              <a:rPr lang="en-US"/>
              <a:t>Cover with </a:t>
            </a:r>
            <a:br>
              <a:rPr lang="en-US"/>
            </a:br>
            <a:r>
              <a:rPr lang="en-US"/>
              <a:t>text two lines</a:t>
            </a:r>
          </a:p>
        </p:txBody>
      </p:sp>
      <p:sp>
        <p:nvSpPr>
          <p:cNvPr id="13" name="Text Placeholder 4">
            <a:extLst>
              <a:ext uri="{FF2B5EF4-FFF2-40B4-BE49-F238E27FC236}">
                <a16:creationId xmlns:a16="http://schemas.microsoft.com/office/drawing/2014/main" id="{B8E369A2-FC86-4140-9080-E549260B9180}"/>
              </a:ext>
            </a:extLst>
          </p:cNvPr>
          <p:cNvSpPr>
            <a:spLocks noGrp="1"/>
          </p:cNvSpPr>
          <p:nvPr>
            <p:ph type="body" sz="quarter" idx="11" hasCustomPrompt="1"/>
          </p:nvPr>
        </p:nvSpPr>
        <p:spPr>
          <a:xfrm>
            <a:off x="351581" y="3497580"/>
            <a:ext cx="4867275" cy="646331"/>
          </a:xfrm>
          <a:prstGeom prst="rect">
            <a:avLst/>
          </a:prstGeom>
        </p:spPr>
        <p:txBody>
          <a:bodyPr>
            <a:spAutoFit/>
          </a:bodyPr>
          <a:lstStyle>
            <a:lvl1pPr>
              <a:lnSpc>
                <a:spcPct val="100000"/>
              </a:lnSpc>
              <a:spcBef>
                <a:spcPts val="0"/>
              </a:spcBef>
              <a:defRPr sz="1800">
                <a:solidFill>
                  <a:schemeClr val="bg1"/>
                </a:solidFill>
                <a:latin typeface="Calibri Light" panose="020F0302020204030204" pitchFamily="34" charset="0"/>
                <a:cs typeface="Calibri Light" panose="020F0302020204030204" pitchFamily="34" charset="0"/>
              </a:defRPr>
            </a:lvl1pPr>
            <a:lvl2pPr>
              <a:buNone/>
              <a:defRPr/>
            </a:lvl2pPr>
          </a:lstStyle>
          <a:p>
            <a:pPr lvl="0"/>
            <a:r>
              <a:rPr lang="en-US">
                <a:effectLst/>
              </a:rPr>
              <a:t>Sub-description text goes here over one or two lines</a:t>
            </a:r>
            <a:endParaRPr lang="en-US"/>
          </a:p>
        </p:txBody>
      </p:sp>
      <p:sp>
        <p:nvSpPr>
          <p:cNvPr id="14" name="Text Placeholder 4">
            <a:extLst>
              <a:ext uri="{FF2B5EF4-FFF2-40B4-BE49-F238E27FC236}">
                <a16:creationId xmlns:a16="http://schemas.microsoft.com/office/drawing/2014/main" id="{2F6A18E7-9305-4C6B-A5A3-4962D30A22A2}"/>
              </a:ext>
            </a:extLst>
          </p:cNvPr>
          <p:cNvSpPr>
            <a:spLocks noGrp="1"/>
          </p:cNvSpPr>
          <p:nvPr>
            <p:ph type="body" sz="quarter" idx="12" hasCustomPrompt="1"/>
          </p:nvPr>
        </p:nvSpPr>
        <p:spPr>
          <a:xfrm>
            <a:off x="351581" y="3934043"/>
            <a:ext cx="4867275" cy="253916"/>
          </a:xfrm>
          <a:prstGeom prst="rect">
            <a:avLst/>
          </a:prstGeom>
        </p:spPr>
        <p:txBody>
          <a:bodyPr>
            <a:spAutoFit/>
          </a:bodyPr>
          <a:lstStyle>
            <a:lvl1pPr>
              <a:lnSpc>
                <a:spcPct val="100000"/>
              </a:lnSpc>
              <a:spcBef>
                <a:spcPts val="0"/>
              </a:spcBef>
              <a:defRPr sz="1050" spc="225">
                <a:solidFill>
                  <a:schemeClr val="bg2"/>
                </a:solidFill>
              </a:defRPr>
            </a:lvl1pPr>
            <a:lvl2pPr>
              <a:buNone/>
              <a:defRPr/>
            </a:lvl2pPr>
          </a:lstStyle>
          <a:p>
            <a:pPr lvl="0"/>
            <a:r>
              <a:rPr lang="en-US">
                <a:effectLst/>
              </a:rPr>
              <a:t>23 OCTOBER 2020</a:t>
            </a:r>
            <a:endParaRPr lang="en-US"/>
          </a:p>
        </p:txBody>
      </p:sp>
      <p:pic>
        <p:nvPicPr>
          <p:cNvPr id="2" name="Graphic 1">
            <a:extLst>
              <a:ext uri="{FF2B5EF4-FFF2-40B4-BE49-F238E27FC236}">
                <a16:creationId xmlns:a16="http://schemas.microsoft.com/office/drawing/2014/main" id="{3421FFBE-FD73-4914-B88C-A205297E29C5}"/>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351582" y="457574"/>
            <a:ext cx="802848" cy="282942"/>
          </a:xfrm>
          <a:prstGeom prst="rect">
            <a:avLst/>
          </a:prstGeom>
        </p:spPr>
      </p:pic>
    </p:spTree>
    <p:extLst>
      <p:ext uri="{BB962C8B-B14F-4D97-AF65-F5344CB8AC3E}">
        <p14:creationId xmlns:p14="http://schemas.microsoft.com/office/powerpoint/2010/main" val="2705253714"/>
      </p:ext>
    </p:extLst>
  </p:cSld>
  <p:clrMapOvr>
    <a:masterClrMapping/>
  </p:clrMapOvr>
  <p:extLst>
    <p:ext uri="{DCECCB84-F9BA-43D5-87BE-67443E8EF086}">
      <p15:sldGuideLst xmlns:p15="http://schemas.microsoft.com/office/powerpoint/2012/main"/>
    </p:ext>
  </p:extLst>
</p:sldLayout>
</file>

<file path=ppt/slideLayouts/slideLayout15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502B2-F284-42C7-BF23-CCEE44F2B7B1}"/>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FF4FAABB-DD28-4B0D-BB2E-2EE53DD24CDB}"/>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234F4F07-6053-4317-B55E-1D8F93E08F2F}"/>
              </a:ext>
            </a:extLst>
          </p:cNvPr>
          <p:cNvSpPr>
            <a:spLocks noGrp="1"/>
          </p:cNvSpPr>
          <p:nvPr>
            <p:ph type="dt" sz="half" idx="10"/>
          </p:nvPr>
        </p:nvSpPr>
        <p:spPr/>
        <p:txBody>
          <a:bodyPr/>
          <a:lstStyle/>
          <a:p>
            <a:fld id="{D539717F-9C81-4977-8630-82DBDFF7780C}" type="datetimeFigureOut">
              <a:rPr lang="en-US" smtClean="0">
                <a:solidFill>
                  <a:prstClr val="black">
                    <a:tint val="75000"/>
                  </a:prstClr>
                </a:solidFill>
              </a:rPr>
              <a:pPr/>
              <a:t>10/13/2025</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CD1FE604-CBCE-4777-AE62-25DC98B7E5F4}"/>
              </a:ext>
            </a:extLst>
          </p:cNvPr>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1B1D02A6-457F-4DCA-A413-29DB2CE1F99C}"/>
              </a:ext>
            </a:extLst>
          </p:cNvPr>
          <p:cNvSpPr>
            <a:spLocks noGrp="1"/>
          </p:cNvSpPr>
          <p:nvPr>
            <p:ph type="sldNum" sz="quarter" idx="12"/>
          </p:nvPr>
        </p:nvSpPr>
        <p:spPr/>
        <p:txBody>
          <a:bodyPr/>
          <a:lstStyle/>
          <a:p>
            <a:fld id="{B7721D9F-5710-489E-A77D-74868045607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79665573"/>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1E9E6-CAEE-48AB-8255-CC8B68845DE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1454F85-7734-4C72-956D-22384833979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AE84A4-EE5F-4986-8227-6BC9F5F0407E}"/>
              </a:ext>
            </a:extLst>
          </p:cNvPr>
          <p:cNvSpPr>
            <a:spLocks noGrp="1"/>
          </p:cNvSpPr>
          <p:nvPr>
            <p:ph type="dt" sz="half" idx="10"/>
          </p:nvPr>
        </p:nvSpPr>
        <p:spPr/>
        <p:txBody>
          <a:bodyPr/>
          <a:lstStyle/>
          <a:p>
            <a:fld id="{D539717F-9C81-4977-8630-82DBDFF7780C}" type="datetimeFigureOut">
              <a:rPr lang="en-US" smtClean="0">
                <a:solidFill>
                  <a:prstClr val="black">
                    <a:tint val="75000"/>
                  </a:prstClr>
                </a:solidFill>
              </a:rPr>
              <a:pPr/>
              <a:t>10/13/2025</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55A7F0AC-4718-42F7-8F19-9E298D670825}"/>
              </a:ext>
            </a:extLst>
          </p:cNvPr>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509C72F1-983C-4465-9250-2E580243CB03}"/>
              </a:ext>
            </a:extLst>
          </p:cNvPr>
          <p:cNvSpPr>
            <a:spLocks noGrp="1"/>
          </p:cNvSpPr>
          <p:nvPr>
            <p:ph type="sldNum" sz="quarter" idx="12"/>
          </p:nvPr>
        </p:nvSpPr>
        <p:spPr/>
        <p:txBody>
          <a:bodyPr/>
          <a:lstStyle/>
          <a:p>
            <a:fld id="{B7721D9F-5710-489E-A77D-74868045607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77056990"/>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E42CB-A01B-443E-A576-5C2046DF6E41}"/>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91F6ACC7-4455-4707-B27E-4F806170E09B}"/>
              </a:ext>
            </a:extLst>
          </p:cNvPr>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49A51E-3083-48AB-9B8F-B04094B42891}"/>
              </a:ext>
            </a:extLst>
          </p:cNvPr>
          <p:cNvSpPr>
            <a:spLocks noGrp="1"/>
          </p:cNvSpPr>
          <p:nvPr>
            <p:ph type="dt" sz="half" idx="10"/>
          </p:nvPr>
        </p:nvSpPr>
        <p:spPr/>
        <p:txBody>
          <a:bodyPr/>
          <a:lstStyle/>
          <a:p>
            <a:fld id="{D539717F-9C81-4977-8630-82DBDFF7780C}" type="datetimeFigureOut">
              <a:rPr lang="en-US" smtClean="0">
                <a:solidFill>
                  <a:prstClr val="black">
                    <a:tint val="75000"/>
                  </a:prstClr>
                </a:solidFill>
              </a:rPr>
              <a:pPr/>
              <a:t>10/13/2025</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E452B75E-BEF3-4403-8572-CDE17A9826AC}"/>
              </a:ext>
            </a:extLst>
          </p:cNvPr>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B38B1BE4-5F21-4AC3-B756-315FCC76F838}"/>
              </a:ext>
            </a:extLst>
          </p:cNvPr>
          <p:cNvSpPr>
            <a:spLocks noGrp="1"/>
          </p:cNvSpPr>
          <p:nvPr>
            <p:ph type="sldNum" sz="quarter" idx="12"/>
          </p:nvPr>
        </p:nvSpPr>
        <p:spPr/>
        <p:txBody>
          <a:bodyPr/>
          <a:lstStyle/>
          <a:p>
            <a:fld id="{B7721D9F-5710-489E-A77D-74868045607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765510085"/>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67B0F-90CC-4AB6-8180-0D3E8038A1F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D97ECF8-20E8-47D3-991E-05925C53E7D7}"/>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BDCDDDF-0D5D-414D-8238-2A4D8313CB90}"/>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A3BC3EF-F6CA-4A2A-B28D-E19A2A2256C5}"/>
              </a:ext>
            </a:extLst>
          </p:cNvPr>
          <p:cNvSpPr>
            <a:spLocks noGrp="1"/>
          </p:cNvSpPr>
          <p:nvPr>
            <p:ph type="dt" sz="half" idx="10"/>
          </p:nvPr>
        </p:nvSpPr>
        <p:spPr/>
        <p:txBody>
          <a:bodyPr/>
          <a:lstStyle/>
          <a:p>
            <a:fld id="{D539717F-9C81-4977-8630-82DBDFF7780C}" type="datetimeFigureOut">
              <a:rPr lang="en-US" smtClean="0">
                <a:solidFill>
                  <a:prstClr val="black">
                    <a:tint val="75000"/>
                  </a:prstClr>
                </a:solidFill>
              </a:rPr>
              <a:pPr/>
              <a:t>10/13/2025</a:t>
            </a:fld>
            <a:endParaRPr lang="en-US">
              <a:solidFill>
                <a:prstClr val="black">
                  <a:tint val="75000"/>
                </a:prstClr>
              </a:solidFill>
            </a:endParaRPr>
          </a:p>
        </p:txBody>
      </p:sp>
      <p:sp>
        <p:nvSpPr>
          <p:cNvPr id="6" name="Footer Placeholder 5">
            <a:extLst>
              <a:ext uri="{FF2B5EF4-FFF2-40B4-BE49-F238E27FC236}">
                <a16:creationId xmlns:a16="http://schemas.microsoft.com/office/drawing/2014/main" id="{429766E8-77CE-4412-BF9B-861F922B3053}"/>
              </a:ext>
            </a:extLst>
          </p:cNvPr>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a:extLst>
              <a:ext uri="{FF2B5EF4-FFF2-40B4-BE49-F238E27FC236}">
                <a16:creationId xmlns:a16="http://schemas.microsoft.com/office/drawing/2014/main" id="{EC59C709-DD3A-4895-80F2-C25F4832082C}"/>
              </a:ext>
            </a:extLst>
          </p:cNvPr>
          <p:cNvSpPr>
            <a:spLocks noGrp="1"/>
          </p:cNvSpPr>
          <p:nvPr>
            <p:ph type="sldNum" sz="quarter" idx="12"/>
          </p:nvPr>
        </p:nvSpPr>
        <p:spPr/>
        <p:txBody>
          <a:bodyPr/>
          <a:lstStyle/>
          <a:p>
            <a:fld id="{B7721D9F-5710-489E-A77D-74868045607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054408796"/>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B3653-A005-461A-837D-448DFF3F5EFD}"/>
              </a:ext>
            </a:extLst>
          </p:cNvPr>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a:extLst>
              <a:ext uri="{FF2B5EF4-FFF2-40B4-BE49-F238E27FC236}">
                <a16:creationId xmlns:a16="http://schemas.microsoft.com/office/drawing/2014/main" id="{90B01DB9-3560-4A5D-9CA0-32DE1207B139}"/>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37DC8D96-BDF6-4089-A3E5-13B89D50E66D}"/>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A367826-6007-46F6-9562-5567AC51A685}"/>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9D729EAD-C5CF-4C2F-9E03-0B5850440258}"/>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46A2F3F-6876-4138-A007-604F2AEA77CA}"/>
              </a:ext>
            </a:extLst>
          </p:cNvPr>
          <p:cNvSpPr>
            <a:spLocks noGrp="1"/>
          </p:cNvSpPr>
          <p:nvPr>
            <p:ph type="dt" sz="half" idx="10"/>
          </p:nvPr>
        </p:nvSpPr>
        <p:spPr/>
        <p:txBody>
          <a:bodyPr/>
          <a:lstStyle/>
          <a:p>
            <a:fld id="{D539717F-9C81-4977-8630-82DBDFF7780C}" type="datetimeFigureOut">
              <a:rPr lang="en-US" smtClean="0">
                <a:solidFill>
                  <a:prstClr val="black">
                    <a:tint val="75000"/>
                  </a:prstClr>
                </a:solidFill>
              </a:rPr>
              <a:pPr/>
              <a:t>10/13/2025</a:t>
            </a:fld>
            <a:endParaRPr lang="en-US">
              <a:solidFill>
                <a:prstClr val="black">
                  <a:tint val="75000"/>
                </a:prstClr>
              </a:solidFill>
            </a:endParaRPr>
          </a:p>
        </p:txBody>
      </p:sp>
      <p:sp>
        <p:nvSpPr>
          <p:cNvPr id="8" name="Footer Placeholder 7">
            <a:extLst>
              <a:ext uri="{FF2B5EF4-FFF2-40B4-BE49-F238E27FC236}">
                <a16:creationId xmlns:a16="http://schemas.microsoft.com/office/drawing/2014/main" id="{5DD8B379-A89F-4305-97B4-91E198461201}"/>
              </a:ext>
            </a:extLst>
          </p:cNvPr>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a:extLst>
              <a:ext uri="{FF2B5EF4-FFF2-40B4-BE49-F238E27FC236}">
                <a16:creationId xmlns:a16="http://schemas.microsoft.com/office/drawing/2014/main" id="{E279678D-3A0A-4F67-ABAC-490A232ECB9F}"/>
              </a:ext>
            </a:extLst>
          </p:cNvPr>
          <p:cNvSpPr>
            <a:spLocks noGrp="1"/>
          </p:cNvSpPr>
          <p:nvPr>
            <p:ph type="sldNum" sz="quarter" idx="12"/>
          </p:nvPr>
        </p:nvSpPr>
        <p:spPr/>
        <p:txBody>
          <a:bodyPr/>
          <a:lstStyle/>
          <a:p>
            <a:fld id="{B7721D9F-5710-489E-A77D-74868045607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88160464"/>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291F4-9B18-4E3E-BE77-7C3632EB4A7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11976C3-7F53-4501-B842-E5B80E281325}"/>
              </a:ext>
            </a:extLst>
          </p:cNvPr>
          <p:cNvSpPr>
            <a:spLocks noGrp="1"/>
          </p:cNvSpPr>
          <p:nvPr>
            <p:ph type="dt" sz="half" idx="10"/>
          </p:nvPr>
        </p:nvSpPr>
        <p:spPr/>
        <p:txBody>
          <a:bodyPr/>
          <a:lstStyle/>
          <a:p>
            <a:fld id="{D539717F-9C81-4977-8630-82DBDFF7780C}" type="datetimeFigureOut">
              <a:rPr lang="en-US" smtClean="0">
                <a:solidFill>
                  <a:prstClr val="black">
                    <a:tint val="75000"/>
                  </a:prstClr>
                </a:solidFill>
              </a:rPr>
              <a:pPr/>
              <a:t>10/13/2025</a:t>
            </a:fld>
            <a:endParaRPr lang="en-US">
              <a:solidFill>
                <a:prstClr val="black">
                  <a:tint val="75000"/>
                </a:prstClr>
              </a:solidFill>
            </a:endParaRPr>
          </a:p>
        </p:txBody>
      </p:sp>
      <p:sp>
        <p:nvSpPr>
          <p:cNvPr id="4" name="Footer Placeholder 3">
            <a:extLst>
              <a:ext uri="{FF2B5EF4-FFF2-40B4-BE49-F238E27FC236}">
                <a16:creationId xmlns:a16="http://schemas.microsoft.com/office/drawing/2014/main" id="{D6514DCE-CA83-45BE-A14A-BE766EEC6364}"/>
              </a:ext>
            </a:extLst>
          </p:cNvPr>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a:extLst>
              <a:ext uri="{FF2B5EF4-FFF2-40B4-BE49-F238E27FC236}">
                <a16:creationId xmlns:a16="http://schemas.microsoft.com/office/drawing/2014/main" id="{57A1343C-AB93-4C9D-8EB6-E35122FEEB94}"/>
              </a:ext>
            </a:extLst>
          </p:cNvPr>
          <p:cNvSpPr>
            <a:spLocks noGrp="1"/>
          </p:cNvSpPr>
          <p:nvPr>
            <p:ph type="sldNum" sz="quarter" idx="12"/>
          </p:nvPr>
        </p:nvSpPr>
        <p:spPr/>
        <p:txBody>
          <a:bodyPr/>
          <a:lstStyle/>
          <a:p>
            <a:fld id="{B7721D9F-5710-489E-A77D-74868045607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859903688"/>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FF957BE-050A-4790-9AAD-9ACBB2DE553F}"/>
              </a:ext>
            </a:extLst>
          </p:cNvPr>
          <p:cNvSpPr>
            <a:spLocks noGrp="1"/>
          </p:cNvSpPr>
          <p:nvPr>
            <p:ph type="dt" sz="half" idx="10"/>
          </p:nvPr>
        </p:nvSpPr>
        <p:spPr/>
        <p:txBody>
          <a:bodyPr/>
          <a:lstStyle/>
          <a:p>
            <a:fld id="{D539717F-9C81-4977-8630-82DBDFF7780C}" type="datetimeFigureOut">
              <a:rPr lang="en-US" smtClean="0">
                <a:solidFill>
                  <a:prstClr val="black">
                    <a:tint val="75000"/>
                  </a:prstClr>
                </a:solidFill>
              </a:rPr>
              <a:pPr/>
              <a:t>10/13/2025</a:t>
            </a:fld>
            <a:endParaRPr lang="en-US">
              <a:solidFill>
                <a:prstClr val="black">
                  <a:tint val="75000"/>
                </a:prstClr>
              </a:solidFill>
            </a:endParaRPr>
          </a:p>
        </p:txBody>
      </p:sp>
      <p:sp>
        <p:nvSpPr>
          <p:cNvPr id="3" name="Footer Placeholder 2">
            <a:extLst>
              <a:ext uri="{FF2B5EF4-FFF2-40B4-BE49-F238E27FC236}">
                <a16:creationId xmlns:a16="http://schemas.microsoft.com/office/drawing/2014/main" id="{C39A2B61-5C90-491B-A9AA-43CF0F053087}"/>
              </a:ext>
            </a:extLst>
          </p:cNvPr>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a:extLst>
              <a:ext uri="{FF2B5EF4-FFF2-40B4-BE49-F238E27FC236}">
                <a16:creationId xmlns:a16="http://schemas.microsoft.com/office/drawing/2014/main" id="{F32ADE15-BE2B-4814-9932-74C6F1069991}"/>
              </a:ext>
            </a:extLst>
          </p:cNvPr>
          <p:cNvSpPr>
            <a:spLocks noGrp="1"/>
          </p:cNvSpPr>
          <p:nvPr>
            <p:ph type="sldNum" sz="quarter" idx="12"/>
          </p:nvPr>
        </p:nvSpPr>
        <p:spPr/>
        <p:txBody>
          <a:bodyPr/>
          <a:lstStyle/>
          <a:p>
            <a:fld id="{B7721D9F-5710-489E-A77D-74868045607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70868468"/>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366D32-F164-483A-AEAB-B02B606A9748}"/>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79E24CF8-D014-48E6-95BB-642E87DF3A91}"/>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41079F3-A39B-4BEB-A4F4-8D684D5FAC79}"/>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63C41FE0-80AD-4B91-B4BE-82B13D96706B}"/>
              </a:ext>
            </a:extLst>
          </p:cNvPr>
          <p:cNvSpPr>
            <a:spLocks noGrp="1"/>
          </p:cNvSpPr>
          <p:nvPr>
            <p:ph type="dt" sz="half" idx="10"/>
          </p:nvPr>
        </p:nvSpPr>
        <p:spPr/>
        <p:txBody>
          <a:bodyPr/>
          <a:lstStyle/>
          <a:p>
            <a:fld id="{D539717F-9C81-4977-8630-82DBDFF7780C}" type="datetimeFigureOut">
              <a:rPr lang="en-US" smtClean="0">
                <a:solidFill>
                  <a:prstClr val="black">
                    <a:tint val="75000"/>
                  </a:prstClr>
                </a:solidFill>
              </a:rPr>
              <a:pPr/>
              <a:t>10/13/2025</a:t>
            </a:fld>
            <a:endParaRPr lang="en-US">
              <a:solidFill>
                <a:prstClr val="black">
                  <a:tint val="75000"/>
                </a:prstClr>
              </a:solidFill>
            </a:endParaRPr>
          </a:p>
        </p:txBody>
      </p:sp>
      <p:sp>
        <p:nvSpPr>
          <p:cNvPr id="6" name="Footer Placeholder 5">
            <a:extLst>
              <a:ext uri="{FF2B5EF4-FFF2-40B4-BE49-F238E27FC236}">
                <a16:creationId xmlns:a16="http://schemas.microsoft.com/office/drawing/2014/main" id="{C4220B5B-E96A-4C89-AA98-4F691E2B1759}"/>
              </a:ext>
            </a:extLst>
          </p:cNvPr>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a:extLst>
              <a:ext uri="{FF2B5EF4-FFF2-40B4-BE49-F238E27FC236}">
                <a16:creationId xmlns:a16="http://schemas.microsoft.com/office/drawing/2014/main" id="{795D6E12-B96F-4FDB-800E-6FEC31B0B750}"/>
              </a:ext>
            </a:extLst>
          </p:cNvPr>
          <p:cNvSpPr>
            <a:spLocks noGrp="1"/>
          </p:cNvSpPr>
          <p:nvPr>
            <p:ph type="sldNum" sz="quarter" idx="12"/>
          </p:nvPr>
        </p:nvSpPr>
        <p:spPr/>
        <p:txBody>
          <a:bodyPr/>
          <a:lstStyle/>
          <a:p>
            <a:fld id="{B7721D9F-5710-489E-A77D-74868045607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27554016"/>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334AD-DA77-46E6-B1B9-475711384DB1}"/>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F769874E-151B-47D6-BEFC-B00C9F4CEF92}"/>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5CDD0433-9150-473B-8D4E-F20598DF651C}"/>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CE8583B3-24FF-4F22-B3A8-DAB669D47C61}"/>
              </a:ext>
            </a:extLst>
          </p:cNvPr>
          <p:cNvSpPr>
            <a:spLocks noGrp="1"/>
          </p:cNvSpPr>
          <p:nvPr>
            <p:ph type="dt" sz="half" idx="10"/>
          </p:nvPr>
        </p:nvSpPr>
        <p:spPr/>
        <p:txBody>
          <a:bodyPr/>
          <a:lstStyle/>
          <a:p>
            <a:fld id="{D539717F-9C81-4977-8630-82DBDFF7780C}" type="datetimeFigureOut">
              <a:rPr lang="en-US" smtClean="0">
                <a:solidFill>
                  <a:prstClr val="black">
                    <a:tint val="75000"/>
                  </a:prstClr>
                </a:solidFill>
              </a:rPr>
              <a:pPr/>
              <a:t>10/13/2025</a:t>
            </a:fld>
            <a:endParaRPr lang="en-US">
              <a:solidFill>
                <a:prstClr val="black">
                  <a:tint val="75000"/>
                </a:prstClr>
              </a:solidFill>
            </a:endParaRPr>
          </a:p>
        </p:txBody>
      </p:sp>
      <p:sp>
        <p:nvSpPr>
          <p:cNvPr id="6" name="Footer Placeholder 5">
            <a:extLst>
              <a:ext uri="{FF2B5EF4-FFF2-40B4-BE49-F238E27FC236}">
                <a16:creationId xmlns:a16="http://schemas.microsoft.com/office/drawing/2014/main" id="{6AFE626A-E2BE-4DCC-8CA7-408A7B92CC0E}"/>
              </a:ext>
            </a:extLst>
          </p:cNvPr>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a:extLst>
              <a:ext uri="{FF2B5EF4-FFF2-40B4-BE49-F238E27FC236}">
                <a16:creationId xmlns:a16="http://schemas.microsoft.com/office/drawing/2014/main" id="{67F01558-50D0-4C40-B84E-57A3E76BC76A}"/>
              </a:ext>
            </a:extLst>
          </p:cNvPr>
          <p:cNvSpPr>
            <a:spLocks noGrp="1"/>
          </p:cNvSpPr>
          <p:nvPr>
            <p:ph type="sldNum" sz="quarter" idx="12"/>
          </p:nvPr>
        </p:nvSpPr>
        <p:spPr/>
        <p:txBody>
          <a:bodyPr/>
          <a:lstStyle/>
          <a:p>
            <a:fld id="{B7721D9F-5710-489E-A77D-74868045607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4478444"/>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F42BD-1777-41A5-9EC7-ED603736096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7823BCD-2F4E-46A6-9460-79D24D9A102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EEF4C9-BD5D-42A5-928E-363F8D4F5B81}"/>
              </a:ext>
            </a:extLst>
          </p:cNvPr>
          <p:cNvSpPr>
            <a:spLocks noGrp="1"/>
          </p:cNvSpPr>
          <p:nvPr>
            <p:ph type="dt" sz="half" idx="10"/>
          </p:nvPr>
        </p:nvSpPr>
        <p:spPr/>
        <p:txBody>
          <a:bodyPr/>
          <a:lstStyle/>
          <a:p>
            <a:fld id="{D539717F-9C81-4977-8630-82DBDFF7780C}" type="datetimeFigureOut">
              <a:rPr lang="en-US" smtClean="0">
                <a:solidFill>
                  <a:prstClr val="black">
                    <a:tint val="75000"/>
                  </a:prstClr>
                </a:solidFill>
              </a:rPr>
              <a:pPr/>
              <a:t>10/13/2025</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DAED6834-A057-4D98-845F-9AC9BF24EF2B}"/>
              </a:ext>
            </a:extLst>
          </p:cNvPr>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8E95562C-CF49-4DD9-BFBC-A6819FB90053}"/>
              </a:ext>
            </a:extLst>
          </p:cNvPr>
          <p:cNvSpPr>
            <a:spLocks noGrp="1"/>
          </p:cNvSpPr>
          <p:nvPr>
            <p:ph type="sldNum" sz="quarter" idx="12"/>
          </p:nvPr>
        </p:nvSpPr>
        <p:spPr/>
        <p:txBody>
          <a:bodyPr/>
          <a:lstStyle/>
          <a:p>
            <a:fld id="{B7721D9F-5710-489E-A77D-74868045607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6086794"/>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019462E-6A48-4C17-8DC7-8A505DE7A744}"/>
              </a:ext>
            </a:extLst>
          </p:cNvPr>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31F50F7-FDFA-4B4C-B9F3-90830E8EC860}"/>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6948E5-2511-44E7-AC5A-E55415C39B1C}"/>
              </a:ext>
            </a:extLst>
          </p:cNvPr>
          <p:cNvSpPr>
            <a:spLocks noGrp="1"/>
          </p:cNvSpPr>
          <p:nvPr>
            <p:ph type="dt" sz="half" idx="10"/>
          </p:nvPr>
        </p:nvSpPr>
        <p:spPr/>
        <p:txBody>
          <a:bodyPr/>
          <a:lstStyle/>
          <a:p>
            <a:fld id="{D539717F-9C81-4977-8630-82DBDFF7780C}" type="datetimeFigureOut">
              <a:rPr lang="en-US" smtClean="0">
                <a:solidFill>
                  <a:prstClr val="black">
                    <a:tint val="75000"/>
                  </a:prstClr>
                </a:solidFill>
              </a:rPr>
              <a:pPr/>
              <a:t>10/13/2025</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B5108831-D4A1-44C0-8FCC-23D0CB3AC201}"/>
              </a:ext>
            </a:extLst>
          </p:cNvPr>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23D0ED23-1E73-4EFB-A63F-EB003CDB11BF}"/>
              </a:ext>
            </a:extLst>
          </p:cNvPr>
          <p:cNvSpPr>
            <a:spLocks noGrp="1"/>
          </p:cNvSpPr>
          <p:nvPr>
            <p:ph type="sldNum" sz="quarter" idx="12"/>
          </p:nvPr>
        </p:nvSpPr>
        <p:spPr/>
        <p:txBody>
          <a:bodyPr/>
          <a:lstStyle/>
          <a:p>
            <a:fld id="{B7721D9F-5710-489E-A77D-74868045607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24955533"/>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189" lvl="0" indent="-342892">
              <a:spcBef>
                <a:spcPts val="0"/>
              </a:spcBef>
              <a:spcAft>
                <a:spcPts val="0"/>
              </a:spcAft>
              <a:buSzPts val="1800"/>
              <a:buChar char="●"/>
              <a:defRPr/>
            </a:lvl1pPr>
            <a:lvl2pPr marL="914378" lvl="1" indent="-317492">
              <a:spcBef>
                <a:spcPts val="1600"/>
              </a:spcBef>
              <a:spcAft>
                <a:spcPts val="0"/>
              </a:spcAft>
              <a:buSzPts val="1400"/>
              <a:buChar char="○"/>
              <a:defRPr/>
            </a:lvl2pPr>
            <a:lvl3pPr marL="1371566" lvl="2" indent="-317492">
              <a:spcBef>
                <a:spcPts val="1600"/>
              </a:spcBef>
              <a:spcAft>
                <a:spcPts val="0"/>
              </a:spcAft>
              <a:buSzPts val="1400"/>
              <a:buChar char="■"/>
              <a:defRPr/>
            </a:lvl3pPr>
            <a:lvl4pPr marL="1828754" lvl="3" indent="-317492">
              <a:spcBef>
                <a:spcPts val="1600"/>
              </a:spcBef>
              <a:spcAft>
                <a:spcPts val="0"/>
              </a:spcAft>
              <a:buSzPts val="1400"/>
              <a:buChar char="●"/>
              <a:defRPr/>
            </a:lvl4pPr>
            <a:lvl5pPr marL="2285943" lvl="4" indent="-317492">
              <a:spcBef>
                <a:spcPts val="1600"/>
              </a:spcBef>
              <a:spcAft>
                <a:spcPts val="0"/>
              </a:spcAft>
              <a:buSzPts val="1400"/>
              <a:buChar char="○"/>
              <a:defRPr/>
            </a:lvl5pPr>
            <a:lvl6pPr marL="2743132" lvl="5" indent="-317492">
              <a:spcBef>
                <a:spcPts val="1600"/>
              </a:spcBef>
              <a:spcAft>
                <a:spcPts val="0"/>
              </a:spcAft>
              <a:buSzPts val="1400"/>
              <a:buChar char="■"/>
              <a:defRPr/>
            </a:lvl6pPr>
            <a:lvl7pPr marL="3200320" lvl="6" indent="-317492">
              <a:spcBef>
                <a:spcPts val="1600"/>
              </a:spcBef>
              <a:spcAft>
                <a:spcPts val="0"/>
              </a:spcAft>
              <a:buSzPts val="1400"/>
              <a:buChar char="●"/>
              <a:defRPr/>
            </a:lvl7pPr>
            <a:lvl8pPr marL="3657509" lvl="7" indent="-317492">
              <a:spcBef>
                <a:spcPts val="1600"/>
              </a:spcBef>
              <a:spcAft>
                <a:spcPts val="0"/>
              </a:spcAft>
              <a:buSzPts val="1400"/>
              <a:buChar char="○"/>
              <a:defRPr/>
            </a:lvl8pPr>
            <a:lvl9pPr marL="4114697" lvl="8" indent="-317492">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hu" smtClean="0">
                <a:solidFill>
                  <a:prstClr val="black">
                    <a:tint val="75000"/>
                  </a:prstClr>
                </a:solidFill>
              </a:rPr>
              <a:pPr/>
              <a:t>‹#›</a:t>
            </a:fld>
            <a:endParaRPr lang="hu">
              <a:solidFill>
                <a:prstClr val="black">
                  <a:tint val="75000"/>
                </a:prstClr>
              </a:solidFill>
            </a:endParaRPr>
          </a:p>
        </p:txBody>
      </p:sp>
    </p:spTree>
    <p:extLst>
      <p:ext uri="{BB962C8B-B14F-4D97-AF65-F5344CB8AC3E}">
        <p14:creationId xmlns:p14="http://schemas.microsoft.com/office/powerpoint/2010/main" val="1332525240"/>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matchingName="Section header" type="secHead">
  <p:cSld name="1_Section 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hu" smtClean="0">
                <a:solidFill>
                  <a:prstClr val="black">
                    <a:tint val="75000"/>
                  </a:prstClr>
                </a:solidFill>
              </a:rPr>
              <a:pPr/>
              <a:t>‹#›</a:t>
            </a:fld>
            <a:endParaRPr lang="hu">
              <a:solidFill>
                <a:prstClr val="black">
                  <a:tint val="75000"/>
                </a:prstClr>
              </a:solidFill>
            </a:endParaRPr>
          </a:p>
        </p:txBody>
      </p:sp>
    </p:spTree>
    <p:extLst>
      <p:ext uri="{BB962C8B-B14F-4D97-AF65-F5344CB8AC3E}">
        <p14:creationId xmlns:p14="http://schemas.microsoft.com/office/powerpoint/2010/main" val="432556767"/>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userDrawn="1">
  <p:cSld name="Cover-Black">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39377C-8642-441F-BDC6-500DB01AD362}"/>
              </a:ext>
            </a:extLst>
          </p:cNvPr>
          <p:cNvSpPr/>
          <p:nvPr userDrawn="1"/>
        </p:nvSpPr>
        <p:spPr bwMode="auto">
          <a:xfrm>
            <a:off x="0" y="0"/>
            <a:ext cx="9144000" cy="5143500"/>
          </a:xfrm>
          <a:prstGeom prst="rect">
            <a:avLst/>
          </a:prstGeom>
          <a:solidFill>
            <a:schemeClr val="tx1"/>
          </a:solidFill>
          <a:ln>
            <a:noFill/>
          </a:ln>
          <a:effectLst/>
        </p:spPr>
        <p:txBody>
          <a:bodyPr wrap="none"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prstClr val="white"/>
              </a:solidFill>
              <a:effectLst/>
              <a:uLnTx/>
              <a:uFillTx/>
              <a:latin typeface="Calibri Light" panose="020F0302020204030204" pitchFamily="34" charset="0"/>
              <a:ea typeface="Human Sans ExtraLight" charset="0"/>
              <a:cs typeface="Human Sans ExtraLight" charset="0"/>
            </a:endParaRPr>
          </a:p>
        </p:txBody>
      </p:sp>
      <p:sp>
        <p:nvSpPr>
          <p:cNvPr id="5" name="Text Placeholder 4">
            <a:extLst>
              <a:ext uri="{FF2B5EF4-FFF2-40B4-BE49-F238E27FC236}">
                <a16:creationId xmlns:a16="http://schemas.microsoft.com/office/drawing/2014/main" id="{A2159C2A-0FC8-422F-92E4-B92935AAE5A0}"/>
              </a:ext>
            </a:extLst>
          </p:cNvPr>
          <p:cNvSpPr>
            <a:spLocks noGrp="1"/>
          </p:cNvSpPr>
          <p:nvPr>
            <p:ph type="body" sz="quarter" idx="10" hasCustomPrompt="1"/>
          </p:nvPr>
        </p:nvSpPr>
        <p:spPr>
          <a:xfrm>
            <a:off x="351581" y="1371600"/>
            <a:ext cx="4867275" cy="1938992"/>
          </a:xfrm>
          <a:prstGeom prst="rect">
            <a:avLst/>
          </a:prstGeom>
        </p:spPr>
        <p:txBody>
          <a:bodyPr>
            <a:spAutoFit/>
          </a:bodyPr>
          <a:lstStyle>
            <a:lvl1pPr>
              <a:lnSpc>
                <a:spcPct val="100000"/>
              </a:lnSpc>
              <a:spcBef>
                <a:spcPts val="0"/>
              </a:spcBef>
              <a:defRPr sz="6000">
                <a:solidFill>
                  <a:schemeClr val="bg1"/>
                </a:solidFill>
                <a:latin typeface="Calibri Light" panose="020F0302020204030204" pitchFamily="34" charset="0"/>
                <a:cs typeface="Calibri Light" panose="020F0302020204030204" pitchFamily="34" charset="0"/>
              </a:defRPr>
            </a:lvl1pPr>
            <a:lvl2pPr>
              <a:buNone/>
              <a:defRPr/>
            </a:lvl2pPr>
          </a:lstStyle>
          <a:p>
            <a:pPr lvl="0"/>
            <a:r>
              <a:rPr lang="en-US"/>
              <a:t>Cover with </a:t>
            </a:r>
            <a:br>
              <a:rPr lang="en-US"/>
            </a:br>
            <a:r>
              <a:rPr lang="en-US"/>
              <a:t>text two lines</a:t>
            </a:r>
          </a:p>
        </p:txBody>
      </p:sp>
      <p:sp>
        <p:nvSpPr>
          <p:cNvPr id="13" name="Text Placeholder 4">
            <a:extLst>
              <a:ext uri="{FF2B5EF4-FFF2-40B4-BE49-F238E27FC236}">
                <a16:creationId xmlns:a16="http://schemas.microsoft.com/office/drawing/2014/main" id="{B8E369A2-FC86-4140-9080-E549260B9180}"/>
              </a:ext>
            </a:extLst>
          </p:cNvPr>
          <p:cNvSpPr>
            <a:spLocks noGrp="1"/>
          </p:cNvSpPr>
          <p:nvPr>
            <p:ph type="body" sz="quarter" idx="11" hasCustomPrompt="1"/>
          </p:nvPr>
        </p:nvSpPr>
        <p:spPr>
          <a:xfrm>
            <a:off x="351581" y="3497580"/>
            <a:ext cx="4867275" cy="646331"/>
          </a:xfrm>
          <a:prstGeom prst="rect">
            <a:avLst/>
          </a:prstGeom>
        </p:spPr>
        <p:txBody>
          <a:bodyPr>
            <a:spAutoFit/>
          </a:bodyPr>
          <a:lstStyle>
            <a:lvl1pPr>
              <a:lnSpc>
                <a:spcPct val="100000"/>
              </a:lnSpc>
              <a:spcBef>
                <a:spcPts val="0"/>
              </a:spcBef>
              <a:defRPr sz="1800">
                <a:solidFill>
                  <a:schemeClr val="bg1"/>
                </a:solidFill>
                <a:latin typeface="Calibri Light" panose="020F0302020204030204" pitchFamily="34" charset="0"/>
                <a:cs typeface="Calibri Light" panose="020F0302020204030204" pitchFamily="34" charset="0"/>
              </a:defRPr>
            </a:lvl1pPr>
            <a:lvl2pPr>
              <a:buNone/>
              <a:defRPr/>
            </a:lvl2pPr>
          </a:lstStyle>
          <a:p>
            <a:pPr lvl="0"/>
            <a:r>
              <a:rPr lang="en-US">
                <a:effectLst/>
              </a:rPr>
              <a:t>Sub-description text goes here over one or two lines</a:t>
            </a:r>
            <a:endParaRPr lang="en-US"/>
          </a:p>
        </p:txBody>
      </p:sp>
      <p:sp>
        <p:nvSpPr>
          <p:cNvPr id="14" name="Text Placeholder 4">
            <a:extLst>
              <a:ext uri="{FF2B5EF4-FFF2-40B4-BE49-F238E27FC236}">
                <a16:creationId xmlns:a16="http://schemas.microsoft.com/office/drawing/2014/main" id="{2F6A18E7-9305-4C6B-A5A3-4962D30A22A2}"/>
              </a:ext>
            </a:extLst>
          </p:cNvPr>
          <p:cNvSpPr>
            <a:spLocks noGrp="1"/>
          </p:cNvSpPr>
          <p:nvPr>
            <p:ph type="body" sz="quarter" idx="12" hasCustomPrompt="1"/>
          </p:nvPr>
        </p:nvSpPr>
        <p:spPr>
          <a:xfrm>
            <a:off x="351581" y="3934043"/>
            <a:ext cx="4867275" cy="253916"/>
          </a:xfrm>
          <a:prstGeom prst="rect">
            <a:avLst/>
          </a:prstGeom>
        </p:spPr>
        <p:txBody>
          <a:bodyPr>
            <a:spAutoFit/>
          </a:bodyPr>
          <a:lstStyle>
            <a:lvl1pPr>
              <a:lnSpc>
                <a:spcPct val="100000"/>
              </a:lnSpc>
              <a:spcBef>
                <a:spcPts val="0"/>
              </a:spcBef>
              <a:defRPr sz="1050" spc="225">
                <a:solidFill>
                  <a:schemeClr val="bg2"/>
                </a:solidFill>
              </a:defRPr>
            </a:lvl1pPr>
            <a:lvl2pPr>
              <a:buNone/>
              <a:defRPr/>
            </a:lvl2pPr>
          </a:lstStyle>
          <a:p>
            <a:pPr lvl="0"/>
            <a:r>
              <a:rPr lang="en-US">
                <a:effectLst/>
              </a:rPr>
              <a:t>23 OCTOBER 2020</a:t>
            </a:r>
            <a:endParaRPr lang="en-US"/>
          </a:p>
        </p:txBody>
      </p:sp>
      <p:pic>
        <p:nvPicPr>
          <p:cNvPr id="2" name="Graphic 1">
            <a:extLst>
              <a:ext uri="{FF2B5EF4-FFF2-40B4-BE49-F238E27FC236}">
                <a16:creationId xmlns:a16="http://schemas.microsoft.com/office/drawing/2014/main" id="{3421FFBE-FD73-4914-B88C-A205297E29C5}"/>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351582" y="457574"/>
            <a:ext cx="802848" cy="282942"/>
          </a:xfrm>
          <a:prstGeom prst="rect">
            <a:avLst/>
          </a:prstGeom>
        </p:spPr>
      </p:pic>
    </p:spTree>
    <p:extLst>
      <p:ext uri="{BB962C8B-B14F-4D97-AF65-F5344CB8AC3E}">
        <p14:creationId xmlns:p14="http://schemas.microsoft.com/office/powerpoint/2010/main" val="400103311"/>
      </p:ext>
    </p:extLst>
  </p:cSld>
  <p:clrMapOvr>
    <a:masterClrMapping/>
  </p:clrMapOvr>
  <p:extLst>
    <p:ext uri="{DCECCB84-F9BA-43D5-87BE-67443E8EF086}">
      <p15:sldGuideLst xmlns:p15="http://schemas.microsoft.com/office/powerpoint/2012/main"/>
    </p:ext>
  </p:extLst>
</p:sldLayout>
</file>

<file path=ppt/slideLayouts/slideLayout16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502B2-F284-42C7-BF23-CCEE44F2B7B1}"/>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FF4FAABB-DD28-4B0D-BB2E-2EE53DD24CDB}"/>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234F4F07-6053-4317-B55E-1D8F93E08F2F}"/>
              </a:ext>
            </a:extLst>
          </p:cNvPr>
          <p:cNvSpPr>
            <a:spLocks noGrp="1"/>
          </p:cNvSpPr>
          <p:nvPr>
            <p:ph type="dt" sz="half" idx="10"/>
          </p:nvPr>
        </p:nvSpPr>
        <p:spPr/>
        <p:txBody>
          <a:bodyPr/>
          <a:lstStyle/>
          <a:p>
            <a:fld id="{D539717F-9C81-4977-8630-82DBDFF7780C}" type="datetimeFigureOut">
              <a:rPr lang="en-US" smtClean="0">
                <a:solidFill>
                  <a:prstClr val="black">
                    <a:tint val="75000"/>
                  </a:prstClr>
                </a:solidFill>
              </a:rPr>
              <a:pPr/>
              <a:t>10/13/2025</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CD1FE604-CBCE-4777-AE62-25DC98B7E5F4}"/>
              </a:ext>
            </a:extLst>
          </p:cNvPr>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1B1D02A6-457F-4DCA-A413-29DB2CE1F99C}"/>
              </a:ext>
            </a:extLst>
          </p:cNvPr>
          <p:cNvSpPr>
            <a:spLocks noGrp="1"/>
          </p:cNvSpPr>
          <p:nvPr>
            <p:ph type="sldNum" sz="quarter" idx="12"/>
          </p:nvPr>
        </p:nvSpPr>
        <p:spPr/>
        <p:txBody>
          <a:bodyPr/>
          <a:lstStyle/>
          <a:p>
            <a:fld id="{B7721D9F-5710-489E-A77D-74868045607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440930407"/>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1E9E6-CAEE-48AB-8255-CC8B68845DE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1454F85-7734-4C72-956D-22384833979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AE84A4-EE5F-4986-8227-6BC9F5F0407E}"/>
              </a:ext>
            </a:extLst>
          </p:cNvPr>
          <p:cNvSpPr>
            <a:spLocks noGrp="1"/>
          </p:cNvSpPr>
          <p:nvPr>
            <p:ph type="dt" sz="half" idx="10"/>
          </p:nvPr>
        </p:nvSpPr>
        <p:spPr/>
        <p:txBody>
          <a:bodyPr/>
          <a:lstStyle/>
          <a:p>
            <a:fld id="{D539717F-9C81-4977-8630-82DBDFF7780C}" type="datetimeFigureOut">
              <a:rPr lang="en-US" smtClean="0">
                <a:solidFill>
                  <a:prstClr val="black">
                    <a:tint val="75000"/>
                  </a:prstClr>
                </a:solidFill>
              </a:rPr>
              <a:pPr/>
              <a:t>10/13/2025</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55A7F0AC-4718-42F7-8F19-9E298D670825}"/>
              </a:ext>
            </a:extLst>
          </p:cNvPr>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509C72F1-983C-4465-9250-2E580243CB03}"/>
              </a:ext>
            </a:extLst>
          </p:cNvPr>
          <p:cNvSpPr>
            <a:spLocks noGrp="1"/>
          </p:cNvSpPr>
          <p:nvPr>
            <p:ph type="sldNum" sz="quarter" idx="12"/>
          </p:nvPr>
        </p:nvSpPr>
        <p:spPr/>
        <p:txBody>
          <a:bodyPr/>
          <a:lstStyle/>
          <a:p>
            <a:fld id="{B7721D9F-5710-489E-A77D-74868045607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254724348"/>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E42CB-A01B-443E-A576-5C2046DF6E41}"/>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91F6ACC7-4455-4707-B27E-4F806170E09B}"/>
              </a:ext>
            </a:extLst>
          </p:cNvPr>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49A51E-3083-48AB-9B8F-B04094B42891}"/>
              </a:ext>
            </a:extLst>
          </p:cNvPr>
          <p:cNvSpPr>
            <a:spLocks noGrp="1"/>
          </p:cNvSpPr>
          <p:nvPr>
            <p:ph type="dt" sz="half" idx="10"/>
          </p:nvPr>
        </p:nvSpPr>
        <p:spPr/>
        <p:txBody>
          <a:bodyPr/>
          <a:lstStyle/>
          <a:p>
            <a:fld id="{D539717F-9C81-4977-8630-82DBDFF7780C}" type="datetimeFigureOut">
              <a:rPr lang="en-US" smtClean="0">
                <a:solidFill>
                  <a:prstClr val="black">
                    <a:tint val="75000"/>
                  </a:prstClr>
                </a:solidFill>
              </a:rPr>
              <a:pPr/>
              <a:t>10/13/2025</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E452B75E-BEF3-4403-8572-CDE17A9826AC}"/>
              </a:ext>
            </a:extLst>
          </p:cNvPr>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B38B1BE4-5F21-4AC3-B756-315FCC76F838}"/>
              </a:ext>
            </a:extLst>
          </p:cNvPr>
          <p:cNvSpPr>
            <a:spLocks noGrp="1"/>
          </p:cNvSpPr>
          <p:nvPr>
            <p:ph type="sldNum" sz="quarter" idx="12"/>
          </p:nvPr>
        </p:nvSpPr>
        <p:spPr/>
        <p:txBody>
          <a:bodyPr/>
          <a:lstStyle/>
          <a:p>
            <a:fld id="{B7721D9F-5710-489E-A77D-74868045607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408758486"/>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67B0F-90CC-4AB6-8180-0D3E8038A1F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D97ECF8-20E8-47D3-991E-05925C53E7D7}"/>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BDCDDDF-0D5D-414D-8238-2A4D8313CB90}"/>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A3BC3EF-F6CA-4A2A-B28D-E19A2A2256C5}"/>
              </a:ext>
            </a:extLst>
          </p:cNvPr>
          <p:cNvSpPr>
            <a:spLocks noGrp="1"/>
          </p:cNvSpPr>
          <p:nvPr>
            <p:ph type="dt" sz="half" idx="10"/>
          </p:nvPr>
        </p:nvSpPr>
        <p:spPr/>
        <p:txBody>
          <a:bodyPr/>
          <a:lstStyle/>
          <a:p>
            <a:fld id="{D539717F-9C81-4977-8630-82DBDFF7780C}" type="datetimeFigureOut">
              <a:rPr lang="en-US" smtClean="0">
                <a:solidFill>
                  <a:prstClr val="black">
                    <a:tint val="75000"/>
                  </a:prstClr>
                </a:solidFill>
              </a:rPr>
              <a:pPr/>
              <a:t>10/13/2025</a:t>
            </a:fld>
            <a:endParaRPr lang="en-US">
              <a:solidFill>
                <a:prstClr val="black">
                  <a:tint val="75000"/>
                </a:prstClr>
              </a:solidFill>
            </a:endParaRPr>
          </a:p>
        </p:txBody>
      </p:sp>
      <p:sp>
        <p:nvSpPr>
          <p:cNvPr id="6" name="Footer Placeholder 5">
            <a:extLst>
              <a:ext uri="{FF2B5EF4-FFF2-40B4-BE49-F238E27FC236}">
                <a16:creationId xmlns:a16="http://schemas.microsoft.com/office/drawing/2014/main" id="{429766E8-77CE-4412-BF9B-861F922B3053}"/>
              </a:ext>
            </a:extLst>
          </p:cNvPr>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a:extLst>
              <a:ext uri="{FF2B5EF4-FFF2-40B4-BE49-F238E27FC236}">
                <a16:creationId xmlns:a16="http://schemas.microsoft.com/office/drawing/2014/main" id="{EC59C709-DD3A-4895-80F2-C25F4832082C}"/>
              </a:ext>
            </a:extLst>
          </p:cNvPr>
          <p:cNvSpPr>
            <a:spLocks noGrp="1"/>
          </p:cNvSpPr>
          <p:nvPr>
            <p:ph type="sldNum" sz="quarter" idx="12"/>
          </p:nvPr>
        </p:nvSpPr>
        <p:spPr/>
        <p:txBody>
          <a:bodyPr/>
          <a:lstStyle/>
          <a:p>
            <a:fld id="{B7721D9F-5710-489E-A77D-74868045607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023208772"/>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B3653-A005-461A-837D-448DFF3F5EFD}"/>
              </a:ext>
            </a:extLst>
          </p:cNvPr>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a:extLst>
              <a:ext uri="{FF2B5EF4-FFF2-40B4-BE49-F238E27FC236}">
                <a16:creationId xmlns:a16="http://schemas.microsoft.com/office/drawing/2014/main" id="{90B01DB9-3560-4A5D-9CA0-32DE1207B139}"/>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37DC8D96-BDF6-4089-A3E5-13B89D50E66D}"/>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A367826-6007-46F6-9562-5567AC51A685}"/>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9D729EAD-C5CF-4C2F-9E03-0B5850440258}"/>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46A2F3F-6876-4138-A007-604F2AEA77CA}"/>
              </a:ext>
            </a:extLst>
          </p:cNvPr>
          <p:cNvSpPr>
            <a:spLocks noGrp="1"/>
          </p:cNvSpPr>
          <p:nvPr>
            <p:ph type="dt" sz="half" idx="10"/>
          </p:nvPr>
        </p:nvSpPr>
        <p:spPr/>
        <p:txBody>
          <a:bodyPr/>
          <a:lstStyle/>
          <a:p>
            <a:fld id="{D539717F-9C81-4977-8630-82DBDFF7780C}" type="datetimeFigureOut">
              <a:rPr lang="en-US" smtClean="0">
                <a:solidFill>
                  <a:prstClr val="black">
                    <a:tint val="75000"/>
                  </a:prstClr>
                </a:solidFill>
              </a:rPr>
              <a:pPr/>
              <a:t>10/13/2025</a:t>
            </a:fld>
            <a:endParaRPr lang="en-US">
              <a:solidFill>
                <a:prstClr val="black">
                  <a:tint val="75000"/>
                </a:prstClr>
              </a:solidFill>
            </a:endParaRPr>
          </a:p>
        </p:txBody>
      </p:sp>
      <p:sp>
        <p:nvSpPr>
          <p:cNvPr id="8" name="Footer Placeholder 7">
            <a:extLst>
              <a:ext uri="{FF2B5EF4-FFF2-40B4-BE49-F238E27FC236}">
                <a16:creationId xmlns:a16="http://schemas.microsoft.com/office/drawing/2014/main" id="{5DD8B379-A89F-4305-97B4-91E198461201}"/>
              </a:ext>
            </a:extLst>
          </p:cNvPr>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a:extLst>
              <a:ext uri="{FF2B5EF4-FFF2-40B4-BE49-F238E27FC236}">
                <a16:creationId xmlns:a16="http://schemas.microsoft.com/office/drawing/2014/main" id="{E279678D-3A0A-4F67-ABAC-490A232ECB9F}"/>
              </a:ext>
            </a:extLst>
          </p:cNvPr>
          <p:cNvSpPr>
            <a:spLocks noGrp="1"/>
          </p:cNvSpPr>
          <p:nvPr>
            <p:ph type="sldNum" sz="quarter" idx="12"/>
          </p:nvPr>
        </p:nvSpPr>
        <p:spPr/>
        <p:txBody>
          <a:bodyPr/>
          <a:lstStyle/>
          <a:p>
            <a:fld id="{B7721D9F-5710-489E-A77D-74868045607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11887940"/>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291F4-9B18-4E3E-BE77-7C3632EB4A7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11976C3-7F53-4501-B842-E5B80E281325}"/>
              </a:ext>
            </a:extLst>
          </p:cNvPr>
          <p:cNvSpPr>
            <a:spLocks noGrp="1"/>
          </p:cNvSpPr>
          <p:nvPr>
            <p:ph type="dt" sz="half" idx="10"/>
          </p:nvPr>
        </p:nvSpPr>
        <p:spPr/>
        <p:txBody>
          <a:bodyPr/>
          <a:lstStyle/>
          <a:p>
            <a:fld id="{D539717F-9C81-4977-8630-82DBDFF7780C}" type="datetimeFigureOut">
              <a:rPr lang="en-US" smtClean="0">
                <a:solidFill>
                  <a:prstClr val="black">
                    <a:tint val="75000"/>
                  </a:prstClr>
                </a:solidFill>
              </a:rPr>
              <a:pPr/>
              <a:t>10/13/2025</a:t>
            </a:fld>
            <a:endParaRPr lang="en-US">
              <a:solidFill>
                <a:prstClr val="black">
                  <a:tint val="75000"/>
                </a:prstClr>
              </a:solidFill>
            </a:endParaRPr>
          </a:p>
        </p:txBody>
      </p:sp>
      <p:sp>
        <p:nvSpPr>
          <p:cNvPr id="4" name="Footer Placeholder 3">
            <a:extLst>
              <a:ext uri="{FF2B5EF4-FFF2-40B4-BE49-F238E27FC236}">
                <a16:creationId xmlns:a16="http://schemas.microsoft.com/office/drawing/2014/main" id="{D6514DCE-CA83-45BE-A14A-BE766EEC6364}"/>
              </a:ext>
            </a:extLst>
          </p:cNvPr>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a:extLst>
              <a:ext uri="{FF2B5EF4-FFF2-40B4-BE49-F238E27FC236}">
                <a16:creationId xmlns:a16="http://schemas.microsoft.com/office/drawing/2014/main" id="{57A1343C-AB93-4C9D-8EB6-E35122FEEB94}"/>
              </a:ext>
            </a:extLst>
          </p:cNvPr>
          <p:cNvSpPr>
            <a:spLocks noGrp="1"/>
          </p:cNvSpPr>
          <p:nvPr>
            <p:ph type="sldNum" sz="quarter" idx="12"/>
          </p:nvPr>
        </p:nvSpPr>
        <p:spPr/>
        <p:txBody>
          <a:bodyPr/>
          <a:lstStyle/>
          <a:p>
            <a:fld id="{B7721D9F-5710-489E-A77D-74868045607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051249682"/>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FF957BE-050A-4790-9AAD-9ACBB2DE553F}"/>
              </a:ext>
            </a:extLst>
          </p:cNvPr>
          <p:cNvSpPr>
            <a:spLocks noGrp="1"/>
          </p:cNvSpPr>
          <p:nvPr>
            <p:ph type="dt" sz="half" idx="10"/>
          </p:nvPr>
        </p:nvSpPr>
        <p:spPr/>
        <p:txBody>
          <a:bodyPr/>
          <a:lstStyle/>
          <a:p>
            <a:fld id="{D539717F-9C81-4977-8630-82DBDFF7780C}" type="datetimeFigureOut">
              <a:rPr lang="en-US" smtClean="0">
                <a:solidFill>
                  <a:prstClr val="black">
                    <a:tint val="75000"/>
                  </a:prstClr>
                </a:solidFill>
              </a:rPr>
              <a:pPr/>
              <a:t>10/13/2025</a:t>
            </a:fld>
            <a:endParaRPr lang="en-US">
              <a:solidFill>
                <a:prstClr val="black">
                  <a:tint val="75000"/>
                </a:prstClr>
              </a:solidFill>
            </a:endParaRPr>
          </a:p>
        </p:txBody>
      </p:sp>
      <p:sp>
        <p:nvSpPr>
          <p:cNvPr id="3" name="Footer Placeholder 2">
            <a:extLst>
              <a:ext uri="{FF2B5EF4-FFF2-40B4-BE49-F238E27FC236}">
                <a16:creationId xmlns:a16="http://schemas.microsoft.com/office/drawing/2014/main" id="{C39A2B61-5C90-491B-A9AA-43CF0F053087}"/>
              </a:ext>
            </a:extLst>
          </p:cNvPr>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a:extLst>
              <a:ext uri="{FF2B5EF4-FFF2-40B4-BE49-F238E27FC236}">
                <a16:creationId xmlns:a16="http://schemas.microsoft.com/office/drawing/2014/main" id="{F32ADE15-BE2B-4814-9932-74C6F1069991}"/>
              </a:ext>
            </a:extLst>
          </p:cNvPr>
          <p:cNvSpPr>
            <a:spLocks noGrp="1"/>
          </p:cNvSpPr>
          <p:nvPr>
            <p:ph type="sldNum" sz="quarter" idx="12"/>
          </p:nvPr>
        </p:nvSpPr>
        <p:spPr/>
        <p:txBody>
          <a:bodyPr/>
          <a:lstStyle/>
          <a:p>
            <a:fld id="{B7721D9F-5710-489E-A77D-74868045607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172305580"/>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366D32-F164-483A-AEAB-B02B606A9748}"/>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79E24CF8-D014-48E6-95BB-642E87DF3A91}"/>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41079F3-A39B-4BEB-A4F4-8D684D5FAC79}"/>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63C41FE0-80AD-4B91-B4BE-82B13D96706B}"/>
              </a:ext>
            </a:extLst>
          </p:cNvPr>
          <p:cNvSpPr>
            <a:spLocks noGrp="1"/>
          </p:cNvSpPr>
          <p:nvPr>
            <p:ph type="dt" sz="half" idx="10"/>
          </p:nvPr>
        </p:nvSpPr>
        <p:spPr/>
        <p:txBody>
          <a:bodyPr/>
          <a:lstStyle/>
          <a:p>
            <a:fld id="{D539717F-9C81-4977-8630-82DBDFF7780C}" type="datetimeFigureOut">
              <a:rPr lang="en-US" smtClean="0">
                <a:solidFill>
                  <a:prstClr val="black">
                    <a:tint val="75000"/>
                  </a:prstClr>
                </a:solidFill>
              </a:rPr>
              <a:pPr/>
              <a:t>10/13/2025</a:t>
            </a:fld>
            <a:endParaRPr lang="en-US">
              <a:solidFill>
                <a:prstClr val="black">
                  <a:tint val="75000"/>
                </a:prstClr>
              </a:solidFill>
            </a:endParaRPr>
          </a:p>
        </p:txBody>
      </p:sp>
      <p:sp>
        <p:nvSpPr>
          <p:cNvPr id="6" name="Footer Placeholder 5">
            <a:extLst>
              <a:ext uri="{FF2B5EF4-FFF2-40B4-BE49-F238E27FC236}">
                <a16:creationId xmlns:a16="http://schemas.microsoft.com/office/drawing/2014/main" id="{C4220B5B-E96A-4C89-AA98-4F691E2B1759}"/>
              </a:ext>
            </a:extLst>
          </p:cNvPr>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a:extLst>
              <a:ext uri="{FF2B5EF4-FFF2-40B4-BE49-F238E27FC236}">
                <a16:creationId xmlns:a16="http://schemas.microsoft.com/office/drawing/2014/main" id="{795D6E12-B96F-4FDB-800E-6FEC31B0B750}"/>
              </a:ext>
            </a:extLst>
          </p:cNvPr>
          <p:cNvSpPr>
            <a:spLocks noGrp="1"/>
          </p:cNvSpPr>
          <p:nvPr>
            <p:ph type="sldNum" sz="quarter" idx="12"/>
          </p:nvPr>
        </p:nvSpPr>
        <p:spPr/>
        <p:txBody>
          <a:bodyPr/>
          <a:lstStyle/>
          <a:p>
            <a:fld id="{B7721D9F-5710-489E-A77D-74868045607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9892298"/>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334AD-DA77-46E6-B1B9-475711384DB1}"/>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F769874E-151B-47D6-BEFC-B00C9F4CEF92}"/>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5CDD0433-9150-473B-8D4E-F20598DF651C}"/>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CE8583B3-24FF-4F22-B3A8-DAB669D47C61}"/>
              </a:ext>
            </a:extLst>
          </p:cNvPr>
          <p:cNvSpPr>
            <a:spLocks noGrp="1"/>
          </p:cNvSpPr>
          <p:nvPr>
            <p:ph type="dt" sz="half" idx="10"/>
          </p:nvPr>
        </p:nvSpPr>
        <p:spPr/>
        <p:txBody>
          <a:bodyPr/>
          <a:lstStyle/>
          <a:p>
            <a:fld id="{D539717F-9C81-4977-8630-82DBDFF7780C}" type="datetimeFigureOut">
              <a:rPr lang="en-US" smtClean="0">
                <a:solidFill>
                  <a:prstClr val="black">
                    <a:tint val="75000"/>
                  </a:prstClr>
                </a:solidFill>
              </a:rPr>
              <a:pPr/>
              <a:t>10/13/2025</a:t>
            </a:fld>
            <a:endParaRPr lang="en-US">
              <a:solidFill>
                <a:prstClr val="black">
                  <a:tint val="75000"/>
                </a:prstClr>
              </a:solidFill>
            </a:endParaRPr>
          </a:p>
        </p:txBody>
      </p:sp>
      <p:sp>
        <p:nvSpPr>
          <p:cNvPr id="6" name="Footer Placeholder 5">
            <a:extLst>
              <a:ext uri="{FF2B5EF4-FFF2-40B4-BE49-F238E27FC236}">
                <a16:creationId xmlns:a16="http://schemas.microsoft.com/office/drawing/2014/main" id="{6AFE626A-E2BE-4DCC-8CA7-408A7B92CC0E}"/>
              </a:ext>
            </a:extLst>
          </p:cNvPr>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a:extLst>
              <a:ext uri="{FF2B5EF4-FFF2-40B4-BE49-F238E27FC236}">
                <a16:creationId xmlns:a16="http://schemas.microsoft.com/office/drawing/2014/main" id="{67F01558-50D0-4C40-B84E-57A3E76BC76A}"/>
              </a:ext>
            </a:extLst>
          </p:cNvPr>
          <p:cNvSpPr>
            <a:spLocks noGrp="1"/>
          </p:cNvSpPr>
          <p:nvPr>
            <p:ph type="sldNum" sz="quarter" idx="12"/>
          </p:nvPr>
        </p:nvSpPr>
        <p:spPr/>
        <p:txBody>
          <a:bodyPr/>
          <a:lstStyle/>
          <a:p>
            <a:fld id="{B7721D9F-5710-489E-A77D-74868045607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946451022"/>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F42BD-1777-41A5-9EC7-ED603736096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7823BCD-2F4E-46A6-9460-79D24D9A102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EEF4C9-BD5D-42A5-928E-363F8D4F5B81}"/>
              </a:ext>
            </a:extLst>
          </p:cNvPr>
          <p:cNvSpPr>
            <a:spLocks noGrp="1"/>
          </p:cNvSpPr>
          <p:nvPr>
            <p:ph type="dt" sz="half" idx="10"/>
          </p:nvPr>
        </p:nvSpPr>
        <p:spPr/>
        <p:txBody>
          <a:bodyPr/>
          <a:lstStyle/>
          <a:p>
            <a:fld id="{D539717F-9C81-4977-8630-82DBDFF7780C}" type="datetimeFigureOut">
              <a:rPr lang="en-US" smtClean="0">
                <a:solidFill>
                  <a:prstClr val="black">
                    <a:tint val="75000"/>
                  </a:prstClr>
                </a:solidFill>
              </a:rPr>
              <a:pPr/>
              <a:t>10/13/2025</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DAED6834-A057-4D98-845F-9AC9BF24EF2B}"/>
              </a:ext>
            </a:extLst>
          </p:cNvPr>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8E95562C-CF49-4DD9-BFBC-A6819FB90053}"/>
              </a:ext>
            </a:extLst>
          </p:cNvPr>
          <p:cNvSpPr>
            <a:spLocks noGrp="1"/>
          </p:cNvSpPr>
          <p:nvPr>
            <p:ph type="sldNum" sz="quarter" idx="12"/>
          </p:nvPr>
        </p:nvSpPr>
        <p:spPr/>
        <p:txBody>
          <a:bodyPr/>
          <a:lstStyle/>
          <a:p>
            <a:fld id="{B7721D9F-5710-489E-A77D-74868045607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888281676"/>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019462E-6A48-4C17-8DC7-8A505DE7A744}"/>
              </a:ext>
            </a:extLst>
          </p:cNvPr>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31F50F7-FDFA-4B4C-B9F3-90830E8EC860}"/>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6948E5-2511-44E7-AC5A-E55415C39B1C}"/>
              </a:ext>
            </a:extLst>
          </p:cNvPr>
          <p:cNvSpPr>
            <a:spLocks noGrp="1"/>
          </p:cNvSpPr>
          <p:nvPr>
            <p:ph type="dt" sz="half" idx="10"/>
          </p:nvPr>
        </p:nvSpPr>
        <p:spPr/>
        <p:txBody>
          <a:bodyPr/>
          <a:lstStyle/>
          <a:p>
            <a:fld id="{D539717F-9C81-4977-8630-82DBDFF7780C}" type="datetimeFigureOut">
              <a:rPr lang="en-US" smtClean="0">
                <a:solidFill>
                  <a:prstClr val="black">
                    <a:tint val="75000"/>
                  </a:prstClr>
                </a:solidFill>
              </a:rPr>
              <a:pPr/>
              <a:t>10/13/2025</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B5108831-D4A1-44C0-8FCC-23D0CB3AC201}"/>
              </a:ext>
            </a:extLst>
          </p:cNvPr>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23D0ED23-1E73-4EFB-A63F-EB003CDB11BF}"/>
              </a:ext>
            </a:extLst>
          </p:cNvPr>
          <p:cNvSpPr>
            <a:spLocks noGrp="1"/>
          </p:cNvSpPr>
          <p:nvPr>
            <p:ph type="sldNum" sz="quarter" idx="12"/>
          </p:nvPr>
        </p:nvSpPr>
        <p:spPr/>
        <p:txBody>
          <a:bodyPr/>
          <a:lstStyle/>
          <a:p>
            <a:fld id="{B7721D9F-5710-489E-A77D-74868045607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738500483"/>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189" lvl="0" indent="-342892">
              <a:spcBef>
                <a:spcPts val="0"/>
              </a:spcBef>
              <a:spcAft>
                <a:spcPts val="0"/>
              </a:spcAft>
              <a:buSzPts val="1800"/>
              <a:buChar char="●"/>
              <a:defRPr/>
            </a:lvl1pPr>
            <a:lvl2pPr marL="914378" lvl="1" indent="-317492">
              <a:spcBef>
                <a:spcPts val="1600"/>
              </a:spcBef>
              <a:spcAft>
                <a:spcPts val="0"/>
              </a:spcAft>
              <a:buSzPts val="1400"/>
              <a:buChar char="○"/>
              <a:defRPr/>
            </a:lvl2pPr>
            <a:lvl3pPr marL="1371566" lvl="2" indent="-317492">
              <a:spcBef>
                <a:spcPts val="1600"/>
              </a:spcBef>
              <a:spcAft>
                <a:spcPts val="0"/>
              </a:spcAft>
              <a:buSzPts val="1400"/>
              <a:buChar char="■"/>
              <a:defRPr/>
            </a:lvl3pPr>
            <a:lvl4pPr marL="1828754" lvl="3" indent="-317492">
              <a:spcBef>
                <a:spcPts val="1600"/>
              </a:spcBef>
              <a:spcAft>
                <a:spcPts val="0"/>
              </a:spcAft>
              <a:buSzPts val="1400"/>
              <a:buChar char="●"/>
              <a:defRPr/>
            </a:lvl4pPr>
            <a:lvl5pPr marL="2285943" lvl="4" indent="-317492">
              <a:spcBef>
                <a:spcPts val="1600"/>
              </a:spcBef>
              <a:spcAft>
                <a:spcPts val="0"/>
              </a:spcAft>
              <a:buSzPts val="1400"/>
              <a:buChar char="○"/>
              <a:defRPr/>
            </a:lvl5pPr>
            <a:lvl6pPr marL="2743132" lvl="5" indent="-317492">
              <a:spcBef>
                <a:spcPts val="1600"/>
              </a:spcBef>
              <a:spcAft>
                <a:spcPts val="0"/>
              </a:spcAft>
              <a:buSzPts val="1400"/>
              <a:buChar char="■"/>
              <a:defRPr/>
            </a:lvl6pPr>
            <a:lvl7pPr marL="3200320" lvl="6" indent="-317492">
              <a:spcBef>
                <a:spcPts val="1600"/>
              </a:spcBef>
              <a:spcAft>
                <a:spcPts val="0"/>
              </a:spcAft>
              <a:buSzPts val="1400"/>
              <a:buChar char="●"/>
              <a:defRPr/>
            </a:lvl7pPr>
            <a:lvl8pPr marL="3657509" lvl="7" indent="-317492">
              <a:spcBef>
                <a:spcPts val="1600"/>
              </a:spcBef>
              <a:spcAft>
                <a:spcPts val="0"/>
              </a:spcAft>
              <a:buSzPts val="1400"/>
              <a:buChar char="○"/>
              <a:defRPr/>
            </a:lvl8pPr>
            <a:lvl9pPr marL="4114697" lvl="8" indent="-317492">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hu" smtClean="0">
                <a:solidFill>
                  <a:prstClr val="black">
                    <a:tint val="75000"/>
                  </a:prstClr>
                </a:solidFill>
              </a:rPr>
              <a:pPr/>
              <a:t>‹#›</a:t>
            </a:fld>
            <a:endParaRPr lang="hu">
              <a:solidFill>
                <a:prstClr val="black">
                  <a:tint val="75000"/>
                </a:prstClr>
              </a:solidFill>
            </a:endParaRPr>
          </a:p>
        </p:txBody>
      </p:sp>
    </p:spTree>
    <p:extLst>
      <p:ext uri="{BB962C8B-B14F-4D97-AF65-F5344CB8AC3E}">
        <p14:creationId xmlns:p14="http://schemas.microsoft.com/office/powerpoint/2010/main" val="1832641670"/>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matchingName="Section header" type="secHead">
  <p:cSld name="1_Section 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hu" smtClean="0">
                <a:solidFill>
                  <a:prstClr val="black">
                    <a:tint val="75000"/>
                  </a:prstClr>
                </a:solidFill>
              </a:rPr>
              <a:pPr/>
              <a:t>‹#›</a:t>
            </a:fld>
            <a:endParaRPr lang="hu">
              <a:solidFill>
                <a:prstClr val="black">
                  <a:tint val="75000"/>
                </a:prstClr>
              </a:solidFill>
            </a:endParaRPr>
          </a:p>
        </p:txBody>
      </p:sp>
    </p:spTree>
    <p:extLst>
      <p:ext uri="{BB962C8B-B14F-4D97-AF65-F5344CB8AC3E}">
        <p14:creationId xmlns:p14="http://schemas.microsoft.com/office/powerpoint/2010/main" val="97278044"/>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userDrawn="1">
  <p:cSld name="Cover-Black">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39377C-8642-441F-BDC6-500DB01AD362}"/>
              </a:ext>
            </a:extLst>
          </p:cNvPr>
          <p:cNvSpPr/>
          <p:nvPr userDrawn="1"/>
        </p:nvSpPr>
        <p:spPr bwMode="auto">
          <a:xfrm>
            <a:off x="0" y="0"/>
            <a:ext cx="9144000" cy="5143500"/>
          </a:xfrm>
          <a:prstGeom prst="rect">
            <a:avLst/>
          </a:prstGeom>
          <a:solidFill>
            <a:schemeClr val="tx1"/>
          </a:solidFill>
          <a:ln>
            <a:noFill/>
          </a:ln>
          <a:effectLst/>
        </p:spPr>
        <p:txBody>
          <a:bodyPr wrap="none"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prstClr val="white"/>
              </a:solidFill>
              <a:effectLst/>
              <a:uLnTx/>
              <a:uFillTx/>
              <a:latin typeface="Calibri Light" panose="020F0302020204030204" pitchFamily="34" charset="0"/>
              <a:ea typeface="Human Sans ExtraLight" charset="0"/>
              <a:cs typeface="Human Sans ExtraLight" charset="0"/>
            </a:endParaRPr>
          </a:p>
        </p:txBody>
      </p:sp>
      <p:sp>
        <p:nvSpPr>
          <p:cNvPr id="5" name="Text Placeholder 4">
            <a:extLst>
              <a:ext uri="{FF2B5EF4-FFF2-40B4-BE49-F238E27FC236}">
                <a16:creationId xmlns:a16="http://schemas.microsoft.com/office/drawing/2014/main" id="{A2159C2A-0FC8-422F-92E4-B92935AAE5A0}"/>
              </a:ext>
            </a:extLst>
          </p:cNvPr>
          <p:cNvSpPr>
            <a:spLocks noGrp="1"/>
          </p:cNvSpPr>
          <p:nvPr>
            <p:ph type="body" sz="quarter" idx="10" hasCustomPrompt="1"/>
          </p:nvPr>
        </p:nvSpPr>
        <p:spPr>
          <a:xfrm>
            <a:off x="351581" y="1371600"/>
            <a:ext cx="4867275" cy="1938992"/>
          </a:xfrm>
          <a:prstGeom prst="rect">
            <a:avLst/>
          </a:prstGeom>
        </p:spPr>
        <p:txBody>
          <a:bodyPr>
            <a:spAutoFit/>
          </a:bodyPr>
          <a:lstStyle>
            <a:lvl1pPr>
              <a:lnSpc>
                <a:spcPct val="100000"/>
              </a:lnSpc>
              <a:spcBef>
                <a:spcPts val="0"/>
              </a:spcBef>
              <a:defRPr sz="6000">
                <a:solidFill>
                  <a:schemeClr val="bg1"/>
                </a:solidFill>
                <a:latin typeface="Calibri Light" panose="020F0302020204030204" pitchFamily="34" charset="0"/>
                <a:cs typeface="Calibri Light" panose="020F0302020204030204" pitchFamily="34" charset="0"/>
              </a:defRPr>
            </a:lvl1pPr>
            <a:lvl2pPr>
              <a:buNone/>
              <a:defRPr/>
            </a:lvl2pPr>
          </a:lstStyle>
          <a:p>
            <a:pPr lvl="0"/>
            <a:r>
              <a:rPr lang="en-US"/>
              <a:t>Cover with </a:t>
            </a:r>
            <a:br>
              <a:rPr lang="en-US"/>
            </a:br>
            <a:r>
              <a:rPr lang="en-US"/>
              <a:t>text two lines</a:t>
            </a:r>
          </a:p>
        </p:txBody>
      </p:sp>
      <p:sp>
        <p:nvSpPr>
          <p:cNvPr id="13" name="Text Placeholder 4">
            <a:extLst>
              <a:ext uri="{FF2B5EF4-FFF2-40B4-BE49-F238E27FC236}">
                <a16:creationId xmlns:a16="http://schemas.microsoft.com/office/drawing/2014/main" id="{B8E369A2-FC86-4140-9080-E549260B9180}"/>
              </a:ext>
            </a:extLst>
          </p:cNvPr>
          <p:cNvSpPr>
            <a:spLocks noGrp="1"/>
          </p:cNvSpPr>
          <p:nvPr>
            <p:ph type="body" sz="quarter" idx="11" hasCustomPrompt="1"/>
          </p:nvPr>
        </p:nvSpPr>
        <p:spPr>
          <a:xfrm>
            <a:off x="351581" y="3497580"/>
            <a:ext cx="4867275" cy="646331"/>
          </a:xfrm>
          <a:prstGeom prst="rect">
            <a:avLst/>
          </a:prstGeom>
        </p:spPr>
        <p:txBody>
          <a:bodyPr>
            <a:spAutoFit/>
          </a:bodyPr>
          <a:lstStyle>
            <a:lvl1pPr>
              <a:lnSpc>
                <a:spcPct val="100000"/>
              </a:lnSpc>
              <a:spcBef>
                <a:spcPts val="0"/>
              </a:spcBef>
              <a:defRPr sz="1800">
                <a:solidFill>
                  <a:schemeClr val="bg1"/>
                </a:solidFill>
                <a:latin typeface="Calibri Light" panose="020F0302020204030204" pitchFamily="34" charset="0"/>
                <a:cs typeface="Calibri Light" panose="020F0302020204030204" pitchFamily="34" charset="0"/>
              </a:defRPr>
            </a:lvl1pPr>
            <a:lvl2pPr>
              <a:buNone/>
              <a:defRPr/>
            </a:lvl2pPr>
          </a:lstStyle>
          <a:p>
            <a:pPr lvl="0"/>
            <a:r>
              <a:rPr lang="en-US">
                <a:effectLst/>
              </a:rPr>
              <a:t>Sub-description text goes here over one or two lines</a:t>
            </a:r>
            <a:endParaRPr lang="en-US"/>
          </a:p>
        </p:txBody>
      </p:sp>
      <p:sp>
        <p:nvSpPr>
          <p:cNvPr id="14" name="Text Placeholder 4">
            <a:extLst>
              <a:ext uri="{FF2B5EF4-FFF2-40B4-BE49-F238E27FC236}">
                <a16:creationId xmlns:a16="http://schemas.microsoft.com/office/drawing/2014/main" id="{2F6A18E7-9305-4C6B-A5A3-4962D30A22A2}"/>
              </a:ext>
            </a:extLst>
          </p:cNvPr>
          <p:cNvSpPr>
            <a:spLocks noGrp="1"/>
          </p:cNvSpPr>
          <p:nvPr>
            <p:ph type="body" sz="quarter" idx="12" hasCustomPrompt="1"/>
          </p:nvPr>
        </p:nvSpPr>
        <p:spPr>
          <a:xfrm>
            <a:off x="351581" y="3934043"/>
            <a:ext cx="4867275" cy="253916"/>
          </a:xfrm>
          <a:prstGeom prst="rect">
            <a:avLst/>
          </a:prstGeom>
        </p:spPr>
        <p:txBody>
          <a:bodyPr>
            <a:spAutoFit/>
          </a:bodyPr>
          <a:lstStyle>
            <a:lvl1pPr>
              <a:lnSpc>
                <a:spcPct val="100000"/>
              </a:lnSpc>
              <a:spcBef>
                <a:spcPts val="0"/>
              </a:spcBef>
              <a:defRPr sz="1050" spc="225">
                <a:solidFill>
                  <a:schemeClr val="bg2"/>
                </a:solidFill>
              </a:defRPr>
            </a:lvl1pPr>
            <a:lvl2pPr>
              <a:buNone/>
              <a:defRPr/>
            </a:lvl2pPr>
          </a:lstStyle>
          <a:p>
            <a:pPr lvl="0"/>
            <a:r>
              <a:rPr lang="en-US">
                <a:effectLst/>
              </a:rPr>
              <a:t>23 OCTOBER 2020</a:t>
            </a:r>
            <a:endParaRPr lang="en-US"/>
          </a:p>
        </p:txBody>
      </p:sp>
      <p:pic>
        <p:nvPicPr>
          <p:cNvPr id="2" name="Graphic 1">
            <a:extLst>
              <a:ext uri="{FF2B5EF4-FFF2-40B4-BE49-F238E27FC236}">
                <a16:creationId xmlns:a16="http://schemas.microsoft.com/office/drawing/2014/main" id="{3421FFBE-FD73-4914-B88C-A205297E29C5}"/>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351582" y="457574"/>
            <a:ext cx="802848" cy="282942"/>
          </a:xfrm>
          <a:prstGeom prst="rect">
            <a:avLst/>
          </a:prstGeom>
        </p:spPr>
      </p:pic>
    </p:spTree>
    <p:extLst>
      <p:ext uri="{BB962C8B-B14F-4D97-AF65-F5344CB8AC3E}">
        <p14:creationId xmlns:p14="http://schemas.microsoft.com/office/powerpoint/2010/main" val="1365073310"/>
      </p:ext>
    </p:extLst>
  </p:cSld>
  <p:clrMapOvr>
    <a:masterClrMapping/>
  </p:clrMapOvr>
  <p:extLst>
    <p:ext uri="{DCECCB84-F9BA-43D5-87BE-67443E8EF086}">
      <p15:sldGuideLst xmlns:p15="http://schemas.microsoft.com/office/powerpoint/2012/main"/>
    </p:ext>
  </p:extLst>
</p:sldLayout>
</file>

<file path=ppt/slideLayouts/slideLayout17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502B2-F284-42C7-BF23-CCEE44F2B7B1}"/>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FF4FAABB-DD28-4B0D-BB2E-2EE53DD24CDB}"/>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234F4F07-6053-4317-B55E-1D8F93E08F2F}"/>
              </a:ext>
            </a:extLst>
          </p:cNvPr>
          <p:cNvSpPr>
            <a:spLocks noGrp="1"/>
          </p:cNvSpPr>
          <p:nvPr>
            <p:ph type="dt" sz="half" idx="10"/>
          </p:nvPr>
        </p:nvSpPr>
        <p:spPr/>
        <p:txBody>
          <a:bodyPr/>
          <a:lstStyle/>
          <a:p>
            <a:fld id="{D539717F-9C81-4977-8630-82DBDFF7780C}" type="datetimeFigureOut">
              <a:rPr lang="en-US" smtClean="0">
                <a:solidFill>
                  <a:prstClr val="black">
                    <a:tint val="75000"/>
                  </a:prstClr>
                </a:solidFill>
              </a:rPr>
              <a:pPr/>
              <a:t>10/13/2025</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CD1FE604-CBCE-4777-AE62-25DC98B7E5F4}"/>
              </a:ext>
            </a:extLst>
          </p:cNvPr>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1B1D02A6-457F-4DCA-A413-29DB2CE1F99C}"/>
              </a:ext>
            </a:extLst>
          </p:cNvPr>
          <p:cNvSpPr>
            <a:spLocks noGrp="1"/>
          </p:cNvSpPr>
          <p:nvPr>
            <p:ph type="sldNum" sz="quarter" idx="12"/>
          </p:nvPr>
        </p:nvSpPr>
        <p:spPr/>
        <p:txBody>
          <a:bodyPr/>
          <a:lstStyle/>
          <a:p>
            <a:fld id="{B7721D9F-5710-489E-A77D-74868045607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656887860"/>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1E9E6-CAEE-48AB-8255-CC8B68845DE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1454F85-7734-4C72-956D-22384833979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AE84A4-EE5F-4986-8227-6BC9F5F0407E}"/>
              </a:ext>
            </a:extLst>
          </p:cNvPr>
          <p:cNvSpPr>
            <a:spLocks noGrp="1"/>
          </p:cNvSpPr>
          <p:nvPr>
            <p:ph type="dt" sz="half" idx="10"/>
          </p:nvPr>
        </p:nvSpPr>
        <p:spPr/>
        <p:txBody>
          <a:bodyPr/>
          <a:lstStyle/>
          <a:p>
            <a:fld id="{D539717F-9C81-4977-8630-82DBDFF7780C}" type="datetimeFigureOut">
              <a:rPr lang="en-US" smtClean="0">
                <a:solidFill>
                  <a:prstClr val="black">
                    <a:tint val="75000"/>
                  </a:prstClr>
                </a:solidFill>
              </a:rPr>
              <a:pPr/>
              <a:t>10/13/2025</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55A7F0AC-4718-42F7-8F19-9E298D670825}"/>
              </a:ext>
            </a:extLst>
          </p:cNvPr>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509C72F1-983C-4465-9250-2E580243CB03}"/>
              </a:ext>
            </a:extLst>
          </p:cNvPr>
          <p:cNvSpPr>
            <a:spLocks noGrp="1"/>
          </p:cNvSpPr>
          <p:nvPr>
            <p:ph type="sldNum" sz="quarter" idx="12"/>
          </p:nvPr>
        </p:nvSpPr>
        <p:spPr/>
        <p:txBody>
          <a:bodyPr/>
          <a:lstStyle/>
          <a:p>
            <a:fld id="{B7721D9F-5710-489E-A77D-74868045607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405813001"/>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E42CB-A01B-443E-A576-5C2046DF6E41}"/>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91F6ACC7-4455-4707-B27E-4F806170E09B}"/>
              </a:ext>
            </a:extLst>
          </p:cNvPr>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49A51E-3083-48AB-9B8F-B04094B42891}"/>
              </a:ext>
            </a:extLst>
          </p:cNvPr>
          <p:cNvSpPr>
            <a:spLocks noGrp="1"/>
          </p:cNvSpPr>
          <p:nvPr>
            <p:ph type="dt" sz="half" idx="10"/>
          </p:nvPr>
        </p:nvSpPr>
        <p:spPr/>
        <p:txBody>
          <a:bodyPr/>
          <a:lstStyle/>
          <a:p>
            <a:fld id="{D539717F-9C81-4977-8630-82DBDFF7780C}" type="datetimeFigureOut">
              <a:rPr lang="en-US" smtClean="0">
                <a:solidFill>
                  <a:prstClr val="black">
                    <a:tint val="75000"/>
                  </a:prstClr>
                </a:solidFill>
              </a:rPr>
              <a:pPr/>
              <a:t>10/13/2025</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E452B75E-BEF3-4403-8572-CDE17A9826AC}"/>
              </a:ext>
            </a:extLst>
          </p:cNvPr>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B38B1BE4-5F21-4AC3-B756-315FCC76F838}"/>
              </a:ext>
            </a:extLst>
          </p:cNvPr>
          <p:cNvSpPr>
            <a:spLocks noGrp="1"/>
          </p:cNvSpPr>
          <p:nvPr>
            <p:ph type="sldNum" sz="quarter" idx="12"/>
          </p:nvPr>
        </p:nvSpPr>
        <p:spPr/>
        <p:txBody>
          <a:bodyPr/>
          <a:lstStyle/>
          <a:p>
            <a:fld id="{B7721D9F-5710-489E-A77D-74868045607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213541731"/>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67B0F-90CC-4AB6-8180-0D3E8038A1F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D97ECF8-20E8-47D3-991E-05925C53E7D7}"/>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BDCDDDF-0D5D-414D-8238-2A4D8313CB90}"/>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A3BC3EF-F6CA-4A2A-B28D-E19A2A2256C5}"/>
              </a:ext>
            </a:extLst>
          </p:cNvPr>
          <p:cNvSpPr>
            <a:spLocks noGrp="1"/>
          </p:cNvSpPr>
          <p:nvPr>
            <p:ph type="dt" sz="half" idx="10"/>
          </p:nvPr>
        </p:nvSpPr>
        <p:spPr/>
        <p:txBody>
          <a:bodyPr/>
          <a:lstStyle/>
          <a:p>
            <a:fld id="{D539717F-9C81-4977-8630-82DBDFF7780C}" type="datetimeFigureOut">
              <a:rPr lang="en-US" smtClean="0">
                <a:solidFill>
                  <a:prstClr val="black">
                    <a:tint val="75000"/>
                  </a:prstClr>
                </a:solidFill>
              </a:rPr>
              <a:pPr/>
              <a:t>10/13/2025</a:t>
            </a:fld>
            <a:endParaRPr lang="en-US">
              <a:solidFill>
                <a:prstClr val="black">
                  <a:tint val="75000"/>
                </a:prstClr>
              </a:solidFill>
            </a:endParaRPr>
          </a:p>
        </p:txBody>
      </p:sp>
      <p:sp>
        <p:nvSpPr>
          <p:cNvPr id="6" name="Footer Placeholder 5">
            <a:extLst>
              <a:ext uri="{FF2B5EF4-FFF2-40B4-BE49-F238E27FC236}">
                <a16:creationId xmlns:a16="http://schemas.microsoft.com/office/drawing/2014/main" id="{429766E8-77CE-4412-BF9B-861F922B3053}"/>
              </a:ext>
            </a:extLst>
          </p:cNvPr>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a:extLst>
              <a:ext uri="{FF2B5EF4-FFF2-40B4-BE49-F238E27FC236}">
                <a16:creationId xmlns:a16="http://schemas.microsoft.com/office/drawing/2014/main" id="{EC59C709-DD3A-4895-80F2-C25F4832082C}"/>
              </a:ext>
            </a:extLst>
          </p:cNvPr>
          <p:cNvSpPr>
            <a:spLocks noGrp="1"/>
          </p:cNvSpPr>
          <p:nvPr>
            <p:ph type="sldNum" sz="quarter" idx="12"/>
          </p:nvPr>
        </p:nvSpPr>
        <p:spPr/>
        <p:txBody>
          <a:bodyPr/>
          <a:lstStyle/>
          <a:p>
            <a:fld id="{B7721D9F-5710-489E-A77D-74868045607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357627297"/>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B3653-A005-461A-837D-448DFF3F5EFD}"/>
              </a:ext>
            </a:extLst>
          </p:cNvPr>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a:extLst>
              <a:ext uri="{FF2B5EF4-FFF2-40B4-BE49-F238E27FC236}">
                <a16:creationId xmlns:a16="http://schemas.microsoft.com/office/drawing/2014/main" id="{90B01DB9-3560-4A5D-9CA0-32DE1207B139}"/>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37DC8D96-BDF6-4089-A3E5-13B89D50E66D}"/>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A367826-6007-46F6-9562-5567AC51A685}"/>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9D729EAD-C5CF-4C2F-9E03-0B5850440258}"/>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46A2F3F-6876-4138-A007-604F2AEA77CA}"/>
              </a:ext>
            </a:extLst>
          </p:cNvPr>
          <p:cNvSpPr>
            <a:spLocks noGrp="1"/>
          </p:cNvSpPr>
          <p:nvPr>
            <p:ph type="dt" sz="half" idx="10"/>
          </p:nvPr>
        </p:nvSpPr>
        <p:spPr/>
        <p:txBody>
          <a:bodyPr/>
          <a:lstStyle/>
          <a:p>
            <a:fld id="{D539717F-9C81-4977-8630-82DBDFF7780C}" type="datetimeFigureOut">
              <a:rPr lang="en-US" smtClean="0">
                <a:solidFill>
                  <a:prstClr val="black">
                    <a:tint val="75000"/>
                  </a:prstClr>
                </a:solidFill>
              </a:rPr>
              <a:pPr/>
              <a:t>10/13/2025</a:t>
            </a:fld>
            <a:endParaRPr lang="en-US">
              <a:solidFill>
                <a:prstClr val="black">
                  <a:tint val="75000"/>
                </a:prstClr>
              </a:solidFill>
            </a:endParaRPr>
          </a:p>
        </p:txBody>
      </p:sp>
      <p:sp>
        <p:nvSpPr>
          <p:cNvPr id="8" name="Footer Placeholder 7">
            <a:extLst>
              <a:ext uri="{FF2B5EF4-FFF2-40B4-BE49-F238E27FC236}">
                <a16:creationId xmlns:a16="http://schemas.microsoft.com/office/drawing/2014/main" id="{5DD8B379-A89F-4305-97B4-91E198461201}"/>
              </a:ext>
            </a:extLst>
          </p:cNvPr>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a:extLst>
              <a:ext uri="{FF2B5EF4-FFF2-40B4-BE49-F238E27FC236}">
                <a16:creationId xmlns:a16="http://schemas.microsoft.com/office/drawing/2014/main" id="{E279678D-3A0A-4F67-ABAC-490A232ECB9F}"/>
              </a:ext>
            </a:extLst>
          </p:cNvPr>
          <p:cNvSpPr>
            <a:spLocks noGrp="1"/>
          </p:cNvSpPr>
          <p:nvPr>
            <p:ph type="sldNum" sz="quarter" idx="12"/>
          </p:nvPr>
        </p:nvSpPr>
        <p:spPr/>
        <p:txBody>
          <a:bodyPr/>
          <a:lstStyle/>
          <a:p>
            <a:fld id="{B7721D9F-5710-489E-A77D-74868045607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621018217"/>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291F4-9B18-4E3E-BE77-7C3632EB4A7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11976C3-7F53-4501-B842-E5B80E281325}"/>
              </a:ext>
            </a:extLst>
          </p:cNvPr>
          <p:cNvSpPr>
            <a:spLocks noGrp="1"/>
          </p:cNvSpPr>
          <p:nvPr>
            <p:ph type="dt" sz="half" idx="10"/>
          </p:nvPr>
        </p:nvSpPr>
        <p:spPr/>
        <p:txBody>
          <a:bodyPr/>
          <a:lstStyle/>
          <a:p>
            <a:fld id="{D539717F-9C81-4977-8630-82DBDFF7780C}" type="datetimeFigureOut">
              <a:rPr lang="en-US" smtClean="0">
                <a:solidFill>
                  <a:prstClr val="black">
                    <a:tint val="75000"/>
                  </a:prstClr>
                </a:solidFill>
              </a:rPr>
              <a:pPr/>
              <a:t>10/13/2025</a:t>
            </a:fld>
            <a:endParaRPr lang="en-US">
              <a:solidFill>
                <a:prstClr val="black">
                  <a:tint val="75000"/>
                </a:prstClr>
              </a:solidFill>
            </a:endParaRPr>
          </a:p>
        </p:txBody>
      </p:sp>
      <p:sp>
        <p:nvSpPr>
          <p:cNvPr id="4" name="Footer Placeholder 3">
            <a:extLst>
              <a:ext uri="{FF2B5EF4-FFF2-40B4-BE49-F238E27FC236}">
                <a16:creationId xmlns:a16="http://schemas.microsoft.com/office/drawing/2014/main" id="{D6514DCE-CA83-45BE-A14A-BE766EEC6364}"/>
              </a:ext>
            </a:extLst>
          </p:cNvPr>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a:extLst>
              <a:ext uri="{FF2B5EF4-FFF2-40B4-BE49-F238E27FC236}">
                <a16:creationId xmlns:a16="http://schemas.microsoft.com/office/drawing/2014/main" id="{57A1343C-AB93-4C9D-8EB6-E35122FEEB94}"/>
              </a:ext>
            </a:extLst>
          </p:cNvPr>
          <p:cNvSpPr>
            <a:spLocks noGrp="1"/>
          </p:cNvSpPr>
          <p:nvPr>
            <p:ph type="sldNum" sz="quarter" idx="12"/>
          </p:nvPr>
        </p:nvSpPr>
        <p:spPr/>
        <p:txBody>
          <a:bodyPr/>
          <a:lstStyle/>
          <a:p>
            <a:fld id="{B7721D9F-5710-489E-A77D-74868045607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856723956"/>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FF957BE-050A-4790-9AAD-9ACBB2DE553F}"/>
              </a:ext>
            </a:extLst>
          </p:cNvPr>
          <p:cNvSpPr>
            <a:spLocks noGrp="1"/>
          </p:cNvSpPr>
          <p:nvPr>
            <p:ph type="dt" sz="half" idx="10"/>
          </p:nvPr>
        </p:nvSpPr>
        <p:spPr/>
        <p:txBody>
          <a:bodyPr/>
          <a:lstStyle/>
          <a:p>
            <a:fld id="{D539717F-9C81-4977-8630-82DBDFF7780C}" type="datetimeFigureOut">
              <a:rPr lang="en-US" smtClean="0">
                <a:solidFill>
                  <a:prstClr val="black">
                    <a:tint val="75000"/>
                  </a:prstClr>
                </a:solidFill>
              </a:rPr>
              <a:pPr/>
              <a:t>10/13/2025</a:t>
            </a:fld>
            <a:endParaRPr lang="en-US">
              <a:solidFill>
                <a:prstClr val="black">
                  <a:tint val="75000"/>
                </a:prstClr>
              </a:solidFill>
            </a:endParaRPr>
          </a:p>
        </p:txBody>
      </p:sp>
      <p:sp>
        <p:nvSpPr>
          <p:cNvPr id="3" name="Footer Placeholder 2">
            <a:extLst>
              <a:ext uri="{FF2B5EF4-FFF2-40B4-BE49-F238E27FC236}">
                <a16:creationId xmlns:a16="http://schemas.microsoft.com/office/drawing/2014/main" id="{C39A2B61-5C90-491B-A9AA-43CF0F053087}"/>
              </a:ext>
            </a:extLst>
          </p:cNvPr>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a:extLst>
              <a:ext uri="{FF2B5EF4-FFF2-40B4-BE49-F238E27FC236}">
                <a16:creationId xmlns:a16="http://schemas.microsoft.com/office/drawing/2014/main" id="{F32ADE15-BE2B-4814-9932-74C6F1069991}"/>
              </a:ext>
            </a:extLst>
          </p:cNvPr>
          <p:cNvSpPr>
            <a:spLocks noGrp="1"/>
          </p:cNvSpPr>
          <p:nvPr>
            <p:ph type="sldNum" sz="quarter" idx="12"/>
          </p:nvPr>
        </p:nvSpPr>
        <p:spPr/>
        <p:txBody>
          <a:bodyPr/>
          <a:lstStyle/>
          <a:p>
            <a:fld id="{B7721D9F-5710-489E-A77D-74868045607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147216771"/>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366D32-F164-483A-AEAB-B02B606A9748}"/>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79E24CF8-D014-48E6-95BB-642E87DF3A91}"/>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41079F3-A39B-4BEB-A4F4-8D684D5FAC79}"/>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63C41FE0-80AD-4B91-B4BE-82B13D96706B}"/>
              </a:ext>
            </a:extLst>
          </p:cNvPr>
          <p:cNvSpPr>
            <a:spLocks noGrp="1"/>
          </p:cNvSpPr>
          <p:nvPr>
            <p:ph type="dt" sz="half" idx="10"/>
          </p:nvPr>
        </p:nvSpPr>
        <p:spPr/>
        <p:txBody>
          <a:bodyPr/>
          <a:lstStyle/>
          <a:p>
            <a:fld id="{D539717F-9C81-4977-8630-82DBDFF7780C}" type="datetimeFigureOut">
              <a:rPr lang="en-US" smtClean="0">
                <a:solidFill>
                  <a:prstClr val="black">
                    <a:tint val="75000"/>
                  </a:prstClr>
                </a:solidFill>
              </a:rPr>
              <a:pPr/>
              <a:t>10/13/2025</a:t>
            </a:fld>
            <a:endParaRPr lang="en-US">
              <a:solidFill>
                <a:prstClr val="black">
                  <a:tint val="75000"/>
                </a:prstClr>
              </a:solidFill>
            </a:endParaRPr>
          </a:p>
        </p:txBody>
      </p:sp>
      <p:sp>
        <p:nvSpPr>
          <p:cNvPr id="6" name="Footer Placeholder 5">
            <a:extLst>
              <a:ext uri="{FF2B5EF4-FFF2-40B4-BE49-F238E27FC236}">
                <a16:creationId xmlns:a16="http://schemas.microsoft.com/office/drawing/2014/main" id="{C4220B5B-E96A-4C89-AA98-4F691E2B1759}"/>
              </a:ext>
            </a:extLst>
          </p:cNvPr>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a:extLst>
              <a:ext uri="{FF2B5EF4-FFF2-40B4-BE49-F238E27FC236}">
                <a16:creationId xmlns:a16="http://schemas.microsoft.com/office/drawing/2014/main" id="{795D6E12-B96F-4FDB-800E-6FEC31B0B750}"/>
              </a:ext>
            </a:extLst>
          </p:cNvPr>
          <p:cNvSpPr>
            <a:spLocks noGrp="1"/>
          </p:cNvSpPr>
          <p:nvPr>
            <p:ph type="sldNum" sz="quarter" idx="12"/>
          </p:nvPr>
        </p:nvSpPr>
        <p:spPr/>
        <p:txBody>
          <a:bodyPr/>
          <a:lstStyle/>
          <a:p>
            <a:fld id="{B7721D9F-5710-489E-A77D-74868045607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065334657"/>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334AD-DA77-46E6-B1B9-475711384DB1}"/>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F769874E-151B-47D6-BEFC-B00C9F4CEF92}"/>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5CDD0433-9150-473B-8D4E-F20598DF651C}"/>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CE8583B3-24FF-4F22-B3A8-DAB669D47C61}"/>
              </a:ext>
            </a:extLst>
          </p:cNvPr>
          <p:cNvSpPr>
            <a:spLocks noGrp="1"/>
          </p:cNvSpPr>
          <p:nvPr>
            <p:ph type="dt" sz="half" idx="10"/>
          </p:nvPr>
        </p:nvSpPr>
        <p:spPr/>
        <p:txBody>
          <a:bodyPr/>
          <a:lstStyle/>
          <a:p>
            <a:fld id="{D539717F-9C81-4977-8630-82DBDFF7780C}" type="datetimeFigureOut">
              <a:rPr lang="en-US" smtClean="0">
                <a:solidFill>
                  <a:prstClr val="black">
                    <a:tint val="75000"/>
                  </a:prstClr>
                </a:solidFill>
              </a:rPr>
              <a:pPr/>
              <a:t>10/13/2025</a:t>
            </a:fld>
            <a:endParaRPr lang="en-US">
              <a:solidFill>
                <a:prstClr val="black">
                  <a:tint val="75000"/>
                </a:prstClr>
              </a:solidFill>
            </a:endParaRPr>
          </a:p>
        </p:txBody>
      </p:sp>
      <p:sp>
        <p:nvSpPr>
          <p:cNvPr id="6" name="Footer Placeholder 5">
            <a:extLst>
              <a:ext uri="{FF2B5EF4-FFF2-40B4-BE49-F238E27FC236}">
                <a16:creationId xmlns:a16="http://schemas.microsoft.com/office/drawing/2014/main" id="{6AFE626A-E2BE-4DCC-8CA7-408A7B92CC0E}"/>
              </a:ext>
            </a:extLst>
          </p:cNvPr>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a:extLst>
              <a:ext uri="{FF2B5EF4-FFF2-40B4-BE49-F238E27FC236}">
                <a16:creationId xmlns:a16="http://schemas.microsoft.com/office/drawing/2014/main" id="{67F01558-50D0-4C40-B84E-57A3E76BC76A}"/>
              </a:ext>
            </a:extLst>
          </p:cNvPr>
          <p:cNvSpPr>
            <a:spLocks noGrp="1"/>
          </p:cNvSpPr>
          <p:nvPr>
            <p:ph type="sldNum" sz="quarter" idx="12"/>
          </p:nvPr>
        </p:nvSpPr>
        <p:spPr/>
        <p:txBody>
          <a:bodyPr/>
          <a:lstStyle/>
          <a:p>
            <a:fld id="{B7721D9F-5710-489E-A77D-74868045607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453618012"/>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F42BD-1777-41A5-9EC7-ED603736096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7823BCD-2F4E-46A6-9460-79D24D9A102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EEF4C9-BD5D-42A5-928E-363F8D4F5B81}"/>
              </a:ext>
            </a:extLst>
          </p:cNvPr>
          <p:cNvSpPr>
            <a:spLocks noGrp="1"/>
          </p:cNvSpPr>
          <p:nvPr>
            <p:ph type="dt" sz="half" idx="10"/>
          </p:nvPr>
        </p:nvSpPr>
        <p:spPr/>
        <p:txBody>
          <a:bodyPr/>
          <a:lstStyle/>
          <a:p>
            <a:fld id="{D539717F-9C81-4977-8630-82DBDFF7780C}" type="datetimeFigureOut">
              <a:rPr lang="en-US" smtClean="0">
                <a:solidFill>
                  <a:prstClr val="black">
                    <a:tint val="75000"/>
                  </a:prstClr>
                </a:solidFill>
              </a:rPr>
              <a:pPr/>
              <a:t>10/13/2025</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DAED6834-A057-4D98-845F-9AC9BF24EF2B}"/>
              </a:ext>
            </a:extLst>
          </p:cNvPr>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8E95562C-CF49-4DD9-BFBC-A6819FB90053}"/>
              </a:ext>
            </a:extLst>
          </p:cNvPr>
          <p:cNvSpPr>
            <a:spLocks noGrp="1"/>
          </p:cNvSpPr>
          <p:nvPr>
            <p:ph type="sldNum" sz="quarter" idx="12"/>
          </p:nvPr>
        </p:nvSpPr>
        <p:spPr/>
        <p:txBody>
          <a:bodyPr/>
          <a:lstStyle/>
          <a:p>
            <a:fld id="{B7721D9F-5710-489E-A77D-74868045607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80564468"/>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019462E-6A48-4C17-8DC7-8A505DE7A744}"/>
              </a:ext>
            </a:extLst>
          </p:cNvPr>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31F50F7-FDFA-4B4C-B9F3-90830E8EC860}"/>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6948E5-2511-44E7-AC5A-E55415C39B1C}"/>
              </a:ext>
            </a:extLst>
          </p:cNvPr>
          <p:cNvSpPr>
            <a:spLocks noGrp="1"/>
          </p:cNvSpPr>
          <p:nvPr>
            <p:ph type="dt" sz="half" idx="10"/>
          </p:nvPr>
        </p:nvSpPr>
        <p:spPr/>
        <p:txBody>
          <a:bodyPr/>
          <a:lstStyle/>
          <a:p>
            <a:fld id="{D539717F-9C81-4977-8630-82DBDFF7780C}" type="datetimeFigureOut">
              <a:rPr lang="en-US" smtClean="0">
                <a:solidFill>
                  <a:prstClr val="black">
                    <a:tint val="75000"/>
                  </a:prstClr>
                </a:solidFill>
              </a:rPr>
              <a:pPr/>
              <a:t>10/13/2025</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B5108831-D4A1-44C0-8FCC-23D0CB3AC201}"/>
              </a:ext>
            </a:extLst>
          </p:cNvPr>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23D0ED23-1E73-4EFB-A63F-EB003CDB11BF}"/>
              </a:ext>
            </a:extLst>
          </p:cNvPr>
          <p:cNvSpPr>
            <a:spLocks noGrp="1"/>
          </p:cNvSpPr>
          <p:nvPr>
            <p:ph type="sldNum" sz="quarter" idx="12"/>
          </p:nvPr>
        </p:nvSpPr>
        <p:spPr/>
        <p:txBody>
          <a:bodyPr/>
          <a:lstStyle/>
          <a:p>
            <a:fld id="{B7721D9F-5710-489E-A77D-74868045607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441425193"/>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189" lvl="0" indent="-342892">
              <a:spcBef>
                <a:spcPts val="0"/>
              </a:spcBef>
              <a:spcAft>
                <a:spcPts val="0"/>
              </a:spcAft>
              <a:buSzPts val="1800"/>
              <a:buChar char="●"/>
              <a:defRPr/>
            </a:lvl1pPr>
            <a:lvl2pPr marL="914378" lvl="1" indent="-317492">
              <a:spcBef>
                <a:spcPts val="1600"/>
              </a:spcBef>
              <a:spcAft>
                <a:spcPts val="0"/>
              </a:spcAft>
              <a:buSzPts val="1400"/>
              <a:buChar char="○"/>
              <a:defRPr/>
            </a:lvl2pPr>
            <a:lvl3pPr marL="1371566" lvl="2" indent="-317492">
              <a:spcBef>
                <a:spcPts val="1600"/>
              </a:spcBef>
              <a:spcAft>
                <a:spcPts val="0"/>
              </a:spcAft>
              <a:buSzPts val="1400"/>
              <a:buChar char="■"/>
              <a:defRPr/>
            </a:lvl3pPr>
            <a:lvl4pPr marL="1828754" lvl="3" indent="-317492">
              <a:spcBef>
                <a:spcPts val="1600"/>
              </a:spcBef>
              <a:spcAft>
                <a:spcPts val="0"/>
              </a:spcAft>
              <a:buSzPts val="1400"/>
              <a:buChar char="●"/>
              <a:defRPr/>
            </a:lvl4pPr>
            <a:lvl5pPr marL="2285943" lvl="4" indent="-317492">
              <a:spcBef>
                <a:spcPts val="1600"/>
              </a:spcBef>
              <a:spcAft>
                <a:spcPts val="0"/>
              </a:spcAft>
              <a:buSzPts val="1400"/>
              <a:buChar char="○"/>
              <a:defRPr/>
            </a:lvl5pPr>
            <a:lvl6pPr marL="2743132" lvl="5" indent="-317492">
              <a:spcBef>
                <a:spcPts val="1600"/>
              </a:spcBef>
              <a:spcAft>
                <a:spcPts val="0"/>
              </a:spcAft>
              <a:buSzPts val="1400"/>
              <a:buChar char="■"/>
              <a:defRPr/>
            </a:lvl6pPr>
            <a:lvl7pPr marL="3200320" lvl="6" indent="-317492">
              <a:spcBef>
                <a:spcPts val="1600"/>
              </a:spcBef>
              <a:spcAft>
                <a:spcPts val="0"/>
              </a:spcAft>
              <a:buSzPts val="1400"/>
              <a:buChar char="●"/>
              <a:defRPr/>
            </a:lvl7pPr>
            <a:lvl8pPr marL="3657509" lvl="7" indent="-317492">
              <a:spcBef>
                <a:spcPts val="1600"/>
              </a:spcBef>
              <a:spcAft>
                <a:spcPts val="0"/>
              </a:spcAft>
              <a:buSzPts val="1400"/>
              <a:buChar char="○"/>
              <a:defRPr/>
            </a:lvl8pPr>
            <a:lvl9pPr marL="4114697" lvl="8" indent="-317492">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hu" smtClean="0">
                <a:solidFill>
                  <a:prstClr val="black">
                    <a:tint val="75000"/>
                  </a:prstClr>
                </a:solidFill>
              </a:rPr>
              <a:pPr/>
              <a:t>‹#›</a:t>
            </a:fld>
            <a:endParaRPr lang="hu">
              <a:solidFill>
                <a:prstClr val="black">
                  <a:tint val="75000"/>
                </a:prstClr>
              </a:solidFill>
            </a:endParaRPr>
          </a:p>
        </p:txBody>
      </p:sp>
    </p:spTree>
    <p:extLst>
      <p:ext uri="{BB962C8B-B14F-4D97-AF65-F5344CB8AC3E}">
        <p14:creationId xmlns:p14="http://schemas.microsoft.com/office/powerpoint/2010/main" val="3853632934"/>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matchingName="Section header" type="secHead">
  <p:cSld name="1_Section 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hu" smtClean="0">
                <a:solidFill>
                  <a:prstClr val="black">
                    <a:tint val="75000"/>
                  </a:prstClr>
                </a:solidFill>
              </a:rPr>
              <a:pPr/>
              <a:t>‹#›</a:t>
            </a:fld>
            <a:endParaRPr lang="hu">
              <a:solidFill>
                <a:prstClr val="black">
                  <a:tint val="75000"/>
                </a:prstClr>
              </a:solidFill>
            </a:endParaRPr>
          </a:p>
        </p:txBody>
      </p:sp>
    </p:spTree>
    <p:extLst>
      <p:ext uri="{BB962C8B-B14F-4D97-AF65-F5344CB8AC3E}">
        <p14:creationId xmlns:p14="http://schemas.microsoft.com/office/powerpoint/2010/main" val="1876102533"/>
      </p:ext>
    </p:extLst>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userDrawn="1">
  <p:cSld name="Cover-Black">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39377C-8642-441F-BDC6-500DB01AD362}"/>
              </a:ext>
            </a:extLst>
          </p:cNvPr>
          <p:cNvSpPr/>
          <p:nvPr userDrawn="1"/>
        </p:nvSpPr>
        <p:spPr bwMode="auto">
          <a:xfrm>
            <a:off x="0" y="0"/>
            <a:ext cx="9144000" cy="5143500"/>
          </a:xfrm>
          <a:prstGeom prst="rect">
            <a:avLst/>
          </a:prstGeom>
          <a:solidFill>
            <a:schemeClr val="tx1"/>
          </a:solidFill>
          <a:ln>
            <a:noFill/>
          </a:ln>
          <a:effectLst/>
        </p:spPr>
        <p:txBody>
          <a:bodyPr wrap="none"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prstClr val="white"/>
              </a:solidFill>
              <a:effectLst/>
              <a:uLnTx/>
              <a:uFillTx/>
              <a:latin typeface="Calibri Light" panose="020F0302020204030204" pitchFamily="34" charset="0"/>
              <a:ea typeface="Human Sans ExtraLight" charset="0"/>
              <a:cs typeface="Human Sans ExtraLight" charset="0"/>
            </a:endParaRPr>
          </a:p>
        </p:txBody>
      </p:sp>
      <p:sp>
        <p:nvSpPr>
          <p:cNvPr id="5" name="Text Placeholder 4">
            <a:extLst>
              <a:ext uri="{FF2B5EF4-FFF2-40B4-BE49-F238E27FC236}">
                <a16:creationId xmlns:a16="http://schemas.microsoft.com/office/drawing/2014/main" id="{A2159C2A-0FC8-422F-92E4-B92935AAE5A0}"/>
              </a:ext>
            </a:extLst>
          </p:cNvPr>
          <p:cNvSpPr>
            <a:spLocks noGrp="1"/>
          </p:cNvSpPr>
          <p:nvPr>
            <p:ph type="body" sz="quarter" idx="10" hasCustomPrompt="1"/>
          </p:nvPr>
        </p:nvSpPr>
        <p:spPr>
          <a:xfrm>
            <a:off x="351581" y="1371600"/>
            <a:ext cx="4867275" cy="1938992"/>
          </a:xfrm>
          <a:prstGeom prst="rect">
            <a:avLst/>
          </a:prstGeom>
        </p:spPr>
        <p:txBody>
          <a:bodyPr>
            <a:spAutoFit/>
          </a:bodyPr>
          <a:lstStyle>
            <a:lvl1pPr>
              <a:lnSpc>
                <a:spcPct val="100000"/>
              </a:lnSpc>
              <a:spcBef>
                <a:spcPts val="0"/>
              </a:spcBef>
              <a:defRPr sz="6000">
                <a:solidFill>
                  <a:schemeClr val="bg1"/>
                </a:solidFill>
                <a:latin typeface="Calibri Light" panose="020F0302020204030204" pitchFamily="34" charset="0"/>
                <a:cs typeface="Calibri Light" panose="020F0302020204030204" pitchFamily="34" charset="0"/>
              </a:defRPr>
            </a:lvl1pPr>
            <a:lvl2pPr>
              <a:buNone/>
              <a:defRPr/>
            </a:lvl2pPr>
          </a:lstStyle>
          <a:p>
            <a:pPr lvl="0"/>
            <a:r>
              <a:rPr lang="en-US"/>
              <a:t>Cover with </a:t>
            </a:r>
            <a:br>
              <a:rPr lang="en-US"/>
            </a:br>
            <a:r>
              <a:rPr lang="en-US"/>
              <a:t>text two lines</a:t>
            </a:r>
          </a:p>
        </p:txBody>
      </p:sp>
      <p:sp>
        <p:nvSpPr>
          <p:cNvPr id="13" name="Text Placeholder 4">
            <a:extLst>
              <a:ext uri="{FF2B5EF4-FFF2-40B4-BE49-F238E27FC236}">
                <a16:creationId xmlns:a16="http://schemas.microsoft.com/office/drawing/2014/main" id="{B8E369A2-FC86-4140-9080-E549260B9180}"/>
              </a:ext>
            </a:extLst>
          </p:cNvPr>
          <p:cNvSpPr>
            <a:spLocks noGrp="1"/>
          </p:cNvSpPr>
          <p:nvPr>
            <p:ph type="body" sz="quarter" idx="11" hasCustomPrompt="1"/>
          </p:nvPr>
        </p:nvSpPr>
        <p:spPr>
          <a:xfrm>
            <a:off x="351581" y="3497580"/>
            <a:ext cx="4867275" cy="646331"/>
          </a:xfrm>
          <a:prstGeom prst="rect">
            <a:avLst/>
          </a:prstGeom>
        </p:spPr>
        <p:txBody>
          <a:bodyPr>
            <a:spAutoFit/>
          </a:bodyPr>
          <a:lstStyle>
            <a:lvl1pPr>
              <a:lnSpc>
                <a:spcPct val="100000"/>
              </a:lnSpc>
              <a:spcBef>
                <a:spcPts val="0"/>
              </a:spcBef>
              <a:defRPr sz="1800">
                <a:solidFill>
                  <a:schemeClr val="bg1"/>
                </a:solidFill>
                <a:latin typeface="Calibri Light" panose="020F0302020204030204" pitchFamily="34" charset="0"/>
                <a:cs typeface="Calibri Light" panose="020F0302020204030204" pitchFamily="34" charset="0"/>
              </a:defRPr>
            </a:lvl1pPr>
            <a:lvl2pPr>
              <a:buNone/>
              <a:defRPr/>
            </a:lvl2pPr>
          </a:lstStyle>
          <a:p>
            <a:pPr lvl="0"/>
            <a:r>
              <a:rPr lang="en-US">
                <a:effectLst/>
              </a:rPr>
              <a:t>Sub-description text goes here over one or two lines</a:t>
            </a:r>
            <a:endParaRPr lang="en-US"/>
          </a:p>
        </p:txBody>
      </p:sp>
      <p:sp>
        <p:nvSpPr>
          <p:cNvPr id="14" name="Text Placeholder 4">
            <a:extLst>
              <a:ext uri="{FF2B5EF4-FFF2-40B4-BE49-F238E27FC236}">
                <a16:creationId xmlns:a16="http://schemas.microsoft.com/office/drawing/2014/main" id="{2F6A18E7-9305-4C6B-A5A3-4962D30A22A2}"/>
              </a:ext>
            </a:extLst>
          </p:cNvPr>
          <p:cNvSpPr>
            <a:spLocks noGrp="1"/>
          </p:cNvSpPr>
          <p:nvPr>
            <p:ph type="body" sz="quarter" idx="12" hasCustomPrompt="1"/>
          </p:nvPr>
        </p:nvSpPr>
        <p:spPr>
          <a:xfrm>
            <a:off x="351581" y="3934043"/>
            <a:ext cx="4867275" cy="253916"/>
          </a:xfrm>
          <a:prstGeom prst="rect">
            <a:avLst/>
          </a:prstGeom>
        </p:spPr>
        <p:txBody>
          <a:bodyPr>
            <a:spAutoFit/>
          </a:bodyPr>
          <a:lstStyle>
            <a:lvl1pPr>
              <a:lnSpc>
                <a:spcPct val="100000"/>
              </a:lnSpc>
              <a:spcBef>
                <a:spcPts val="0"/>
              </a:spcBef>
              <a:defRPr sz="1050" spc="225">
                <a:solidFill>
                  <a:schemeClr val="bg2"/>
                </a:solidFill>
              </a:defRPr>
            </a:lvl1pPr>
            <a:lvl2pPr>
              <a:buNone/>
              <a:defRPr/>
            </a:lvl2pPr>
          </a:lstStyle>
          <a:p>
            <a:pPr lvl="0"/>
            <a:r>
              <a:rPr lang="en-US">
                <a:effectLst/>
              </a:rPr>
              <a:t>23 OCTOBER 2020</a:t>
            </a:r>
            <a:endParaRPr lang="en-US"/>
          </a:p>
        </p:txBody>
      </p:sp>
      <p:pic>
        <p:nvPicPr>
          <p:cNvPr id="2" name="Graphic 1">
            <a:extLst>
              <a:ext uri="{FF2B5EF4-FFF2-40B4-BE49-F238E27FC236}">
                <a16:creationId xmlns:a16="http://schemas.microsoft.com/office/drawing/2014/main" id="{3421FFBE-FD73-4914-B88C-A205297E29C5}"/>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351582" y="457574"/>
            <a:ext cx="802848" cy="282942"/>
          </a:xfrm>
          <a:prstGeom prst="rect">
            <a:avLst/>
          </a:prstGeom>
        </p:spPr>
      </p:pic>
    </p:spTree>
    <p:extLst>
      <p:ext uri="{BB962C8B-B14F-4D97-AF65-F5344CB8AC3E}">
        <p14:creationId xmlns:p14="http://schemas.microsoft.com/office/powerpoint/2010/main" val="4156378672"/>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slideLayout" Target="../slideLayouts/slideLayout18.xml"/><Relationship Id="rId18" Type="http://schemas.openxmlformats.org/officeDocument/2006/relationships/image" Target="../media/image5.emf"/><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slideLayout" Target="../slideLayouts/slideLayout17.xml"/><Relationship Id="rId17" Type="http://schemas.openxmlformats.org/officeDocument/2006/relationships/theme" Target="../theme/theme2.xml"/><Relationship Id="rId2" Type="http://schemas.openxmlformats.org/officeDocument/2006/relationships/slideLayout" Target="../slideLayouts/slideLayout7.xml"/><Relationship Id="rId16" Type="http://schemas.openxmlformats.org/officeDocument/2006/relationships/slideLayout" Target="../slideLayouts/slideLayout21.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5" Type="http://schemas.openxmlformats.org/officeDocument/2006/relationships/slideLayout" Target="../slideLayouts/slideLayout2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 Id="rId14"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image" Target="../media/image5.emf"/><Relationship Id="rId5" Type="http://schemas.openxmlformats.org/officeDocument/2006/relationships/theme" Target="../theme/theme3.xml"/><Relationship Id="rId4" Type="http://schemas.openxmlformats.org/officeDocument/2006/relationships/slideLayout" Target="../slideLayouts/slideLayout25.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28.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theme" Target="../theme/theme4.xml"/><Relationship Id="rId5" Type="http://schemas.openxmlformats.org/officeDocument/2006/relationships/slideLayout" Target="../slideLayouts/slideLayout30.xml"/><Relationship Id="rId4" Type="http://schemas.openxmlformats.org/officeDocument/2006/relationships/slideLayout" Target="../slideLayouts/slideLayout29.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38.xml"/><Relationship Id="rId13" Type="http://schemas.openxmlformats.org/officeDocument/2006/relationships/slideLayout" Target="../slideLayouts/slideLayout43.xml"/><Relationship Id="rId18" Type="http://schemas.openxmlformats.org/officeDocument/2006/relationships/image" Target="../media/image5.emf"/><Relationship Id="rId3" Type="http://schemas.openxmlformats.org/officeDocument/2006/relationships/slideLayout" Target="../slideLayouts/slideLayout33.xml"/><Relationship Id="rId7" Type="http://schemas.openxmlformats.org/officeDocument/2006/relationships/slideLayout" Target="../slideLayouts/slideLayout37.xml"/><Relationship Id="rId12" Type="http://schemas.openxmlformats.org/officeDocument/2006/relationships/slideLayout" Target="../slideLayouts/slideLayout42.xml"/><Relationship Id="rId17" Type="http://schemas.openxmlformats.org/officeDocument/2006/relationships/theme" Target="../theme/theme5.xml"/><Relationship Id="rId2" Type="http://schemas.openxmlformats.org/officeDocument/2006/relationships/slideLayout" Target="../slideLayouts/slideLayout32.xml"/><Relationship Id="rId16" Type="http://schemas.openxmlformats.org/officeDocument/2006/relationships/slideLayout" Target="../slideLayouts/slideLayout46.xml"/><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slideLayout" Target="../slideLayouts/slideLayout41.xml"/><Relationship Id="rId5" Type="http://schemas.openxmlformats.org/officeDocument/2006/relationships/slideLayout" Target="../slideLayouts/slideLayout35.xml"/><Relationship Id="rId15" Type="http://schemas.openxmlformats.org/officeDocument/2006/relationships/slideLayout" Target="../slideLayouts/slideLayout45.xml"/><Relationship Id="rId10" Type="http://schemas.openxmlformats.org/officeDocument/2006/relationships/slideLayout" Target="../slideLayouts/slideLayout40.xml"/><Relationship Id="rId4" Type="http://schemas.openxmlformats.org/officeDocument/2006/relationships/slideLayout" Target="../slideLayouts/slideLayout34.xml"/><Relationship Id="rId9" Type="http://schemas.openxmlformats.org/officeDocument/2006/relationships/slideLayout" Target="../slideLayouts/slideLayout39.xml"/><Relationship Id="rId14" Type="http://schemas.openxmlformats.org/officeDocument/2006/relationships/slideLayout" Target="../slideLayouts/slideLayout44.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4.xml"/><Relationship Id="rId13" Type="http://schemas.openxmlformats.org/officeDocument/2006/relationships/slideLayout" Target="../slideLayouts/slideLayout59.xml"/><Relationship Id="rId18" Type="http://schemas.openxmlformats.org/officeDocument/2006/relationships/image" Target="../media/image5.emf"/><Relationship Id="rId3" Type="http://schemas.openxmlformats.org/officeDocument/2006/relationships/slideLayout" Target="../slideLayouts/slideLayout49.xml"/><Relationship Id="rId7" Type="http://schemas.openxmlformats.org/officeDocument/2006/relationships/slideLayout" Target="../slideLayouts/slideLayout53.xml"/><Relationship Id="rId12" Type="http://schemas.openxmlformats.org/officeDocument/2006/relationships/slideLayout" Target="../slideLayouts/slideLayout58.xml"/><Relationship Id="rId17" Type="http://schemas.openxmlformats.org/officeDocument/2006/relationships/theme" Target="../theme/theme6.xml"/><Relationship Id="rId2" Type="http://schemas.openxmlformats.org/officeDocument/2006/relationships/slideLayout" Target="../slideLayouts/slideLayout48.xml"/><Relationship Id="rId16" Type="http://schemas.openxmlformats.org/officeDocument/2006/relationships/slideLayout" Target="../slideLayouts/slideLayout62.xml"/><Relationship Id="rId1" Type="http://schemas.openxmlformats.org/officeDocument/2006/relationships/slideLayout" Target="../slideLayouts/slideLayout47.xml"/><Relationship Id="rId6" Type="http://schemas.openxmlformats.org/officeDocument/2006/relationships/slideLayout" Target="../slideLayouts/slideLayout52.xml"/><Relationship Id="rId11" Type="http://schemas.openxmlformats.org/officeDocument/2006/relationships/slideLayout" Target="../slideLayouts/slideLayout57.xml"/><Relationship Id="rId5" Type="http://schemas.openxmlformats.org/officeDocument/2006/relationships/slideLayout" Target="../slideLayouts/slideLayout51.xml"/><Relationship Id="rId15" Type="http://schemas.openxmlformats.org/officeDocument/2006/relationships/slideLayout" Target="../slideLayouts/slideLayout61.xml"/><Relationship Id="rId10" Type="http://schemas.openxmlformats.org/officeDocument/2006/relationships/slideLayout" Target="../slideLayouts/slideLayout56.xml"/><Relationship Id="rId4" Type="http://schemas.openxmlformats.org/officeDocument/2006/relationships/slideLayout" Target="../slideLayouts/slideLayout50.xml"/><Relationship Id="rId9" Type="http://schemas.openxmlformats.org/officeDocument/2006/relationships/slideLayout" Target="../slideLayouts/slideLayout55.xml"/><Relationship Id="rId14" Type="http://schemas.openxmlformats.org/officeDocument/2006/relationships/slideLayout" Target="../slideLayouts/slideLayout60.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0.xml"/><Relationship Id="rId13" Type="http://schemas.openxmlformats.org/officeDocument/2006/relationships/slideLayout" Target="../slideLayouts/slideLayout75.xml"/><Relationship Id="rId18" Type="http://schemas.openxmlformats.org/officeDocument/2006/relationships/image" Target="../media/image5.emf"/><Relationship Id="rId3" Type="http://schemas.openxmlformats.org/officeDocument/2006/relationships/slideLayout" Target="../slideLayouts/slideLayout65.xml"/><Relationship Id="rId7" Type="http://schemas.openxmlformats.org/officeDocument/2006/relationships/slideLayout" Target="../slideLayouts/slideLayout69.xml"/><Relationship Id="rId12" Type="http://schemas.openxmlformats.org/officeDocument/2006/relationships/slideLayout" Target="../slideLayouts/slideLayout74.xml"/><Relationship Id="rId17" Type="http://schemas.openxmlformats.org/officeDocument/2006/relationships/theme" Target="../theme/theme7.xml"/><Relationship Id="rId2" Type="http://schemas.openxmlformats.org/officeDocument/2006/relationships/slideLayout" Target="../slideLayouts/slideLayout64.xml"/><Relationship Id="rId16" Type="http://schemas.openxmlformats.org/officeDocument/2006/relationships/slideLayout" Target="../slideLayouts/slideLayout78.xml"/><Relationship Id="rId1" Type="http://schemas.openxmlformats.org/officeDocument/2006/relationships/slideLayout" Target="../slideLayouts/slideLayout63.xml"/><Relationship Id="rId6" Type="http://schemas.openxmlformats.org/officeDocument/2006/relationships/slideLayout" Target="../slideLayouts/slideLayout68.xml"/><Relationship Id="rId11" Type="http://schemas.openxmlformats.org/officeDocument/2006/relationships/slideLayout" Target="../slideLayouts/slideLayout73.xml"/><Relationship Id="rId5" Type="http://schemas.openxmlformats.org/officeDocument/2006/relationships/slideLayout" Target="../slideLayouts/slideLayout67.xml"/><Relationship Id="rId15" Type="http://schemas.openxmlformats.org/officeDocument/2006/relationships/slideLayout" Target="../slideLayouts/slideLayout77.xml"/><Relationship Id="rId10" Type="http://schemas.openxmlformats.org/officeDocument/2006/relationships/slideLayout" Target="../slideLayouts/slideLayout72.xml"/><Relationship Id="rId4" Type="http://schemas.openxmlformats.org/officeDocument/2006/relationships/slideLayout" Target="../slideLayouts/slideLayout66.xml"/><Relationship Id="rId9" Type="http://schemas.openxmlformats.org/officeDocument/2006/relationships/slideLayout" Target="../slideLayouts/slideLayout71.xml"/><Relationship Id="rId14" Type="http://schemas.openxmlformats.org/officeDocument/2006/relationships/slideLayout" Target="../slideLayouts/slideLayout76.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6.xml"/><Relationship Id="rId13" Type="http://schemas.openxmlformats.org/officeDocument/2006/relationships/slideLayout" Target="../slideLayouts/slideLayout91.xml"/><Relationship Id="rId18" Type="http://schemas.openxmlformats.org/officeDocument/2006/relationships/image" Target="../media/image5.emf"/><Relationship Id="rId3" Type="http://schemas.openxmlformats.org/officeDocument/2006/relationships/slideLayout" Target="../slideLayouts/slideLayout81.xml"/><Relationship Id="rId7" Type="http://schemas.openxmlformats.org/officeDocument/2006/relationships/slideLayout" Target="../slideLayouts/slideLayout85.xml"/><Relationship Id="rId12" Type="http://schemas.openxmlformats.org/officeDocument/2006/relationships/slideLayout" Target="../slideLayouts/slideLayout90.xml"/><Relationship Id="rId17" Type="http://schemas.openxmlformats.org/officeDocument/2006/relationships/theme" Target="../theme/theme8.xml"/><Relationship Id="rId2" Type="http://schemas.openxmlformats.org/officeDocument/2006/relationships/slideLayout" Target="../slideLayouts/slideLayout80.xml"/><Relationship Id="rId16" Type="http://schemas.openxmlformats.org/officeDocument/2006/relationships/slideLayout" Target="../slideLayouts/slideLayout94.xml"/><Relationship Id="rId1" Type="http://schemas.openxmlformats.org/officeDocument/2006/relationships/slideLayout" Target="../slideLayouts/slideLayout79.xml"/><Relationship Id="rId6" Type="http://schemas.openxmlformats.org/officeDocument/2006/relationships/slideLayout" Target="../slideLayouts/slideLayout84.xml"/><Relationship Id="rId11" Type="http://schemas.openxmlformats.org/officeDocument/2006/relationships/slideLayout" Target="../slideLayouts/slideLayout89.xml"/><Relationship Id="rId5" Type="http://schemas.openxmlformats.org/officeDocument/2006/relationships/slideLayout" Target="../slideLayouts/slideLayout83.xml"/><Relationship Id="rId15" Type="http://schemas.openxmlformats.org/officeDocument/2006/relationships/slideLayout" Target="../slideLayouts/slideLayout93.xml"/><Relationship Id="rId10" Type="http://schemas.openxmlformats.org/officeDocument/2006/relationships/slideLayout" Target="../slideLayouts/slideLayout88.xml"/><Relationship Id="rId4" Type="http://schemas.openxmlformats.org/officeDocument/2006/relationships/slideLayout" Target="../slideLayouts/slideLayout82.xml"/><Relationship Id="rId9" Type="http://schemas.openxmlformats.org/officeDocument/2006/relationships/slideLayout" Target="../slideLayouts/slideLayout87.xml"/><Relationship Id="rId14" Type="http://schemas.openxmlformats.org/officeDocument/2006/relationships/slideLayout" Target="../slideLayouts/slideLayout92.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02.xml"/><Relationship Id="rId13" Type="http://schemas.openxmlformats.org/officeDocument/2006/relationships/slideLayout" Target="../slideLayouts/slideLayout107.xml"/><Relationship Id="rId3" Type="http://schemas.openxmlformats.org/officeDocument/2006/relationships/slideLayout" Target="../slideLayouts/slideLayout97.xml"/><Relationship Id="rId7" Type="http://schemas.openxmlformats.org/officeDocument/2006/relationships/slideLayout" Target="../slideLayouts/slideLayout101.xml"/><Relationship Id="rId12" Type="http://schemas.openxmlformats.org/officeDocument/2006/relationships/slideLayout" Target="../slideLayouts/slideLayout106.xml"/><Relationship Id="rId2" Type="http://schemas.openxmlformats.org/officeDocument/2006/relationships/slideLayout" Target="../slideLayouts/slideLayout96.xml"/><Relationship Id="rId1" Type="http://schemas.openxmlformats.org/officeDocument/2006/relationships/slideLayout" Target="../slideLayouts/slideLayout95.xml"/><Relationship Id="rId6" Type="http://schemas.openxmlformats.org/officeDocument/2006/relationships/slideLayout" Target="../slideLayouts/slideLayout100.xml"/><Relationship Id="rId11" Type="http://schemas.openxmlformats.org/officeDocument/2006/relationships/slideLayout" Target="../slideLayouts/slideLayout105.xml"/><Relationship Id="rId5" Type="http://schemas.openxmlformats.org/officeDocument/2006/relationships/slideLayout" Target="../slideLayouts/slideLayout99.xml"/><Relationship Id="rId15" Type="http://schemas.openxmlformats.org/officeDocument/2006/relationships/theme" Target="../theme/theme9.xml"/><Relationship Id="rId10" Type="http://schemas.openxmlformats.org/officeDocument/2006/relationships/slideLayout" Target="../slideLayouts/slideLayout104.xml"/><Relationship Id="rId4" Type="http://schemas.openxmlformats.org/officeDocument/2006/relationships/slideLayout" Target="../slideLayouts/slideLayout98.xml"/><Relationship Id="rId9" Type="http://schemas.openxmlformats.org/officeDocument/2006/relationships/slideLayout" Target="../slideLayouts/slideLayout103.xml"/><Relationship Id="rId14" Type="http://schemas.openxmlformats.org/officeDocument/2006/relationships/slideLayout" Target="../slideLayouts/slideLayout108.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16.xml"/><Relationship Id="rId13" Type="http://schemas.openxmlformats.org/officeDocument/2006/relationships/slideLayout" Target="../slideLayouts/slideLayout121.xml"/><Relationship Id="rId3" Type="http://schemas.openxmlformats.org/officeDocument/2006/relationships/slideLayout" Target="../slideLayouts/slideLayout111.xml"/><Relationship Id="rId7" Type="http://schemas.openxmlformats.org/officeDocument/2006/relationships/slideLayout" Target="../slideLayouts/slideLayout115.xml"/><Relationship Id="rId12" Type="http://schemas.openxmlformats.org/officeDocument/2006/relationships/slideLayout" Target="../slideLayouts/slideLayout120.xml"/><Relationship Id="rId2" Type="http://schemas.openxmlformats.org/officeDocument/2006/relationships/slideLayout" Target="../slideLayouts/slideLayout110.xml"/><Relationship Id="rId1" Type="http://schemas.openxmlformats.org/officeDocument/2006/relationships/slideLayout" Target="../slideLayouts/slideLayout109.xml"/><Relationship Id="rId6" Type="http://schemas.openxmlformats.org/officeDocument/2006/relationships/slideLayout" Target="../slideLayouts/slideLayout114.xml"/><Relationship Id="rId11" Type="http://schemas.openxmlformats.org/officeDocument/2006/relationships/slideLayout" Target="../slideLayouts/slideLayout119.xml"/><Relationship Id="rId5" Type="http://schemas.openxmlformats.org/officeDocument/2006/relationships/slideLayout" Target="../slideLayouts/slideLayout113.xml"/><Relationship Id="rId15" Type="http://schemas.openxmlformats.org/officeDocument/2006/relationships/theme" Target="../theme/theme10.xml"/><Relationship Id="rId10" Type="http://schemas.openxmlformats.org/officeDocument/2006/relationships/slideLayout" Target="../slideLayouts/slideLayout118.xml"/><Relationship Id="rId4" Type="http://schemas.openxmlformats.org/officeDocument/2006/relationships/slideLayout" Target="../slideLayouts/slideLayout112.xml"/><Relationship Id="rId9" Type="http://schemas.openxmlformats.org/officeDocument/2006/relationships/slideLayout" Target="../slideLayouts/slideLayout117.xml"/><Relationship Id="rId14" Type="http://schemas.openxmlformats.org/officeDocument/2006/relationships/slideLayout" Target="../slideLayouts/slideLayout122.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30.xml"/><Relationship Id="rId13" Type="http://schemas.openxmlformats.org/officeDocument/2006/relationships/slideLayout" Target="../slideLayouts/slideLayout135.xml"/><Relationship Id="rId3" Type="http://schemas.openxmlformats.org/officeDocument/2006/relationships/slideLayout" Target="../slideLayouts/slideLayout125.xml"/><Relationship Id="rId7" Type="http://schemas.openxmlformats.org/officeDocument/2006/relationships/slideLayout" Target="../slideLayouts/slideLayout129.xml"/><Relationship Id="rId12" Type="http://schemas.openxmlformats.org/officeDocument/2006/relationships/slideLayout" Target="../slideLayouts/slideLayout134.xml"/><Relationship Id="rId2" Type="http://schemas.openxmlformats.org/officeDocument/2006/relationships/slideLayout" Target="../slideLayouts/slideLayout124.xml"/><Relationship Id="rId1" Type="http://schemas.openxmlformats.org/officeDocument/2006/relationships/slideLayout" Target="../slideLayouts/slideLayout123.xml"/><Relationship Id="rId6" Type="http://schemas.openxmlformats.org/officeDocument/2006/relationships/slideLayout" Target="../slideLayouts/slideLayout128.xml"/><Relationship Id="rId11" Type="http://schemas.openxmlformats.org/officeDocument/2006/relationships/slideLayout" Target="../slideLayouts/slideLayout133.xml"/><Relationship Id="rId5" Type="http://schemas.openxmlformats.org/officeDocument/2006/relationships/slideLayout" Target="../slideLayouts/slideLayout127.xml"/><Relationship Id="rId15" Type="http://schemas.openxmlformats.org/officeDocument/2006/relationships/theme" Target="../theme/theme11.xml"/><Relationship Id="rId10" Type="http://schemas.openxmlformats.org/officeDocument/2006/relationships/slideLayout" Target="../slideLayouts/slideLayout132.xml"/><Relationship Id="rId4" Type="http://schemas.openxmlformats.org/officeDocument/2006/relationships/slideLayout" Target="../slideLayouts/slideLayout126.xml"/><Relationship Id="rId9" Type="http://schemas.openxmlformats.org/officeDocument/2006/relationships/slideLayout" Target="../slideLayouts/slideLayout131.xml"/><Relationship Id="rId14" Type="http://schemas.openxmlformats.org/officeDocument/2006/relationships/slideLayout" Target="../slideLayouts/slideLayout136.xml"/></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144.xml"/><Relationship Id="rId13" Type="http://schemas.openxmlformats.org/officeDocument/2006/relationships/slideLayout" Target="../slideLayouts/slideLayout149.xml"/><Relationship Id="rId3" Type="http://schemas.openxmlformats.org/officeDocument/2006/relationships/slideLayout" Target="../slideLayouts/slideLayout139.xml"/><Relationship Id="rId7" Type="http://schemas.openxmlformats.org/officeDocument/2006/relationships/slideLayout" Target="../slideLayouts/slideLayout143.xml"/><Relationship Id="rId12" Type="http://schemas.openxmlformats.org/officeDocument/2006/relationships/slideLayout" Target="../slideLayouts/slideLayout148.xml"/><Relationship Id="rId2" Type="http://schemas.openxmlformats.org/officeDocument/2006/relationships/slideLayout" Target="../slideLayouts/slideLayout138.xml"/><Relationship Id="rId1" Type="http://schemas.openxmlformats.org/officeDocument/2006/relationships/slideLayout" Target="../slideLayouts/slideLayout137.xml"/><Relationship Id="rId6" Type="http://schemas.openxmlformats.org/officeDocument/2006/relationships/slideLayout" Target="../slideLayouts/slideLayout142.xml"/><Relationship Id="rId11" Type="http://schemas.openxmlformats.org/officeDocument/2006/relationships/slideLayout" Target="../slideLayouts/slideLayout147.xml"/><Relationship Id="rId5" Type="http://schemas.openxmlformats.org/officeDocument/2006/relationships/slideLayout" Target="../slideLayouts/slideLayout141.xml"/><Relationship Id="rId15" Type="http://schemas.openxmlformats.org/officeDocument/2006/relationships/theme" Target="../theme/theme12.xml"/><Relationship Id="rId10" Type="http://schemas.openxmlformats.org/officeDocument/2006/relationships/slideLayout" Target="../slideLayouts/slideLayout146.xml"/><Relationship Id="rId4" Type="http://schemas.openxmlformats.org/officeDocument/2006/relationships/slideLayout" Target="../slideLayouts/slideLayout140.xml"/><Relationship Id="rId9" Type="http://schemas.openxmlformats.org/officeDocument/2006/relationships/slideLayout" Target="../slideLayouts/slideLayout145.xml"/><Relationship Id="rId14" Type="http://schemas.openxmlformats.org/officeDocument/2006/relationships/slideLayout" Target="../slideLayouts/slideLayout150.xml"/></Relationships>
</file>

<file path=ppt/slideMasters/_rels/slideMaster13.xml.rels><?xml version="1.0" encoding="UTF-8" standalone="yes"?>
<Relationships xmlns="http://schemas.openxmlformats.org/package/2006/relationships"><Relationship Id="rId8" Type="http://schemas.openxmlformats.org/officeDocument/2006/relationships/slideLayout" Target="../slideLayouts/slideLayout158.xml"/><Relationship Id="rId13" Type="http://schemas.openxmlformats.org/officeDocument/2006/relationships/slideLayout" Target="../slideLayouts/slideLayout163.xml"/><Relationship Id="rId3" Type="http://schemas.openxmlformats.org/officeDocument/2006/relationships/slideLayout" Target="../slideLayouts/slideLayout153.xml"/><Relationship Id="rId7" Type="http://schemas.openxmlformats.org/officeDocument/2006/relationships/slideLayout" Target="../slideLayouts/slideLayout157.xml"/><Relationship Id="rId12" Type="http://schemas.openxmlformats.org/officeDocument/2006/relationships/slideLayout" Target="../slideLayouts/slideLayout162.xml"/><Relationship Id="rId2" Type="http://schemas.openxmlformats.org/officeDocument/2006/relationships/slideLayout" Target="../slideLayouts/slideLayout152.xml"/><Relationship Id="rId1" Type="http://schemas.openxmlformats.org/officeDocument/2006/relationships/slideLayout" Target="../slideLayouts/slideLayout151.xml"/><Relationship Id="rId6" Type="http://schemas.openxmlformats.org/officeDocument/2006/relationships/slideLayout" Target="../slideLayouts/slideLayout156.xml"/><Relationship Id="rId11" Type="http://schemas.openxmlformats.org/officeDocument/2006/relationships/slideLayout" Target="../slideLayouts/slideLayout161.xml"/><Relationship Id="rId5" Type="http://schemas.openxmlformats.org/officeDocument/2006/relationships/slideLayout" Target="../slideLayouts/slideLayout155.xml"/><Relationship Id="rId15" Type="http://schemas.openxmlformats.org/officeDocument/2006/relationships/theme" Target="../theme/theme13.xml"/><Relationship Id="rId10" Type="http://schemas.openxmlformats.org/officeDocument/2006/relationships/slideLayout" Target="../slideLayouts/slideLayout160.xml"/><Relationship Id="rId4" Type="http://schemas.openxmlformats.org/officeDocument/2006/relationships/slideLayout" Target="../slideLayouts/slideLayout154.xml"/><Relationship Id="rId9" Type="http://schemas.openxmlformats.org/officeDocument/2006/relationships/slideLayout" Target="../slideLayouts/slideLayout159.xml"/><Relationship Id="rId14" Type="http://schemas.openxmlformats.org/officeDocument/2006/relationships/slideLayout" Target="../slideLayouts/slideLayout164.xml"/></Relationships>
</file>

<file path=ppt/slideMasters/_rels/slideMaster14.xml.rels><?xml version="1.0" encoding="UTF-8" standalone="yes"?>
<Relationships xmlns="http://schemas.openxmlformats.org/package/2006/relationships"><Relationship Id="rId8" Type="http://schemas.openxmlformats.org/officeDocument/2006/relationships/slideLayout" Target="../slideLayouts/slideLayout172.xml"/><Relationship Id="rId13" Type="http://schemas.openxmlformats.org/officeDocument/2006/relationships/slideLayout" Target="../slideLayouts/slideLayout177.xml"/><Relationship Id="rId3" Type="http://schemas.openxmlformats.org/officeDocument/2006/relationships/slideLayout" Target="../slideLayouts/slideLayout167.xml"/><Relationship Id="rId7" Type="http://schemas.openxmlformats.org/officeDocument/2006/relationships/slideLayout" Target="../slideLayouts/slideLayout171.xml"/><Relationship Id="rId12" Type="http://schemas.openxmlformats.org/officeDocument/2006/relationships/slideLayout" Target="../slideLayouts/slideLayout176.xml"/><Relationship Id="rId2" Type="http://schemas.openxmlformats.org/officeDocument/2006/relationships/slideLayout" Target="../slideLayouts/slideLayout166.xml"/><Relationship Id="rId1" Type="http://schemas.openxmlformats.org/officeDocument/2006/relationships/slideLayout" Target="../slideLayouts/slideLayout165.xml"/><Relationship Id="rId6" Type="http://schemas.openxmlformats.org/officeDocument/2006/relationships/slideLayout" Target="../slideLayouts/slideLayout170.xml"/><Relationship Id="rId11" Type="http://schemas.openxmlformats.org/officeDocument/2006/relationships/slideLayout" Target="../slideLayouts/slideLayout175.xml"/><Relationship Id="rId5" Type="http://schemas.openxmlformats.org/officeDocument/2006/relationships/slideLayout" Target="../slideLayouts/slideLayout169.xml"/><Relationship Id="rId15" Type="http://schemas.openxmlformats.org/officeDocument/2006/relationships/theme" Target="../theme/theme14.xml"/><Relationship Id="rId10" Type="http://schemas.openxmlformats.org/officeDocument/2006/relationships/slideLayout" Target="../slideLayouts/slideLayout174.xml"/><Relationship Id="rId4" Type="http://schemas.openxmlformats.org/officeDocument/2006/relationships/slideLayout" Target="../slideLayouts/slideLayout168.xml"/><Relationship Id="rId9" Type="http://schemas.openxmlformats.org/officeDocument/2006/relationships/slideLayout" Target="../slideLayouts/slideLayout173.xml"/><Relationship Id="rId14" Type="http://schemas.openxmlformats.org/officeDocument/2006/relationships/slideLayout" Target="../slideLayouts/slideLayout178.xml"/></Relationships>
</file>

<file path=ppt/slideMasters/_rels/slideMaster15.xml.rels><?xml version="1.0" encoding="UTF-8" standalone="yes"?>
<Relationships xmlns="http://schemas.openxmlformats.org/package/2006/relationships"><Relationship Id="rId8" Type="http://schemas.openxmlformats.org/officeDocument/2006/relationships/slideLayout" Target="../slideLayouts/slideLayout186.xml"/><Relationship Id="rId13" Type="http://schemas.openxmlformats.org/officeDocument/2006/relationships/slideLayout" Target="../slideLayouts/slideLayout191.xml"/><Relationship Id="rId3" Type="http://schemas.openxmlformats.org/officeDocument/2006/relationships/slideLayout" Target="../slideLayouts/slideLayout181.xml"/><Relationship Id="rId7" Type="http://schemas.openxmlformats.org/officeDocument/2006/relationships/slideLayout" Target="../slideLayouts/slideLayout185.xml"/><Relationship Id="rId12" Type="http://schemas.openxmlformats.org/officeDocument/2006/relationships/slideLayout" Target="../slideLayouts/slideLayout190.xml"/><Relationship Id="rId2" Type="http://schemas.openxmlformats.org/officeDocument/2006/relationships/slideLayout" Target="../slideLayouts/slideLayout180.xml"/><Relationship Id="rId1" Type="http://schemas.openxmlformats.org/officeDocument/2006/relationships/slideLayout" Target="../slideLayouts/slideLayout179.xml"/><Relationship Id="rId6" Type="http://schemas.openxmlformats.org/officeDocument/2006/relationships/slideLayout" Target="../slideLayouts/slideLayout184.xml"/><Relationship Id="rId11" Type="http://schemas.openxmlformats.org/officeDocument/2006/relationships/slideLayout" Target="../slideLayouts/slideLayout189.xml"/><Relationship Id="rId5" Type="http://schemas.openxmlformats.org/officeDocument/2006/relationships/slideLayout" Target="../slideLayouts/slideLayout183.xml"/><Relationship Id="rId15" Type="http://schemas.openxmlformats.org/officeDocument/2006/relationships/theme" Target="../theme/theme15.xml"/><Relationship Id="rId10" Type="http://schemas.openxmlformats.org/officeDocument/2006/relationships/slideLayout" Target="../slideLayouts/slideLayout188.xml"/><Relationship Id="rId4" Type="http://schemas.openxmlformats.org/officeDocument/2006/relationships/slideLayout" Target="../slideLayouts/slideLayout182.xml"/><Relationship Id="rId9" Type="http://schemas.openxmlformats.org/officeDocument/2006/relationships/slideLayout" Target="../slideLayouts/slideLayout187.xml"/><Relationship Id="rId14" Type="http://schemas.openxmlformats.org/officeDocument/2006/relationships/slideLayout" Target="../slideLayouts/slideLayout19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2"/>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31466" y="1412416"/>
            <a:ext cx="4315968" cy="1421928"/>
          </a:xfrm>
          <a:prstGeom prst="rect">
            <a:avLst/>
          </a:prstGeom>
        </p:spPr>
        <p:txBody>
          <a:bodyPr vert="horz" lIns="0" tIns="0" rIns="0" bIns="0" rtlCol="0" anchor="t" anchorCtr="0">
            <a:noAutofit/>
          </a:bodyPr>
          <a:lstStyle/>
          <a:p>
            <a:r>
              <a:rPr lang="en-US"/>
              <a:t>Click to add title here</a:t>
            </a:r>
          </a:p>
        </p:txBody>
      </p:sp>
      <p:sp>
        <p:nvSpPr>
          <p:cNvPr id="4" name="Date Placeholder 3"/>
          <p:cNvSpPr>
            <a:spLocks noGrp="1"/>
          </p:cNvSpPr>
          <p:nvPr userDrawn="1">
            <p:ph type="dt" sz="half" idx="2"/>
          </p:nvPr>
        </p:nvSpPr>
        <p:spPr>
          <a:xfrm>
            <a:off x="625596" y="3843769"/>
            <a:ext cx="1945326" cy="399456"/>
          </a:xfrm>
          <a:prstGeom prst="rect">
            <a:avLst/>
          </a:prstGeom>
          <a:ln>
            <a:solidFill>
              <a:schemeClr val="bg1"/>
            </a:solidFill>
          </a:ln>
        </p:spPr>
        <p:txBody>
          <a:bodyPr vert="horz" lIns="182880" tIns="91440" rIns="182880" bIns="0" rtlCol="0" anchor="ctr" anchorCtr="0"/>
          <a:lstStyle>
            <a:lvl1pPr algn="l">
              <a:defRPr sz="1200" b="1" cap="all" baseline="0">
                <a:solidFill>
                  <a:schemeClr val="bg1"/>
                </a:solidFill>
              </a:defRPr>
            </a:lvl1pPr>
          </a:lstStyle>
          <a:p>
            <a:endParaRPr lang="en-US"/>
          </a:p>
        </p:txBody>
      </p:sp>
    </p:spTree>
    <p:extLst>
      <p:ext uri="{BB962C8B-B14F-4D97-AF65-F5344CB8AC3E}">
        <p14:creationId xmlns:p14="http://schemas.microsoft.com/office/powerpoint/2010/main" val="1487230191"/>
      </p:ext>
    </p:extLst>
  </p:cSld>
  <p:clrMap bg1="lt1" tx1="dk1" bg2="lt2" tx2="dk2" accent1="accent1" accent2="accent2" accent3="accent3" accent4="accent4" accent5="accent5" accent6="accent6" hlink="hlink" folHlink="folHlink"/>
  <p:sldLayoutIdLst>
    <p:sldLayoutId id="2147483662" r:id="rId1"/>
    <p:sldLayoutId id="2147483670" r:id="rId2"/>
    <p:sldLayoutId id="2147483696" r:id="rId3"/>
    <p:sldLayoutId id="2147483699" r:id="rId4"/>
    <p:sldLayoutId id="2147483706" r:id="rId5"/>
  </p:sldLayoutIdLst>
  <p:hf hdr="0" ftr="0" dt="0"/>
  <p:txStyles>
    <p:titleStyle>
      <a:lvl1pPr algn="l" defTabSz="685800" rtl="0" eaLnBrk="1" latinLnBrk="0" hangingPunct="1">
        <a:lnSpc>
          <a:spcPct val="90000"/>
        </a:lnSpc>
        <a:spcBef>
          <a:spcPct val="0"/>
        </a:spcBef>
        <a:buNone/>
        <a:defRPr sz="4800" kern="1200" baseline="0">
          <a:solidFill>
            <a:schemeClr val="bg1"/>
          </a:solidFill>
          <a:latin typeface="+mj-lt"/>
          <a:ea typeface="+mj-ea"/>
          <a:cs typeface="+mj-cs"/>
        </a:defRPr>
      </a:lvl1pPr>
    </p:titleStyle>
    <p:bodyStyle>
      <a:lvl1pPr marL="0" indent="0" algn="l" defTabSz="685800" rtl="0" eaLnBrk="1" latinLnBrk="0" hangingPunct="1">
        <a:lnSpc>
          <a:spcPct val="90000"/>
        </a:lnSpc>
        <a:spcBef>
          <a:spcPts val="750"/>
        </a:spcBef>
        <a:buFont typeface="Arial" panose="020B0604020202020204" pitchFamily="34" charset="0"/>
        <a:buNone/>
        <a:defRPr sz="1600" b="1" kern="1200" baseline="0">
          <a:solidFill>
            <a:schemeClr val="bg1"/>
          </a:solidFill>
          <a:latin typeface="+mn-lt"/>
          <a:ea typeface="+mn-ea"/>
          <a:cs typeface="+mn-cs"/>
        </a:defRPr>
      </a:lvl1pPr>
      <a:lvl2pPr marL="342900" indent="0" algn="l" defTabSz="685800" rtl="0" eaLnBrk="1" latinLnBrk="0" hangingPunct="1">
        <a:lnSpc>
          <a:spcPct val="90000"/>
        </a:lnSpc>
        <a:spcBef>
          <a:spcPts val="375"/>
        </a:spcBef>
        <a:buFont typeface="Arial" panose="020B0604020202020204" pitchFamily="34" charset="0"/>
        <a:buNone/>
        <a:defRPr sz="1600" kern="1200">
          <a:solidFill>
            <a:schemeClr val="tx1"/>
          </a:solidFill>
          <a:latin typeface="+mn-lt"/>
          <a:ea typeface="+mn-ea"/>
          <a:cs typeface="+mn-cs"/>
        </a:defRPr>
      </a:lvl2pPr>
      <a:lvl3pPr marL="685800" indent="0" algn="l" defTabSz="685800" rtl="0" eaLnBrk="1" latinLnBrk="0" hangingPunct="1">
        <a:lnSpc>
          <a:spcPct val="90000"/>
        </a:lnSpc>
        <a:spcBef>
          <a:spcPts val="375"/>
        </a:spcBef>
        <a:buFont typeface="Arial" panose="020B0604020202020204" pitchFamily="34" charset="0"/>
        <a:buNone/>
        <a:defRPr sz="1600"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 typeface="Arial" panose="020B0604020202020204" pitchFamily="34" charset="0"/>
        <a:buNone/>
        <a:defRPr sz="160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 typeface="Arial" panose="020B0604020202020204" pitchFamily="34" charset="0"/>
        <a:buNone/>
        <a:defRPr sz="16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36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4826639"/>
            <a:ext cx="9144000" cy="316862"/>
          </a:xfrm>
          <a:prstGeom prst="rect">
            <a:avLst/>
          </a:prstGeom>
          <a:solidFill>
            <a:srgbClr val="133C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idx="1"/>
          </p:nvPr>
        </p:nvSpPr>
        <p:spPr>
          <a:xfrm>
            <a:off x="360364" y="1079500"/>
            <a:ext cx="8426449" cy="3397250"/>
          </a:xfrm>
          <a:prstGeom prst="rect">
            <a:avLst/>
          </a:prstGeom>
        </p:spPr>
        <p:txBody>
          <a:bodyPr vert="horz" lIns="0" tIns="0" rIns="0" bIns="0" rtlCol="0">
            <a:noAutofit/>
          </a:body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 </a:t>
            </a:r>
            <a:br>
              <a:rPr lang="en-US"/>
            </a:br>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r>
              <a:rPr lang="en-US" err="1"/>
              <a:t>Aliquam</a:t>
            </a:r>
            <a:r>
              <a:rPr lang="en-US"/>
              <a:t> sit </a:t>
            </a:r>
            <a:r>
              <a:rPr lang="en-US" err="1"/>
              <a:t>amet</a:t>
            </a:r>
            <a:r>
              <a:rPr lang="en-US"/>
              <a:t> </a:t>
            </a:r>
            <a:r>
              <a:rPr lang="en-US" err="1"/>
              <a:t>leo</a:t>
            </a:r>
            <a:r>
              <a:rPr lang="en-US"/>
              <a:t> semper, </a:t>
            </a:r>
            <a:r>
              <a:rPr lang="en-US" err="1"/>
              <a:t>tincidunt</a:t>
            </a:r>
            <a:r>
              <a:rPr lang="en-US"/>
              <a:t> dolor a, </a:t>
            </a:r>
            <a:r>
              <a:rPr lang="en-US" err="1"/>
              <a:t>lobortis</a:t>
            </a:r>
            <a:r>
              <a:rPr lang="en-US"/>
              <a:t> </a:t>
            </a:r>
            <a:r>
              <a:rPr lang="en-US" err="1"/>
              <a:t>elit</a:t>
            </a:r>
            <a:r>
              <a:rPr lang="en-US"/>
              <a:t>. </a:t>
            </a:r>
            <a:r>
              <a:rPr lang="en-US" err="1"/>
              <a:t>Nulla</a:t>
            </a:r>
            <a:r>
              <a:rPr lang="en-US"/>
              <a:t> ipsum dolor, </a:t>
            </a:r>
            <a:r>
              <a:rPr lang="en-US" err="1"/>
              <a:t>condimentum</a:t>
            </a:r>
            <a:r>
              <a:rPr lang="en-US"/>
              <a:t> </a:t>
            </a:r>
            <a:br>
              <a:rPr lang="en-US"/>
            </a:br>
            <a:r>
              <a:rPr lang="en-US"/>
              <a:t>at nisi et, </a:t>
            </a:r>
            <a:r>
              <a:rPr lang="en-US" err="1"/>
              <a:t>varius</a:t>
            </a:r>
            <a:r>
              <a:rPr lang="en-US"/>
              <a:t> </a:t>
            </a:r>
            <a:r>
              <a:rPr lang="en-US" err="1"/>
              <a:t>lobortis</a:t>
            </a:r>
            <a:r>
              <a:rPr lang="en-US"/>
              <a:t> </a:t>
            </a:r>
            <a:r>
              <a:rPr lang="en-US" err="1"/>
              <a:t>lectus</a:t>
            </a:r>
            <a:r>
              <a:rPr lang="en-US"/>
              <a:t>. </a:t>
            </a:r>
            <a:r>
              <a:rPr lang="en-US" err="1"/>
              <a:t>Fusce</a:t>
            </a:r>
            <a:r>
              <a:rPr lang="en-US"/>
              <a:t> </a:t>
            </a:r>
            <a:r>
              <a:rPr lang="en-US" err="1"/>
              <a:t>fermentum</a:t>
            </a:r>
            <a:r>
              <a:rPr lang="en-US"/>
              <a:t> </a:t>
            </a:r>
            <a:r>
              <a:rPr lang="en-US" err="1"/>
              <a:t>bibendum</a:t>
            </a:r>
            <a:r>
              <a:rPr lang="en-US"/>
              <a:t> </a:t>
            </a:r>
            <a:r>
              <a:rPr lang="en-US" err="1"/>
              <a:t>varius</a:t>
            </a:r>
            <a:r>
              <a:rPr lang="en-US"/>
              <a:t>. </a:t>
            </a: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r>
              <a:rPr lang="en-US"/>
              <a:t> </a:t>
            </a:r>
            <a:br>
              <a:rPr lang="en-US"/>
            </a:br>
            <a:r>
              <a:rPr lang="en-US"/>
              <a:t>fames ac </a:t>
            </a:r>
            <a:r>
              <a:rPr lang="en-US" err="1"/>
              <a:t>turpis</a:t>
            </a:r>
            <a:r>
              <a:rPr lang="en-US"/>
              <a:t> </a:t>
            </a:r>
            <a:r>
              <a:rPr lang="en-US" err="1"/>
              <a:t>egestas</a:t>
            </a:r>
            <a:r>
              <a:rPr lang="en-US"/>
              <a:t>.</a:t>
            </a:r>
          </a:p>
          <a:p>
            <a:pPr lvl="1"/>
            <a:r>
              <a:rPr lang="en-US"/>
              <a:t>Second</a:t>
            </a:r>
          </a:p>
          <a:p>
            <a:pPr lvl="2"/>
            <a:r>
              <a:rPr lang="en-US"/>
              <a:t>third</a:t>
            </a:r>
          </a:p>
          <a:p>
            <a:pPr lvl="3"/>
            <a:r>
              <a:rPr lang="en-US"/>
              <a:t>fourth</a:t>
            </a:r>
          </a:p>
        </p:txBody>
      </p:sp>
      <p:pic>
        <p:nvPicPr>
          <p:cNvPr id="8" name="Picture 7"/>
          <p:cNvPicPr>
            <a:picLocks noChangeAspect="1"/>
          </p:cNvPicPr>
          <p:nvPr userDrawn="1"/>
        </p:nvPicPr>
        <p:blipFill>
          <a:blip r:embed="rId18" cstate="screen">
            <a:extLst>
              <a:ext uri="{28A0092B-C50C-407E-A947-70E740481C1C}">
                <a14:useLocalDpi xmlns:a14="http://schemas.microsoft.com/office/drawing/2010/main"/>
              </a:ext>
            </a:extLst>
          </a:blip>
          <a:stretch>
            <a:fillRect/>
          </a:stretch>
        </p:blipFill>
        <p:spPr>
          <a:xfrm>
            <a:off x="360364" y="4911973"/>
            <a:ext cx="470910" cy="166976"/>
          </a:xfrm>
          <a:prstGeom prst="rect">
            <a:avLst/>
          </a:prstGeom>
        </p:spPr>
      </p:pic>
      <p:sp>
        <p:nvSpPr>
          <p:cNvPr id="4" name="Title Placeholder 3"/>
          <p:cNvSpPr>
            <a:spLocks noGrp="1"/>
          </p:cNvSpPr>
          <p:nvPr>
            <p:ph type="title"/>
          </p:nvPr>
        </p:nvSpPr>
        <p:spPr>
          <a:xfrm>
            <a:off x="360364" y="228600"/>
            <a:ext cx="8426449" cy="301752"/>
          </a:xfrm>
          <a:prstGeom prst="rect">
            <a:avLst/>
          </a:prstGeom>
        </p:spPr>
        <p:txBody>
          <a:bodyPr vert="horz" wrap="none" lIns="0" tIns="45720" rIns="0" bIns="45720" rtlCol="0" anchor="ctr">
            <a:noAutofit/>
          </a:bodyPr>
          <a:lstStyle/>
          <a:p>
            <a:r>
              <a:rPr lang="en-US"/>
              <a:t>Please Add Slide Headline Here</a:t>
            </a:r>
          </a:p>
        </p:txBody>
      </p:sp>
      <p:sp>
        <p:nvSpPr>
          <p:cNvPr id="9" name="Slide Number Placeholder 1"/>
          <p:cNvSpPr>
            <a:spLocks noGrp="1"/>
          </p:cNvSpPr>
          <p:nvPr>
            <p:ph type="sldNum" sz="quarter" idx="4"/>
          </p:nvPr>
        </p:nvSpPr>
        <p:spPr>
          <a:xfrm>
            <a:off x="7413441" y="4826639"/>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fld id="{3A707DD9-E92B-45E8-BE0A-E6B2EDF345EB}" type="slidenum">
              <a:rPr lang="en-US" smtClean="0"/>
              <a:pPr/>
              <a:t>‹#›</a:t>
            </a:fld>
            <a:endParaRPr lang="en-US"/>
          </a:p>
        </p:txBody>
      </p:sp>
      <p:sp>
        <p:nvSpPr>
          <p:cNvPr id="10" name="TextBox 9">
            <a:extLst>
              <a:ext uri="{FF2B5EF4-FFF2-40B4-BE49-F238E27FC236}">
                <a16:creationId xmlns:a16="http://schemas.microsoft.com/office/drawing/2014/main" id="{E078E00D-81AB-8847-9E12-0981E03F6A7D}"/>
              </a:ext>
            </a:extLst>
          </p:cNvPr>
          <p:cNvSpPr txBox="1"/>
          <p:nvPr userDrawn="1"/>
        </p:nvSpPr>
        <p:spPr>
          <a:xfrm>
            <a:off x="943583" y="4877348"/>
            <a:ext cx="2422187" cy="200055"/>
          </a:xfrm>
          <a:prstGeom prst="rect">
            <a:avLst/>
          </a:prstGeom>
          <a:noFill/>
        </p:spPr>
        <p:txBody>
          <a:bodyPr wrap="square" rtlCol="0">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700">
                <a:solidFill>
                  <a:schemeClr val="bg1"/>
                </a:solidFill>
                <a:latin typeface="+mj-lt"/>
              </a:rPr>
              <a:t>CONFIDENTIAL  |  </a:t>
            </a:r>
            <a:r>
              <a:rPr lang="en-US" sz="700" b="0" i="0" u="none" strike="noStrike" kern="1200" baseline="0">
                <a:solidFill>
                  <a:schemeClr val="bg1"/>
                </a:solidFill>
                <a:effectLst/>
                <a:latin typeface="+mj-lt"/>
                <a:ea typeface="+mn-ea"/>
                <a:cs typeface="+mn-cs"/>
              </a:rPr>
              <a:t>© 2021 EPAM Systems, Inc.</a:t>
            </a:r>
            <a:endParaRPr lang="en-US" sz="700">
              <a:latin typeface="+mj-lt"/>
            </a:endParaRPr>
          </a:p>
        </p:txBody>
      </p:sp>
    </p:spTree>
    <p:extLst>
      <p:ext uri="{BB962C8B-B14F-4D97-AF65-F5344CB8AC3E}">
        <p14:creationId xmlns:p14="http://schemas.microsoft.com/office/powerpoint/2010/main" val="1577352991"/>
      </p:ext>
    </p:extLst>
  </p:cSld>
  <p:clrMap bg1="lt1" tx1="dk1" bg2="lt2" tx2="dk2" accent1="accent1" accent2="accent2" accent3="accent3" accent4="accent4" accent5="accent5" accent6="accent6" hlink="hlink" folHlink="folHlink"/>
  <p:sldLayoutIdLst>
    <p:sldLayoutId id="2147483680" r:id="rId1"/>
    <p:sldLayoutId id="2147483683" r:id="rId2"/>
    <p:sldLayoutId id="2147483681" r:id="rId3"/>
    <p:sldLayoutId id="2147483682" r:id="rId4"/>
    <p:sldLayoutId id="2147483685" r:id="rId5"/>
    <p:sldLayoutId id="2147483686" r:id="rId6"/>
    <p:sldLayoutId id="2147483687" r:id="rId7"/>
    <p:sldLayoutId id="2147483692" r:id="rId8"/>
    <p:sldLayoutId id="2147483688" r:id="rId9"/>
    <p:sldLayoutId id="2147483689" r:id="rId10"/>
    <p:sldLayoutId id="2147483684" r:id="rId11"/>
    <p:sldLayoutId id="2147483695" r:id="rId12"/>
    <p:sldLayoutId id="2147483694" r:id="rId13"/>
    <p:sldLayoutId id="2147483690" r:id="rId14"/>
    <p:sldLayoutId id="2147483697" r:id="rId15"/>
    <p:sldLayoutId id="2147483691" r:id="rId16"/>
  </p:sldLayoutIdLst>
  <p:hf hdr="0" ftr="0" dt="0"/>
  <p:txStyles>
    <p:titleStyle>
      <a:lvl1pPr algn="l" defTabSz="914400" rtl="0" eaLnBrk="1" latinLnBrk="0" hangingPunct="1">
        <a:lnSpc>
          <a:spcPct val="100000"/>
        </a:lnSpc>
        <a:spcBef>
          <a:spcPct val="0"/>
        </a:spcBef>
        <a:buNone/>
        <a:defRPr sz="2000" kern="1200" cap="none" spc="100" baseline="0">
          <a:solidFill>
            <a:schemeClr val="tx1"/>
          </a:solidFill>
          <a:latin typeface="+mj-lt"/>
          <a:ea typeface="+mj-ea"/>
          <a:cs typeface="+mj-cs"/>
        </a:defRPr>
      </a:lvl1pPr>
    </p:titleStyle>
    <p:bodyStyle>
      <a:lvl1pPr marL="171450" indent="-171450" algn="l" defTabSz="914400" rtl="0" eaLnBrk="1" latinLnBrk="0" hangingPunct="1">
        <a:lnSpc>
          <a:spcPts val="1600"/>
        </a:lnSpc>
        <a:spcBef>
          <a:spcPts val="264"/>
        </a:spcBef>
        <a:spcAft>
          <a:spcPts val="300"/>
        </a:spcAft>
        <a:buFont typeface="Arial" panose="020B0604020202020204" pitchFamily="34" charset="0"/>
        <a:buChar char="•"/>
        <a:defRPr sz="1100" kern="1200">
          <a:solidFill>
            <a:schemeClr val="tx1"/>
          </a:solidFill>
          <a:latin typeface="+mn-lt"/>
          <a:ea typeface="+mn-ea"/>
          <a:cs typeface="+mn-cs"/>
        </a:defRPr>
      </a:lvl1pPr>
      <a:lvl2pPr marL="6286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44" userDrawn="1">
          <p15:clr>
            <a:srgbClr val="F26B43"/>
          </p15:clr>
        </p15:guide>
        <p15:guide id="2" orient="horz" pos="338" userDrawn="1">
          <p15:clr>
            <a:srgbClr val="F26B43"/>
          </p15:clr>
        </p15:guide>
        <p15:guide id="3" orient="horz" pos="680" userDrawn="1">
          <p15:clr>
            <a:srgbClr val="F26B43"/>
          </p15:clr>
        </p15:guide>
        <p15:guide id="4" orient="horz" pos="2820" userDrawn="1">
          <p15:clr>
            <a:srgbClr val="F26B43"/>
          </p15:clr>
        </p15:guide>
        <p15:guide id="5" pos="226" userDrawn="1">
          <p15:clr>
            <a:srgbClr val="F26B43"/>
          </p15:clr>
        </p15:guide>
        <p15:guide id="6" pos="5535" userDrawn="1">
          <p15:clr>
            <a:srgbClr val="F26B43"/>
          </p15:clr>
        </p15:guide>
        <p15:guide id="7" orient="horz" pos="896" userDrawn="1">
          <p15:clr>
            <a:srgbClr val="F26B43"/>
          </p15:clr>
        </p15:guide>
        <p15:guide id="8" pos="2736" userDrawn="1">
          <p15:clr>
            <a:srgbClr val="F26B43"/>
          </p15:clr>
        </p15:guide>
        <p15:guide id="9" pos="3024" userDrawn="1">
          <p15:clr>
            <a:srgbClr val="F26B43"/>
          </p15:clr>
        </p15:guide>
        <p15:guide id="10" orient="horz" pos="3036" userDrawn="1">
          <p15:clr>
            <a:srgbClr val="F26B43"/>
          </p15:clr>
        </p15:guide>
        <p15:guide id="11" orient="horz" pos="3084" userDrawn="1">
          <p15:clr>
            <a:srgbClr val="F26B43"/>
          </p15:clr>
        </p15:guide>
        <p15:guide id="12" orient="horz" pos="3180"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accent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80954" y="1803228"/>
            <a:ext cx="5582093" cy="1220182"/>
          </a:xfrm>
          <a:prstGeom prst="rect">
            <a:avLst/>
          </a:prstGeom>
        </p:spPr>
        <p:txBody>
          <a:bodyPr vert="horz" wrap="square" lIns="91440" tIns="45720" rIns="91440" bIns="45720" rtlCol="0" anchor="ctr">
            <a:noAutofit/>
          </a:bodyPr>
          <a:lstStyle/>
          <a:p>
            <a:pPr algn="ctr"/>
            <a:endParaRPr lang="en-US" sz="4400" b="1" spc="200">
              <a:solidFill>
                <a:schemeClr val="bg1"/>
              </a:solidFill>
              <a:latin typeface="Calibri" charset="0"/>
              <a:ea typeface="Calibri" charset="0"/>
              <a:cs typeface="Calibri" charset="0"/>
            </a:endParaRPr>
          </a:p>
        </p:txBody>
      </p:sp>
      <p:sp>
        <p:nvSpPr>
          <p:cNvPr id="7" name="Rectangle 6"/>
          <p:cNvSpPr/>
          <p:nvPr userDrawn="1"/>
        </p:nvSpPr>
        <p:spPr>
          <a:xfrm>
            <a:off x="0" y="4826639"/>
            <a:ext cx="9144000" cy="316862"/>
          </a:xfrm>
          <a:prstGeom prst="rect">
            <a:avLst/>
          </a:prstGeom>
          <a:solidFill>
            <a:schemeClr val="accent1">
              <a:lumMod val="2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8" name="Picture 7"/>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a:off x="360364" y="4911973"/>
            <a:ext cx="470910" cy="166976"/>
          </a:xfrm>
          <a:prstGeom prst="rect">
            <a:avLst/>
          </a:prstGeom>
        </p:spPr>
      </p:pic>
      <p:sp>
        <p:nvSpPr>
          <p:cNvPr id="5" name="TextBox 4">
            <a:extLst>
              <a:ext uri="{FF2B5EF4-FFF2-40B4-BE49-F238E27FC236}">
                <a16:creationId xmlns:a16="http://schemas.microsoft.com/office/drawing/2014/main" id="{8332217A-8F11-8743-849F-F8E866BEB919}"/>
              </a:ext>
            </a:extLst>
          </p:cNvPr>
          <p:cNvSpPr txBox="1"/>
          <p:nvPr userDrawn="1"/>
        </p:nvSpPr>
        <p:spPr>
          <a:xfrm>
            <a:off x="943583" y="4877348"/>
            <a:ext cx="2422187" cy="200055"/>
          </a:xfrm>
          <a:prstGeom prst="rect">
            <a:avLst/>
          </a:prstGeom>
          <a:noFill/>
        </p:spPr>
        <p:txBody>
          <a:bodyPr wrap="square" rtlCol="0">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700">
                <a:solidFill>
                  <a:schemeClr val="bg1"/>
                </a:solidFill>
                <a:latin typeface="+mj-lt"/>
              </a:rPr>
              <a:t>CONFIDENTIAL  |  </a:t>
            </a:r>
            <a:r>
              <a:rPr lang="en-US" sz="700" b="0" i="0" u="none" strike="noStrike" kern="1200" baseline="0">
                <a:solidFill>
                  <a:schemeClr val="bg1"/>
                </a:solidFill>
                <a:effectLst/>
                <a:latin typeface="+mj-lt"/>
                <a:ea typeface="+mn-ea"/>
                <a:cs typeface="+mn-cs"/>
              </a:rPr>
              <a:t>© 2021 EPAM Systems, Inc.</a:t>
            </a:r>
            <a:endParaRPr lang="en-US" sz="700">
              <a:latin typeface="+mj-lt"/>
            </a:endParaRPr>
          </a:p>
        </p:txBody>
      </p:sp>
    </p:spTree>
    <p:extLst>
      <p:ext uri="{BB962C8B-B14F-4D97-AF65-F5344CB8AC3E}">
        <p14:creationId xmlns:p14="http://schemas.microsoft.com/office/powerpoint/2010/main" val="548617574"/>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Lst>
  <p:hf hdr="0" ftr="0" dt="0"/>
  <p:txStyles>
    <p:titleStyle>
      <a:lvl1pPr algn="l" defTabSz="914400" rtl="0" eaLnBrk="1" latinLnBrk="0" hangingPunct="1">
        <a:lnSpc>
          <a:spcPct val="90000"/>
        </a:lnSpc>
        <a:spcBef>
          <a:spcPct val="0"/>
        </a:spcBef>
        <a:buNone/>
        <a:defRPr sz="4000" kern="1200" cap="all" baseline="0">
          <a:solidFill>
            <a:schemeClr val="bg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accent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31466" y="1412416"/>
            <a:ext cx="4315968" cy="1421928"/>
          </a:xfrm>
          <a:prstGeom prst="rect">
            <a:avLst/>
          </a:prstGeom>
        </p:spPr>
        <p:txBody>
          <a:bodyPr vert="horz" lIns="0" tIns="0" rIns="0" bIns="0" rtlCol="0" anchor="t" anchorCtr="0">
            <a:noAutofit/>
          </a:bodyPr>
          <a:lstStyle/>
          <a:p>
            <a:r>
              <a:rPr lang="en-US"/>
              <a:t>Click to add title here</a:t>
            </a:r>
          </a:p>
        </p:txBody>
      </p:sp>
      <p:sp>
        <p:nvSpPr>
          <p:cNvPr id="4" name="Date Placeholder 3"/>
          <p:cNvSpPr>
            <a:spLocks noGrp="1"/>
          </p:cNvSpPr>
          <p:nvPr>
            <p:ph type="dt" sz="half" idx="2"/>
          </p:nvPr>
        </p:nvSpPr>
        <p:spPr>
          <a:xfrm>
            <a:off x="625596" y="3843769"/>
            <a:ext cx="1945326" cy="399456"/>
          </a:xfrm>
          <a:prstGeom prst="rect">
            <a:avLst/>
          </a:prstGeom>
          <a:ln>
            <a:solidFill>
              <a:schemeClr val="bg1"/>
            </a:solidFill>
          </a:ln>
        </p:spPr>
        <p:txBody>
          <a:bodyPr vert="horz" lIns="182880" tIns="91440" rIns="182880" bIns="0" rtlCol="0" anchor="ctr" anchorCtr="0"/>
          <a:lstStyle>
            <a:lvl1pPr algn="l">
              <a:defRPr sz="1200" b="1" cap="all" baseline="0">
                <a:solidFill>
                  <a:schemeClr val="bg1"/>
                </a:solidFill>
              </a:defRPr>
            </a:lvl1pPr>
          </a:lstStyle>
          <a:p>
            <a:pPr defTabSz="685783"/>
            <a:endParaRPr lang="en-US">
              <a:solidFill>
                <a:srgbClr val="FFFFFF"/>
              </a:solidFill>
            </a:endParaRPr>
          </a:p>
        </p:txBody>
      </p:sp>
    </p:spTree>
    <p:extLst>
      <p:ext uri="{BB962C8B-B14F-4D97-AF65-F5344CB8AC3E}">
        <p14:creationId xmlns:p14="http://schemas.microsoft.com/office/powerpoint/2010/main" val="1771138416"/>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Lst>
  <p:hf hdr="0" ftr="0" dt="0"/>
  <p:txStyles>
    <p:titleStyle>
      <a:lvl1pPr algn="l" defTabSz="685783" rtl="0" eaLnBrk="1" latinLnBrk="0" hangingPunct="1">
        <a:lnSpc>
          <a:spcPct val="90000"/>
        </a:lnSpc>
        <a:spcBef>
          <a:spcPct val="0"/>
        </a:spcBef>
        <a:buNone/>
        <a:defRPr sz="4800" kern="1200" baseline="0">
          <a:solidFill>
            <a:schemeClr val="bg1"/>
          </a:solidFill>
          <a:latin typeface="+mj-lt"/>
          <a:ea typeface="+mj-ea"/>
          <a:cs typeface="+mj-cs"/>
        </a:defRPr>
      </a:lvl1pPr>
    </p:titleStyle>
    <p:bodyStyle>
      <a:lvl1pPr marL="0" indent="0" algn="l" defTabSz="685783" rtl="0" eaLnBrk="1" latinLnBrk="0" hangingPunct="1">
        <a:lnSpc>
          <a:spcPct val="90000"/>
        </a:lnSpc>
        <a:spcBef>
          <a:spcPts val="750"/>
        </a:spcBef>
        <a:buFont typeface="Arial" panose="020B0604020202020204" pitchFamily="34" charset="0"/>
        <a:buNone/>
        <a:defRPr sz="1600" b="1" kern="1200" baseline="0">
          <a:solidFill>
            <a:schemeClr val="bg1"/>
          </a:solidFill>
          <a:latin typeface="+mn-lt"/>
          <a:ea typeface="+mn-ea"/>
          <a:cs typeface="+mn-cs"/>
        </a:defRPr>
      </a:lvl1pPr>
      <a:lvl2pPr marL="342892" indent="0" algn="l" defTabSz="685783" rtl="0" eaLnBrk="1" latinLnBrk="0" hangingPunct="1">
        <a:lnSpc>
          <a:spcPct val="90000"/>
        </a:lnSpc>
        <a:spcBef>
          <a:spcPts val="375"/>
        </a:spcBef>
        <a:buFont typeface="Arial" panose="020B0604020202020204" pitchFamily="34" charset="0"/>
        <a:buNone/>
        <a:defRPr sz="1600" kern="1200">
          <a:solidFill>
            <a:schemeClr val="tx1"/>
          </a:solidFill>
          <a:latin typeface="+mn-lt"/>
          <a:ea typeface="+mn-ea"/>
          <a:cs typeface="+mn-cs"/>
        </a:defRPr>
      </a:lvl2pPr>
      <a:lvl3pPr marL="685783" indent="0" algn="l" defTabSz="685783" rtl="0" eaLnBrk="1" latinLnBrk="0" hangingPunct="1">
        <a:lnSpc>
          <a:spcPct val="90000"/>
        </a:lnSpc>
        <a:spcBef>
          <a:spcPts val="375"/>
        </a:spcBef>
        <a:buFont typeface="Arial" panose="020B0604020202020204" pitchFamily="34" charset="0"/>
        <a:buNone/>
        <a:defRPr sz="1600" kern="1200">
          <a:solidFill>
            <a:schemeClr val="tx1"/>
          </a:solidFill>
          <a:latin typeface="+mn-lt"/>
          <a:ea typeface="+mn-ea"/>
          <a:cs typeface="+mn-cs"/>
        </a:defRPr>
      </a:lvl3pPr>
      <a:lvl4pPr marL="1028675" indent="0" algn="l" defTabSz="685783" rtl="0" eaLnBrk="1" latinLnBrk="0" hangingPunct="1">
        <a:lnSpc>
          <a:spcPct val="90000"/>
        </a:lnSpc>
        <a:spcBef>
          <a:spcPts val="375"/>
        </a:spcBef>
        <a:buFont typeface="Arial" panose="020B0604020202020204" pitchFamily="34" charset="0"/>
        <a:buNone/>
        <a:defRPr sz="1600" kern="1200">
          <a:solidFill>
            <a:schemeClr val="tx1"/>
          </a:solidFill>
          <a:latin typeface="+mn-lt"/>
          <a:ea typeface="+mn-ea"/>
          <a:cs typeface="+mn-cs"/>
        </a:defRPr>
      </a:lvl4pPr>
      <a:lvl5pPr marL="1371566" indent="0" algn="l" defTabSz="685783" rtl="0" eaLnBrk="1" latinLnBrk="0" hangingPunct="1">
        <a:lnSpc>
          <a:spcPct val="90000"/>
        </a:lnSpc>
        <a:spcBef>
          <a:spcPts val="375"/>
        </a:spcBef>
        <a:buFont typeface="Arial" panose="020B0604020202020204" pitchFamily="34" charset="0"/>
        <a:buNone/>
        <a:defRPr sz="1600" kern="1200">
          <a:solidFill>
            <a:schemeClr val="tx1"/>
          </a:solidFill>
          <a:latin typeface="+mn-lt"/>
          <a:ea typeface="+mn-ea"/>
          <a:cs typeface="+mn-cs"/>
        </a:defRPr>
      </a:lvl5pPr>
      <a:lvl6pPr marL="1885903"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783" rtl="0" eaLnBrk="1" latinLnBrk="0" hangingPunct="1">
        <a:defRPr sz="1350" kern="1200">
          <a:solidFill>
            <a:schemeClr val="tx1"/>
          </a:solidFill>
          <a:latin typeface="+mn-lt"/>
          <a:ea typeface="+mn-ea"/>
          <a:cs typeface="+mn-cs"/>
        </a:defRPr>
      </a:lvl1pPr>
      <a:lvl2pPr marL="342892" algn="l" defTabSz="685783" rtl="0" eaLnBrk="1" latinLnBrk="0" hangingPunct="1">
        <a:defRPr sz="1350" kern="1200">
          <a:solidFill>
            <a:schemeClr val="tx1"/>
          </a:solidFill>
          <a:latin typeface="+mn-lt"/>
          <a:ea typeface="+mn-ea"/>
          <a:cs typeface="+mn-cs"/>
        </a:defRPr>
      </a:lvl2pPr>
      <a:lvl3pPr marL="685783" algn="l" defTabSz="685783" rtl="0" eaLnBrk="1" latinLnBrk="0" hangingPunct="1">
        <a:defRPr sz="1350" kern="1200">
          <a:solidFill>
            <a:schemeClr val="tx1"/>
          </a:solidFill>
          <a:latin typeface="+mn-lt"/>
          <a:ea typeface="+mn-ea"/>
          <a:cs typeface="+mn-cs"/>
        </a:defRPr>
      </a:lvl3pPr>
      <a:lvl4pPr marL="1028675" algn="l" defTabSz="685783" rtl="0" eaLnBrk="1" latinLnBrk="0" hangingPunct="1">
        <a:defRPr sz="1350" kern="1200">
          <a:solidFill>
            <a:schemeClr val="tx1"/>
          </a:solidFill>
          <a:latin typeface="+mn-lt"/>
          <a:ea typeface="+mn-ea"/>
          <a:cs typeface="+mn-cs"/>
        </a:defRPr>
      </a:lvl4pPr>
      <a:lvl5pPr marL="1371566" algn="l" defTabSz="685783" rtl="0" eaLnBrk="1" latinLnBrk="0" hangingPunct="1">
        <a:defRPr sz="1350" kern="1200">
          <a:solidFill>
            <a:schemeClr val="tx1"/>
          </a:solidFill>
          <a:latin typeface="+mn-lt"/>
          <a:ea typeface="+mn-ea"/>
          <a:cs typeface="+mn-cs"/>
        </a:defRPr>
      </a:lvl5pPr>
      <a:lvl6pPr marL="1714457" algn="l" defTabSz="685783" rtl="0" eaLnBrk="1" latinLnBrk="0" hangingPunct="1">
        <a:defRPr sz="1350" kern="1200">
          <a:solidFill>
            <a:schemeClr val="tx1"/>
          </a:solidFill>
          <a:latin typeface="+mn-lt"/>
          <a:ea typeface="+mn-ea"/>
          <a:cs typeface="+mn-cs"/>
        </a:defRPr>
      </a:lvl6pPr>
      <a:lvl7pPr marL="2057348" algn="l" defTabSz="685783" rtl="0" eaLnBrk="1" latinLnBrk="0" hangingPunct="1">
        <a:defRPr sz="1350" kern="1200">
          <a:solidFill>
            <a:schemeClr val="tx1"/>
          </a:solidFill>
          <a:latin typeface="+mn-lt"/>
          <a:ea typeface="+mn-ea"/>
          <a:cs typeface="+mn-cs"/>
        </a:defRPr>
      </a:lvl7pPr>
      <a:lvl8pPr marL="2400240" algn="l" defTabSz="685783" rtl="0" eaLnBrk="1" latinLnBrk="0" hangingPunct="1">
        <a:defRPr sz="1350" kern="1200">
          <a:solidFill>
            <a:schemeClr val="tx1"/>
          </a:solidFill>
          <a:latin typeface="+mn-lt"/>
          <a:ea typeface="+mn-ea"/>
          <a:cs typeface="+mn-cs"/>
        </a:defRPr>
      </a:lvl8pPr>
      <a:lvl9pPr marL="2743132" algn="l" defTabSz="685783"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360">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4826640"/>
            <a:ext cx="9144000" cy="316862"/>
          </a:xfrm>
          <a:prstGeom prst="rect">
            <a:avLst/>
          </a:prstGeom>
          <a:solidFill>
            <a:srgbClr val="133C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8578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FFFFFF"/>
              </a:solidFill>
              <a:effectLst/>
              <a:uLnTx/>
              <a:uFillTx/>
              <a:latin typeface="Calibri"/>
              <a:ea typeface="+mn-ea"/>
              <a:cs typeface="+mn-cs"/>
            </a:endParaRPr>
          </a:p>
        </p:txBody>
      </p:sp>
      <p:sp>
        <p:nvSpPr>
          <p:cNvPr id="3" name="Text Placeholder 2"/>
          <p:cNvSpPr>
            <a:spLocks noGrp="1"/>
          </p:cNvSpPr>
          <p:nvPr>
            <p:ph type="body" idx="1"/>
          </p:nvPr>
        </p:nvSpPr>
        <p:spPr>
          <a:xfrm>
            <a:off x="360365" y="1079500"/>
            <a:ext cx="8426449" cy="3397250"/>
          </a:xfrm>
          <a:prstGeom prst="rect">
            <a:avLst/>
          </a:prstGeom>
        </p:spPr>
        <p:txBody>
          <a:bodyPr vert="horz" lIns="0" tIns="0" rIns="0" bIns="0" rtlCol="0">
            <a:noAutofit/>
          </a:body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 </a:t>
            </a:r>
            <a:br>
              <a:rPr lang="en-US"/>
            </a:br>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r>
              <a:rPr lang="en-US" err="1"/>
              <a:t>Aliquam</a:t>
            </a:r>
            <a:r>
              <a:rPr lang="en-US"/>
              <a:t> sit </a:t>
            </a:r>
            <a:r>
              <a:rPr lang="en-US" err="1"/>
              <a:t>amet</a:t>
            </a:r>
            <a:r>
              <a:rPr lang="en-US"/>
              <a:t> </a:t>
            </a:r>
            <a:r>
              <a:rPr lang="en-US" err="1"/>
              <a:t>leo</a:t>
            </a:r>
            <a:r>
              <a:rPr lang="en-US"/>
              <a:t> semper, </a:t>
            </a:r>
            <a:r>
              <a:rPr lang="en-US" err="1"/>
              <a:t>tincidunt</a:t>
            </a:r>
            <a:r>
              <a:rPr lang="en-US"/>
              <a:t> dolor a, </a:t>
            </a:r>
            <a:r>
              <a:rPr lang="en-US" err="1"/>
              <a:t>lobortis</a:t>
            </a:r>
            <a:r>
              <a:rPr lang="en-US"/>
              <a:t> </a:t>
            </a:r>
            <a:r>
              <a:rPr lang="en-US" err="1"/>
              <a:t>elit</a:t>
            </a:r>
            <a:r>
              <a:rPr lang="en-US"/>
              <a:t>. </a:t>
            </a:r>
            <a:r>
              <a:rPr lang="en-US" err="1"/>
              <a:t>Nulla</a:t>
            </a:r>
            <a:r>
              <a:rPr lang="en-US"/>
              <a:t> ipsum dolor, </a:t>
            </a:r>
            <a:r>
              <a:rPr lang="en-US" err="1"/>
              <a:t>condimentum</a:t>
            </a:r>
            <a:r>
              <a:rPr lang="en-US"/>
              <a:t> </a:t>
            </a:r>
            <a:br>
              <a:rPr lang="en-US"/>
            </a:br>
            <a:r>
              <a:rPr lang="en-US"/>
              <a:t>at nisi et, </a:t>
            </a:r>
            <a:r>
              <a:rPr lang="en-US" err="1"/>
              <a:t>varius</a:t>
            </a:r>
            <a:r>
              <a:rPr lang="en-US"/>
              <a:t> </a:t>
            </a:r>
            <a:r>
              <a:rPr lang="en-US" err="1"/>
              <a:t>lobortis</a:t>
            </a:r>
            <a:r>
              <a:rPr lang="en-US"/>
              <a:t> </a:t>
            </a:r>
            <a:r>
              <a:rPr lang="en-US" err="1"/>
              <a:t>lectus</a:t>
            </a:r>
            <a:r>
              <a:rPr lang="en-US"/>
              <a:t>. </a:t>
            </a:r>
            <a:r>
              <a:rPr lang="en-US" err="1"/>
              <a:t>Fusce</a:t>
            </a:r>
            <a:r>
              <a:rPr lang="en-US"/>
              <a:t> </a:t>
            </a:r>
            <a:r>
              <a:rPr lang="en-US" err="1"/>
              <a:t>fermentum</a:t>
            </a:r>
            <a:r>
              <a:rPr lang="en-US"/>
              <a:t> </a:t>
            </a:r>
            <a:r>
              <a:rPr lang="en-US" err="1"/>
              <a:t>bibendum</a:t>
            </a:r>
            <a:r>
              <a:rPr lang="en-US"/>
              <a:t> </a:t>
            </a:r>
            <a:r>
              <a:rPr lang="en-US" err="1"/>
              <a:t>varius</a:t>
            </a:r>
            <a:r>
              <a:rPr lang="en-US"/>
              <a:t>. </a:t>
            </a: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r>
              <a:rPr lang="en-US"/>
              <a:t> </a:t>
            </a:r>
            <a:br>
              <a:rPr lang="en-US"/>
            </a:br>
            <a:r>
              <a:rPr lang="en-US"/>
              <a:t>fames ac </a:t>
            </a:r>
            <a:r>
              <a:rPr lang="en-US" err="1"/>
              <a:t>turpis</a:t>
            </a:r>
            <a:r>
              <a:rPr lang="en-US"/>
              <a:t> </a:t>
            </a:r>
            <a:r>
              <a:rPr lang="en-US" err="1"/>
              <a:t>egestas</a:t>
            </a:r>
            <a:r>
              <a:rPr lang="en-US"/>
              <a:t>.</a:t>
            </a:r>
          </a:p>
          <a:p>
            <a:pPr lvl="1"/>
            <a:r>
              <a:rPr lang="en-US"/>
              <a:t>Second</a:t>
            </a:r>
          </a:p>
          <a:p>
            <a:pPr lvl="2"/>
            <a:r>
              <a:rPr lang="en-US"/>
              <a:t>third</a:t>
            </a:r>
          </a:p>
          <a:p>
            <a:pPr lvl="3"/>
            <a:r>
              <a:rPr lang="en-US"/>
              <a:t>fourth</a:t>
            </a:r>
          </a:p>
        </p:txBody>
      </p:sp>
      <p:pic>
        <p:nvPicPr>
          <p:cNvPr id="8" name="Picture 7"/>
          <p:cNvPicPr>
            <a:picLocks noChangeAspect="1"/>
          </p:cNvPicPr>
          <p:nvPr userDrawn="1"/>
        </p:nvPicPr>
        <p:blipFill>
          <a:blip r:embed="rId18" cstate="screen">
            <a:extLst>
              <a:ext uri="{28A0092B-C50C-407E-A947-70E740481C1C}">
                <a14:useLocalDpi xmlns:a14="http://schemas.microsoft.com/office/drawing/2010/main"/>
              </a:ext>
            </a:extLst>
          </a:blip>
          <a:stretch>
            <a:fillRect/>
          </a:stretch>
        </p:blipFill>
        <p:spPr>
          <a:xfrm>
            <a:off x="360364" y="4911973"/>
            <a:ext cx="470910" cy="166976"/>
          </a:xfrm>
          <a:prstGeom prst="rect">
            <a:avLst/>
          </a:prstGeom>
        </p:spPr>
      </p:pic>
      <p:sp>
        <p:nvSpPr>
          <p:cNvPr id="4" name="Title Placeholder 3"/>
          <p:cNvSpPr>
            <a:spLocks noGrp="1"/>
          </p:cNvSpPr>
          <p:nvPr>
            <p:ph type="title"/>
          </p:nvPr>
        </p:nvSpPr>
        <p:spPr>
          <a:xfrm>
            <a:off x="360365" y="228600"/>
            <a:ext cx="8426449" cy="301752"/>
          </a:xfrm>
          <a:prstGeom prst="rect">
            <a:avLst/>
          </a:prstGeom>
        </p:spPr>
        <p:txBody>
          <a:bodyPr vert="horz" wrap="none" lIns="0" tIns="45720" rIns="0" bIns="45720" rtlCol="0" anchor="ctr">
            <a:noAutofit/>
          </a:bodyPr>
          <a:lstStyle/>
          <a:p>
            <a:r>
              <a:rPr lang="en-US"/>
              <a:t>Please Add Slide Headline Here</a:t>
            </a:r>
          </a:p>
        </p:txBody>
      </p:sp>
      <p:sp>
        <p:nvSpPr>
          <p:cNvPr id="9" name="Slide Number Placeholder 1"/>
          <p:cNvSpPr>
            <a:spLocks noGrp="1"/>
          </p:cNvSpPr>
          <p:nvPr>
            <p:ph type="sldNum" sz="quarter" idx="4"/>
          </p:nvPr>
        </p:nvSpPr>
        <p:spPr>
          <a:xfrm>
            <a:off x="7413442" y="4826640"/>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pPr defTabSz="685783"/>
            <a:fld id="{3A707DD9-E92B-45E8-BE0A-E6B2EDF345EB}" type="slidenum">
              <a:rPr lang="en-US" smtClean="0"/>
              <a:pPr defTabSz="685783"/>
              <a:t>‹#›</a:t>
            </a:fld>
            <a:endParaRPr lang="en-US"/>
          </a:p>
        </p:txBody>
      </p:sp>
      <p:sp>
        <p:nvSpPr>
          <p:cNvPr id="10" name="TextBox 9">
            <a:extLst>
              <a:ext uri="{FF2B5EF4-FFF2-40B4-BE49-F238E27FC236}">
                <a16:creationId xmlns:a16="http://schemas.microsoft.com/office/drawing/2014/main" id="{E078E00D-81AB-8847-9E12-0981E03F6A7D}"/>
              </a:ext>
            </a:extLst>
          </p:cNvPr>
          <p:cNvSpPr txBox="1"/>
          <p:nvPr userDrawn="1"/>
        </p:nvSpPr>
        <p:spPr>
          <a:xfrm>
            <a:off x="943584" y="4877349"/>
            <a:ext cx="2422187" cy="200055"/>
          </a:xfrm>
          <a:prstGeom prst="rect">
            <a:avLst/>
          </a:prstGeom>
          <a:noFill/>
        </p:spPr>
        <p:txBody>
          <a:bodyPr wrap="square" rtlCol="0">
            <a:spAutoFit/>
          </a:bodyPr>
          <a:lstStyle/>
          <a:p>
            <a:pPr marL="0" marR="0" lvl="0" indent="0" algn="l" defTabSz="685783"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Calibri Light"/>
                <a:ea typeface="+mn-ea"/>
                <a:cs typeface="+mn-cs"/>
              </a:rPr>
              <a:t>CONFIDENTIAL  |  © 2021 EPAM Systems, Inc.</a:t>
            </a:r>
            <a:endParaRPr kumimoji="0" lang="en-US" sz="700" b="0" i="0" u="none" strike="noStrike" kern="1200" cap="none" spc="0" normalizeH="0" baseline="0" noProof="0">
              <a:ln>
                <a:noFill/>
              </a:ln>
              <a:solidFill>
                <a:srgbClr val="222222"/>
              </a:solidFill>
              <a:effectLst/>
              <a:uLnTx/>
              <a:uFillTx/>
              <a:latin typeface="Calibri Light"/>
              <a:ea typeface="+mn-ea"/>
              <a:cs typeface="+mn-cs"/>
            </a:endParaRPr>
          </a:p>
        </p:txBody>
      </p:sp>
    </p:spTree>
    <p:extLst>
      <p:ext uri="{BB962C8B-B14F-4D97-AF65-F5344CB8AC3E}">
        <p14:creationId xmlns:p14="http://schemas.microsoft.com/office/powerpoint/2010/main" val="1900939049"/>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 id="2147483720" r:id="rId13"/>
    <p:sldLayoutId id="2147483721" r:id="rId14"/>
    <p:sldLayoutId id="2147483722" r:id="rId15"/>
    <p:sldLayoutId id="2147483723" r:id="rId16"/>
  </p:sldLayoutIdLst>
  <p:hf hdr="0" ftr="0" dt="0"/>
  <p:txStyles>
    <p:titleStyle>
      <a:lvl1pPr algn="l" defTabSz="914378" rtl="0" eaLnBrk="1" latinLnBrk="0" hangingPunct="1">
        <a:lnSpc>
          <a:spcPct val="100000"/>
        </a:lnSpc>
        <a:spcBef>
          <a:spcPct val="0"/>
        </a:spcBef>
        <a:buNone/>
        <a:defRPr sz="2000" kern="1200" cap="none" spc="100" baseline="0">
          <a:solidFill>
            <a:schemeClr val="tx1"/>
          </a:solidFill>
          <a:latin typeface="+mj-lt"/>
          <a:ea typeface="+mj-ea"/>
          <a:cs typeface="+mj-cs"/>
        </a:defRPr>
      </a:lvl1pPr>
    </p:titleStyle>
    <p:bodyStyle>
      <a:lvl1pPr marL="171446" indent="-171446" algn="l" defTabSz="914378" rtl="0" eaLnBrk="1" latinLnBrk="0" hangingPunct="1">
        <a:lnSpc>
          <a:spcPts val="1600"/>
        </a:lnSpc>
        <a:spcBef>
          <a:spcPts val="264"/>
        </a:spcBef>
        <a:spcAft>
          <a:spcPts val="300"/>
        </a:spcAft>
        <a:buFont typeface="Arial" panose="020B0604020202020204" pitchFamily="34" charset="0"/>
        <a:buChar char="•"/>
        <a:defRPr sz="1100" kern="1200">
          <a:solidFill>
            <a:schemeClr val="tx1"/>
          </a:solidFill>
          <a:latin typeface="+mn-lt"/>
          <a:ea typeface="+mn-ea"/>
          <a:cs typeface="+mn-cs"/>
        </a:defRPr>
      </a:lvl1pPr>
      <a:lvl2pPr marL="628634" indent="-171446" algn="l" defTabSz="914378"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2pPr>
      <a:lvl3pPr marL="1085823" indent="-171446" algn="l" defTabSz="914378"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09" indent="-285743" algn="l" defTabSz="914378"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754" indent="0" algn="l" defTabSz="914378"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537"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5"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8" rtl="0" eaLnBrk="1" latinLnBrk="0" hangingPunct="1">
        <a:defRPr sz="1800" kern="1200">
          <a:solidFill>
            <a:schemeClr val="tx1"/>
          </a:solidFill>
          <a:latin typeface="+mn-lt"/>
          <a:ea typeface="+mn-ea"/>
          <a:cs typeface="+mn-cs"/>
        </a:defRPr>
      </a:lvl1pPr>
      <a:lvl2pPr marL="457189" algn="l" defTabSz="914378" rtl="0" eaLnBrk="1" latinLnBrk="0" hangingPunct="1">
        <a:defRPr sz="1800" kern="1200">
          <a:solidFill>
            <a:schemeClr val="tx1"/>
          </a:solidFill>
          <a:latin typeface="+mn-lt"/>
          <a:ea typeface="+mn-ea"/>
          <a:cs typeface="+mn-cs"/>
        </a:defRPr>
      </a:lvl2pPr>
      <a:lvl3pPr marL="914378" algn="l" defTabSz="914378" rtl="0" eaLnBrk="1" latinLnBrk="0" hangingPunct="1">
        <a:defRPr sz="1800" kern="1200">
          <a:solidFill>
            <a:schemeClr val="tx1"/>
          </a:solidFill>
          <a:latin typeface="+mn-lt"/>
          <a:ea typeface="+mn-ea"/>
          <a:cs typeface="+mn-cs"/>
        </a:defRPr>
      </a:lvl3pPr>
      <a:lvl4pPr marL="1371566" algn="l" defTabSz="914378" rtl="0" eaLnBrk="1" latinLnBrk="0" hangingPunct="1">
        <a:defRPr sz="1800" kern="1200">
          <a:solidFill>
            <a:schemeClr val="tx1"/>
          </a:solidFill>
          <a:latin typeface="+mn-lt"/>
          <a:ea typeface="+mn-ea"/>
          <a:cs typeface="+mn-cs"/>
        </a:defRPr>
      </a:lvl4pPr>
      <a:lvl5pPr marL="1828754" algn="l" defTabSz="914378" rtl="0" eaLnBrk="1" latinLnBrk="0" hangingPunct="1">
        <a:defRPr sz="1800" kern="1200">
          <a:solidFill>
            <a:schemeClr val="tx1"/>
          </a:solidFill>
          <a:latin typeface="+mn-lt"/>
          <a:ea typeface="+mn-ea"/>
          <a:cs typeface="+mn-cs"/>
        </a:defRPr>
      </a:lvl5pPr>
      <a:lvl6pPr marL="2285943" algn="l" defTabSz="914378" rtl="0" eaLnBrk="1" latinLnBrk="0" hangingPunct="1">
        <a:defRPr sz="1800" kern="1200">
          <a:solidFill>
            <a:schemeClr val="tx1"/>
          </a:solidFill>
          <a:latin typeface="+mn-lt"/>
          <a:ea typeface="+mn-ea"/>
          <a:cs typeface="+mn-cs"/>
        </a:defRPr>
      </a:lvl6pPr>
      <a:lvl7pPr marL="2743132" algn="l" defTabSz="914378" rtl="0" eaLnBrk="1" latinLnBrk="0" hangingPunct="1">
        <a:defRPr sz="1800" kern="1200">
          <a:solidFill>
            <a:schemeClr val="tx1"/>
          </a:solidFill>
          <a:latin typeface="+mn-lt"/>
          <a:ea typeface="+mn-ea"/>
          <a:cs typeface="+mn-cs"/>
        </a:defRPr>
      </a:lvl7pPr>
      <a:lvl8pPr marL="3200320" algn="l" defTabSz="914378" rtl="0" eaLnBrk="1" latinLnBrk="0" hangingPunct="1">
        <a:defRPr sz="1800" kern="1200">
          <a:solidFill>
            <a:schemeClr val="tx1"/>
          </a:solidFill>
          <a:latin typeface="+mn-lt"/>
          <a:ea typeface="+mn-ea"/>
          <a:cs typeface="+mn-cs"/>
        </a:defRPr>
      </a:lvl8pPr>
      <a:lvl9pPr marL="3657509" algn="l" defTabSz="914378"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44">
          <p15:clr>
            <a:srgbClr val="F26B43"/>
          </p15:clr>
        </p15:guide>
        <p15:guide id="2" orient="horz" pos="338">
          <p15:clr>
            <a:srgbClr val="F26B43"/>
          </p15:clr>
        </p15:guide>
        <p15:guide id="3" orient="horz" pos="680">
          <p15:clr>
            <a:srgbClr val="F26B43"/>
          </p15:clr>
        </p15:guide>
        <p15:guide id="4" orient="horz" pos="2820">
          <p15:clr>
            <a:srgbClr val="F26B43"/>
          </p15:clr>
        </p15:guide>
        <p15:guide id="5" pos="226">
          <p15:clr>
            <a:srgbClr val="F26B43"/>
          </p15:clr>
        </p15:guide>
        <p15:guide id="6" pos="5535">
          <p15:clr>
            <a:srgbClr val="F26B43"/>
          </p15:clr>
        </p15:guide>
        <p15:guide id="7" orient="horz" pos="896">
          <p15:clr>
            <a:srgbClr val="F26B43"/>
          </p15:clr>
        </p15:guide>
        <p15:guide id="8" pos="2736">
          <p15:clr>
            <a:srgbClr val="F26B43"/>
          </p15:clr>
        </p15:guide>
        <p15:guide id="9" pos="3024">
          <p15:clr>
            <a:srgbClr val="F26B43"/>
          </p15:clr>
        </p15:guide>
        <p15:guide id="10" orient="horz" pos="3036">
          <p15:clr>
            <a:srgbClr val="F26B43"/>
          </p15:clr>
        </p15:guide>
        <p15:guide id="11" orient="horz" pos="3084">
          <p15:clr>
            <a:srgbClr val="F26B43"/>
          </p15:clr>
        </p15:guide>
        <p15:guide id="12" orient="horz" pos="3180">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4826640"/>
            <a:ext cx="9144000" cy="316862"/>
          </a:xfrm>
          <a:prstGeom prst="rect">
            <a:avLst/>
          </a:prstGeom>
          <a:solidFill>
            <a:srgbClr val="133C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8578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FFFFFF"/>
              </a:solidFill>
              <a:effectLst/>
              <a:uLnTx/>
              <a:uFillTx/>
              <a:latin typeface="Calibri"/>
              <a:ea typeface="+mn-ea"/>
              <a:cs typeface="+mn-cs"/>
            </a:endParaRPr>
          </a:p>
        </p:txBody>
      </p:sp>
      <p:sp>
        <p:nvSpPr>
          <p:cNvPr id="3" name="Text Placeholder 2"/>
          <p:cNvSpPr>
            <a:spLocks noGrp="1"/>
          </p:cNvSpPr>
          <p:nvPr>
            <p:ph type="body" idx="1"/>
          </p:nvPr>
        </p:nvSpPr>
        <p:spPr>
          <a:xfrm>
            <a:off x="360365" y="1079500"/>
            <a:ext cx="8426449" cy="3397250"/>
          </a:xfrm>
          <a:prstGeom prst="rect">
            <a:avLst/>
          </a:prstGeom>
        </p:spPr>
        <p:txBody>
          <a:bodyPr vert="horz" lIns="0" tIns="0" rIns="0" bIns="0" rtlCol="0">
            <a:noAutofit/>
          </a:body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 </a:t>
            </a:r>
            <a:br>
              <a:rPr lang="en-US"/>
            </a:br>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r>
              <a:rPr lang="en-US" err="1"/>
              <a:t>Aliquam</a:t>
            </a:r>
            <a:r>
              <a:rPr lang="en-US"/>
              <a:t> sit </a:t>
            </a:r>
            <a:r>
              <a:rPr lang="en-US" err="1"/>
              <a:t>amet</a:t>
            </a:r>
            <a:r>
              <a:rPr lang="en-US"/>
              <a:t> </a:t>
            </a:r>
            <a:r>
              <a:rPr lang="en-US" err="1"/>
              <a:t>leo</a:t>
            </a:r>
            <a:r>
              <a:rPr lang="en-US"/>
              <a:t> semper, </a:t>
            </a:r>
            <a:r>
              <a:rPr lang="en-US" err="1"/>
              <a:t>tincidunt</a:t>
            </a:r>
            <a:r>
              <a:rPr lang="en-US"/>
              <a:t> dolor a, </a:t>
            </a:r>
            <a:r>
              <a:rPr lang="en-US" err="1"/>
              <a:t>lobortis</a:t>
            </a:r>
            <a:r>
              <a:rPr lang="en-US"/>
              <a:t> </a:t>
            </a:r>
            <a:r>
              <a:rPr lang="en-US" err="1"/>
              <a:t>elit</a:t>
            </a:r>
            <a:r>
              <a:rPr lang="en-US"/>
              <a:t>. </a:t>
            </a:r>
            <a:r>
              <a:rPr lang="en-US" err="1"/>
              <a:t>Nulla</a:t>
            </a:r>
            <a:r>
              <a:rPr lang="en-US"/>
              <a:t> ipsum dolor, </a:t>
            </a:r>
            <a:r>
              <a:rPr lang="en-US" err="1"/>
              <a:t>condimentum</a:t>
            </a:r>
            <a:r>
              <a:rPr lang="en-US"/>
              <a:t> </a:t>
            </a:r>
            <a:br>
              <a:rPr lang="en-US"/>
            </a:br>
            <a:r>
              <a:rPr lang="en-US"/>
              <a:t>at nisi et, </a:t>
            </a:r>
            <a:r>
              <a:rPr lang="en-US" err="1"/>
              <a:t>varius</a:t>
            </a:r>
            <a:r>
              <a:rPr lang="en-US"/>
              <a:t> </a:t>
            </a:r>
            <a:r>
              <a:rPr lang="en-US" err="1"/>
              <a:t>lobortis</a:t>
            </a:r>
            <a:r>
              <a:rPr lang="en-US"/>
              <a:t> </a:t>
            </a:r>
            <a:r>
              <a:rPr lang="en-US" err="1"/>
              <a:t>lectus</a:t>
            </a:r>
            <a:r>
              <a:rPr lang="en-US"/>
              <a:t>. </a:t>
            </a:r>
            <a:r>
              <a:rPr lang="en-US" err="1"/>
              <a:t>Fusce</a:t>
            </a:r>
            <a:r>
              <a:rPr lang="en-US"/>
              <a:t> </a:t>
            </a:r>
            <a:r>
              <a:rPr lang="en-US" err="1"/>
              <a:t>fermentum</a:t>
            </a:r>
            <a:r>
              <a:rPr lang="en-US"/>
              <a:t> </a:t>
            </a:r>
            <a:r>
              <a:rPr lang="en-US" err="1"/>
              <a:t>bibendum</a:t>
            </a:r>
            <a:r>
              <a:rPr lang="en-US"/>
              <a:t> </a:t>
            </a:r>
            <a:r>
              <a:rPr lang="en-US" err="1"/>
              <a:t>varius</a:t>
            </a:r>
            <a:r>
              <a:rPr lang="en-US"/>
              <a:t>. </a:t>
            </a: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r>
              <a:rPr lang="en-US"/>
              <a:t> </a:t>
            </a:r>
            <a:br>
              <a:rPr lang="en-US"/>
            </a:br>
            <a:r>
              <a:rPr lang="en-US"/>
              <a:t>fames ac </a:t>
            </a:r>
            <a:r>
              <a:rPr lang="en-US" err="1"/>
              <a:t>turpis</a:t>
            </a:r>
            <a:r>
              <a:rPr lang="en-US"/>
              <a:t> </a:t>
            </a:r>
            <a:r>
              <a:rPr lang="en-US" err="1"/>
              <a:t>egestas</a:t>
            </a:r>
            <a:r>
              <a:rPr lang="en-US"/>
              <a:t>.</a:t>
            </a:r>
          </a:p>
          <a:p>
            <a:pPr lvl="1"/>
            <a:r>
              <a:rPr lang="en-US"/>
              <a:t>Second</a:t>
            </a:r>
          </a:p>
          <a:p>
            <a:pPr lvl="2"/>
            <a:r>
              <a:rPr lang="en-US"/>
              <a:t>third</a:t>
            </a:r>
          </a:p>
          <a:p>
            <a:pPr lvl="3"/>
            <a:r>
              <a:rPr lang="en-US"/>
              <a:t>fourth</a:t>
            </a:r>
          </a:p>
        </p:txBody>
      </p:sp>
      <p:pic>
        <p:nvPicPr>
          <p:cNvPr id="8" name="Picture 7"/>
          <p:cNvPicPr>
            <a:picLocks noChangeAspect="1"/>
          </p:cNvPicPr>
          <p:nvPr userDrawn="1"/>
        </p:nvPicPr>
        <p:blipFill>
          <a:blip r:embed="rId18" cstate="screen">
            <a:extLst>
              <a:ext uri="{28A0092B-C50C-407E-A947-70E740481C1C}">
                <a14:useLocalDpi xmlns:a14="http://schemas.microsoft.com/office/drawing/2010/main"/>
              </a:ext>
            </a:extLst>
          </a:blip>
          <a:stretch>
            <a:fillRect/>
          </a:stretch>
        </p:blipFill>
        <p:spPr>
          <a:xfrm>
            <a:off x="360364" y="4911973"/>
            <a:ext cx="470910" cy="166976"/>
          </a:xfrm>
          <a:prstGeom prst="rect">
            <a:avLst/>
          </a:prstGeom>
        </p:spPr>
      </p:pic>
      <p:sp>
        <p:nvSpPr>
          <p:cNvPr id="4" name="Title Placeholder 3"/>
          <p:cNvSpPr>
            <a:spLocks noGrp="1"/>
          </p:cNvSpPr>
          <p:nvPr>
            <p:ph type="title"/>
          </p:nvPr>
        </p:nvSpPr>
        <p:spPr>
          <a:xfrm>
            <a:off x="360365" y="228600"/>
            <a:ext cx="8426449" cy="301752"/>
          </a:xfrm>
          <a:prstGeom prst="rect">
            <a:avLst/>
          </a:prstGeom>
        </p:spPr>
        <p:txBody>
          <a:bodyPr vert="horz" wrap="none" lIns="0" tIns="45720" rIns="0" bIns="45720" rtlCol="0" anchor="ctr">
            <a:noAutofit/>
          </a:bodyPr>
          <a:lstStyle/>
          <a:p>
            <a:r>
              <a:rPr lang="en-US"/>
              <a:t>Please Add Slide Headline Here</a:t>
            </a:r>
          </a:p>
        </p:txBody>
      </p:sp>
      <p:sp>
        <p:nvSpPr>
          <p:cNvPr id="9" name="Slide Number Placeholder 1"/>
          <p:cNvSpPr>
            <a:spLocks noGrp="1"/>
          </p:cNvSpPr>
          <p:nvPr>
            <p:ph type="sldNum" sz="quarter" idx="4"/>
          </p:nvPr>
        </p:nvSpPr>
        <p:spPr>
          <a:xfrm>
            <a:off x="7413442" y="4826640"/>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pPr defTabSz="685783"/>
            <a:fld id="{3A707DD9-E92B-45E8-BE0A-E6B2EDF345EB}" type="slidenum">
              <a:rPr lang="en-US" smtClean="0"/>
              <a:pPr defTabSz="685783"/>
              <a:t>‹#›</a:t>
            </a:fld>
            <a:endParaRPr lang="en-US"/>
          </a:p>
        </p:txBody>
      </p:sp>
      <p:sp>
        <p:nvSpPr>
          <p:cNvPr id="10" name="TextBox 9">
            <a:extLst>
              <a:ext uri="{FF2B5EF4-FFF2-40B4-BE49-F238E27FC236}">
                <a16:creationId xmlns:a16="http://schemas.microsoft.com/office/drawing/2014/main" id="{E078E00D-81AB-8847-9E12-0981E03F6A7D}"/>
              </a:ext>
            </a:extLst>
          </p:cNvPr>
          <p:cNvSpPr txBox="1"/>
          <p:nvPr userDrawn="1"/>
        </p:nvSpPr>
        <p:spPr>
          <a:xfrm>
            <a:off x="943584" y="4877349"/>
            <a:ext cx="2422187" cy="200055"/>
          </a:xfrm>
          <a:prstGeom prst="rect">
            <a:avLst/>
          </a:prstGeom>
          <a:noFill/>
        </p:spPr>
        <p:txBody>
          <a:bodyPr wrap="square" rtlCol="0">
            <a:spAutoFit/>
          </a:bodyPr>
          <a:lstStyle/>
          <a:p>
            <a:pPr marL="0" marR="0" lvl="0" indent="0" algn="l" defTabSz="685783"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Calibri Light"/>
                <a:ea typeface="+mn-ea"/>
                <a:cs typeface="+mn-cs"/>
              </a:rPr>
              <a:t>CONFIDENTIAL  |  © 2021 EPAM Systems, Inc.</a:t>
            </a:r>
            <a:endParaRPr kumimoji="0" lang="en-US" sz="700" b="0" i="0" u="none" strike="noStrike" kern="1200" cap="none" spc="0" normalizeH="0" baseline="0" noProof="0">
              <a:ln>
                <a:noFill/>
              </a:ln>
              <a:solidFill>
                <a:srgbClr val="222222"/>
              </a:solidFill>
              <a:effectLst/>
              <a:uLnTx/>
              <a:uFillTx/>
              <a:latin typeface="Calibri Light"/>
              <a:ea typeface="+mn-ea"/>
              <a:cs typeface="+mn-cs"/>
            </a:endParaRPr>
          </a:p>
        </p:txBody>
      </p:sp>
    </p:spTree>
    <p:extLst>
      <p:ext uri="{BB962C8B-B14F-4D97-AF65-F5344CB8AC3E}">
        <p14:creationId xmlns:p14="http://schemas.microsoft.com/office/powerpoint/2010/main" val="568671477"/>
      </p:ext>
    </p:extLst>
  </p:cSld>
  <p:clrMap bg1="lt1" tx1="dk1" bg2="lt2" tx2="dk2" accent1="accent1" accent2="accent2" accent3="accent3" accent4="accent4" accent5="accent5" accent6="accent6" hlink="hlink" folHlink="folHlink"/>
  <p:sldLayoutIdLst>
    <p:sldLayoutId id="2147483725" r:id="rId1"/>
    <p:sldLayoutId id="2147483726" r:id="rId2"/>
    <p:sldLayoutId id="2147483727" r:id="rId3"/>
    <p:sldLayoutId id="2147483728" r:id="rId4"/>
    <p:sldLayoutId id="2147483729" r:id="rId5"/>
    <p:sldLayoutId id="2147483730" r:id="rId6"/>
    <p:sldLayoutId id="2147483731" r:id="rId7"/>
    <p:sldLayoutId id="2147483732" r:id="rId8"/>
    <p:sldLayoutId id="2147483733" r:id="rId9"/>
    <p:sldLayoutId id="2147483734" r:id="rId10"/>
    <p:sldLayoutId id="2147483735" r:id="rId11"/>
    <p:sldLayoutId id="2147483736" r:id="rId12"/>
    <p:sldLayoutId id="2147483737" r:id="rId13"/>
    <p:sldLayoutId id="2147483738" r:id="rId14"/>
    <p:sldLayoutId id="2147483739" r:id="rId15"/>
    <p:sldLayoutId id="2147483740" r:id="rId16"/>
  </p:sldLayoutIdLst>
  <p:hf hdr="0" ftr="0" dt="0"/>
  <p:txStyles>
    <p:titleStyle>
      <a:lvl1pPr algn="l" defTabSz="914378" rtl="0" eaLnBrk="1" latinLnBrk="0" hangingPunct="1">
        <a:lnSpc>
          <a:spcPct val="100000"/>
        </a:lnSpc>
        <a:spcBef>
          <a:spcPct val="0"/>
        </a:spcBef>
        <a:buNone/>
        <a:defRPr sz="2000" kern="1200" cap="none" spc="100" baseline="0">
          <a:solidFill>
            <a:schemeClr val="tx1"/>
          </a:solidFill>
          <a:latin typeface="+mj-lt"/>
          <a:ea typeface="+mj-ea"/>
          <a:cs typeface="+mj-cs"/>
        </a:defRPr>
      </a:lvl1pPr>
    </p:titleStyle>
    <p:bodyStyle>
      <a:lvl1pPr marL="171446" indent="-171446" algn="l" defTabSz="914378" rtl="0" eaLnBrk="1" latinLnBrk="0" hangingPunct="1">
        <a:lnSpc>
          <a:spcPts val="1600"/>
        </a:lnSpc>
        <a:spcBef>
          <a:spcPts val="264"/>
        </a:spcBef>
        <a:spcAft>
          <a:spcPts val="300"/>
        </a:spcAft>
        <a:buFont typeface="Arial" panose="020B0604020202020204" pitchFamily="34" charset="0"/>
        <a:buChar char="•"/>
        <a:defRPr sz="1100" kern="1200">
          <a:solidFill>
            <a:schemeClr val="tx1"/>
          </a:solidFill>
          <a:latin typeface="+mn-lt"/>
          <a:ea typeface="+mn-ea"/>
          <a:cs typeface="+mn-cs"/>
        </a:defRPr>
      </a:lvl1pPr>
      <a:lvl2pPr marL="628634" indent="-171446" algn="l" defTabSz="914378"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2pPr>
      <a:lvl3pPr marL="1085823" indent="-171446" algn="l" defTabSz="914378"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09" indent="-285743" algn="l" defTabSz="914378"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754" indent="0" algn="l" defTabSz="914378"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537"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5"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8" rtl="0" eaLnBrk="1" latinLnBrk="0" hangingPunct="1">
        <a:defRPr sz="1800" kern="1200">
          <a:solidFill>
            <a:schemeClr val="tx1"/>
          </a:solidFill>
          <a:latin typeface="+mn-lt"/>
          <a:ea typeface="+mn-ea"/>
          <a:cs typeface="+mn-cs"/>
        </a:defRPr>
      </a:lvl1pPr>
      <a:lvl2pPr marL="457189" algn="l" defTabSz="914378" rtl="0" eaLnBrk="1" latinLnBrk="0" hangingPunct="1">
        <a:defRPr sz="1800" kern="1200">
          <a:solidFill>
            <a:schemeClr val="tx1"/>
          </a:solidFill>
          <a:latin typeface="+mn-lt"/>
          <a:ea typeface="+mn-ea"/>
          <a:cs typeface="+mn-cs"/>
        </a:defRPr>
      </a:lvl2pPr>
      <a:lvl3pPr marL="914378" algn="l" defTabSz="914378" rtl="0" eaLnBrk="1" latinLnBrk="0" hangingPunct="1">
        <a:defRPr sz="1800" kern="1200">
          <a:solidFill>
            <a:schemeClr val="tx1"/>
          </a:solidFill>
          <a:latin typeface="+mn-lt"/>
          <a:ea typeface="+mn-ea"/>
          <a:cs typeface="+mn-cs"/>
        </a:defRPr>
      </a:lvl3pPr>
      <a:lvl4pPr marL="1371566" algn="l" defTabSz="914378" rtl="0" eaLnBrk="1" latinLnBrk="0" hangingPunct="1">
        <a:defRPr sz="1800" kern="1200">
          <a:solidFill>
            <a:schemeClr val="tx1"/>
          </a:solidFill>
          <a:latin typeface="+mn-lt"/>
          <a:ea typeface="+mn-ea"/>
          <a:cs typeface="+mn-cs"/>
        </a:defRPr>
      </a:lvl4pPr>
      <a:lvl5pPr marL="1828754" algn="l" defTabSz="914378" rtl="0" eaLnBrk="1" latinLnBrk="0" hangingPunct="1">
        <a:defRPr sz="1800" kern="1200">
          <a:solidFill>
            <a:schemeClr val="tx1"/>
          </a:solidFill>
          <a:latin typeface="+mn-lt"/>
          <a:ea typeface="+mn-ea"/>
          <a:cs typeface="+mn-cs"/>
        </a:defRPr>
      </a:lvl5pPr>
      <a:lvl6pPr marL="2285943" algn="l" defTabSz="914378" rtl="0" eaLnBrk="1" latinLnBrk="0" hangingPunct="1">
        <a:defRPr sz="1800" kern="1200">
          <a:solidFill>
            <a:schemeClr val="tx1"/>
          </a:solidFill>
          <a:latin typeface="+mn-lt"/>
          <a:ea typeface="+mn-ea"/>
          <a:cs typeface="+mn-cs"/>
        </a:defRPr>
      </a:lvl6pPr>
      <a:lvl7pPr marL="2743132" algn="l" defTabSz="914378" rtl="0" eaLnBrk="1" latinLnBrk="0" hangingPunct="1">
        <a:defRPr sz="1800" kern="1200">
          <a:solidFill>
            <a:schemeClr val="tx1"/>
          </a:solidFill>
          <a:latin typeface="+mn-lt"/>
          <a:ea typeface="+mn-ea"/>
          <a:cs typeface="+mn-cs"/>
        </a:defRPr>
      </a:lvl7pPr>
      <a:lvl8pPr marL="3200320" algn="l" defTabSz="914378" rtl="0" eaLnBrk="1" latinLnBrk="0" hangingPunct="1">
        <a:defRPr sz="1800" kern="1200">
          <a:solidFill>
            <a:schemeClr val="tx1"/>
          </a:solidFill>
          <a:latin typeface="+mn-lt"/>
          <a:ea typeface="+mn-ea"/>
          <a:cs typeface="+mn-cs"/>
        </a:defRPr>
      </a:lvl8pPr>
      <a:lvl9pPr marL="3657509" algn="l" defTabSz="914378"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44">
          <p15:clr>
            <a:srgbClr val="F26B43"/>
          </p15:clr>
        </p15:guide>
        <p15:guide id="2" orient="horz" pos="338">
          <p15:clr>
            <a:srgbClr val="F26B43"/>
          </p15:clr>
        </p15:guide>
        <p15:guide id="3" orient="horz" pos="680">
          <p15:clr>
            <a:srgbClr val="F26B43"/>
          </p15:clr>
        </p15:guide>
        <p15:guide id="4" orient="horz" pos="2820">
          <p15:clr>
            <a:srgbClr val="F26B43"/>
          </p15:clr>
        </p15:guide>
        <p15:guide id="5" pos="226">
          <p15:clr>
            <a:srgbClr val="F26B43"/>
          </p15:clr>
        </p15:guide>
        <p15:guide id="6" pos="5535">
          <p15:clr>
            <a:srgbClr val="F26B43"/>
          </p15:clr>
        </p15:guide>
        <p15:guide id="7" orient="horz" pos="896">
          <p15:clr>
            <a:srgbClr val="F26B43"/>
          </p15:clr>
        </p15:guide>
        <p15:guide id="8" pos="2736">
          <p15:clr>
            <a:srgbClr val="F26B43"/>
          </p15:clr>
        </p15:guide>
        <p15:guide id="9" pos="3024">
          <p15:clr>
            <a:srgbClr val="F26B43"/>
          </p15:clr>
        </p15:guide>
        <p15:guide id="10" orient="horz" pos="3036">
          <p15:clr>
            <a:srgbClr val="F26B43"/>
          </p15:clr>
        </p15:guide>
        <p15:guide id="11" orient="horz" pos="3084">
          <p15:clr>
            <a:srgbClr val="F26B43"/>
          </p15:clr>
        </p15:guide>
        <p15:guide id="12" orient="horz" pos="3180">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4826639"/>
            <a:ext cx="9144000" cy="316862"/>
          </a:xfrm>
          <a:prstGeom prst="rect">
            <a:avLst/>
          </a:prstGeom>
          <a:solidFill>
            <a:srgbClr val="133C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FFFFFF"/>
              </a:solidFill>
              <a:effectLst/>
              <a:uLnTx/>
              <a:uFillTx/>
              <a:latin typeface="Calibri"/>
              <a:ea typeface="+mn-ea"/>
              <a:cs typeface="+mn-cs"/>
            </a:endParaRPr>
          </a:p>
        </p:txBody>
      </p:sp>
      <p:sp>
        <p:nvSpPr>
          <p:cNvPr id="3" name="Text Placeholder 2"/>
          <p:cNvSpPr>
            <a:spLocks noGrp="1"/>
          </p:cNvSpPr>
          <p:nvPr>
            <p:ph type="body" idx="1"/>
          </p:nvPr>
        </p:nvSpPr>
        <p:spPr>
          <a:xfrm>
            <a:off x="360364" y="1079500"/>
            <a:ext cx="8426449" cy="3397250"/>
          </a:xfrm>
          <a:prstGeom prst="rect">
            <a:avLst/>
          </a:prstGeom>
        </p:spPr>
        <p:txBody>
          <a:bodyPr vert="horz" lIns="0" tIns="0" rIns="0" bIns="0" rtlCol="0">
            <a:noAutofit/>
          </a:body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 </a:t>
            </a:r>
            <a:br>
              <a:rPr lang="en-US"/>
            </a:br>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r>
              <a:rPr lang="en-US" err="1"/>
              <a:t>Aliquam</a:t>
            </a:r>
            <a:r>
              <a:rPr lang="en-US"/>
              <a:t> sit </a:t>
            </a:r>
            <a:r>
              <a:rPr lang="en-US" err="1"/>
              <a:t>amet</a:t>
            </a:r>
            <a:r>
              <a:rPr lang="en-US"/>
              <a:t> </a:t>
            </a:r>
            <a:r>
              <a:rPr lang="en-US" err="1"/>
              <a:t>leo</a:t>
            </a:r>
            <a:r>
              <a:rPr lang="en-US"/>
              <a:t> semper, </a:t>
            </a:r>
            <a:r>
              <a:rPr lang="en-US" err="1"/>
              <a:t>tincidunt</a:t>
            </a:r>
            <a:r>
              <a:rPr lang="en-US"/>
              <a:t> dolor a, </a:t>
            </a:r>
            <a:r>
              <a:rPr lang="en-US" err="1"/>
              <a:t>lobortis</a:t>
            </a:r>
            <a:r>
              <a:rPr lang="en-US"/>
              <a:t> </a:t>
            </a:r>
            <a:r>
              <a:rPr lang="en-US" err="1"/>
              <a:t>elit</a:t>
            </a:r>
            <a:r>
              <a:rPr lang="en-US"/>
              <a:t>. </a:t>
            </a:r>
            <a:r>
              <a:rPr lang="en-US" err="1"/>
              <a:t>Nulla</a:t>
            </a:r>
            <a:r>
              <a:rPr lang="en-US"/>
              <a:t> ipsum dolor, </a:t>
            </a:r>
            <a:r>
              <a:rPr lang="en-US" err="1"/>
              <a:t>condimentum</a:t>
            </a:r>
            <a:r>
              <a:rPr lang="en-US"/>
              <a:t> </a:t>
            </a:r>
            <a:br>
              <a:rPr lang="en-US"/>
            </a:br>
            <a:r>
              <a:rPr lang="en-US"/>
              <a:t>at nisi et, </a:t>
            </a:r>
            <a:r>
              <a:rPr lang="en-US" err="1"/>
              <a:t>varius</a:t>
            </a:r>
            <a:r>
              <a:rPr lang="en-US"/>
              <a:t> </a:t>
            </a:r>
            <a:r>
              <a:rPr lang="en-US" err="1"/>
              <a:t>lobortis</a:t>
            </a:r>
            <a:r>
              <a:rPr lang="en-US"/>
              <a:t> </a:t>
            </a:r>
            <a:r>
              <a:rPr lang="en-US" err="1"/>
              <a:t>lectus</a:t>
            </a:r>
            <a:r>
              <a:rPr lang="en-US"/>
              <a:t>. </a:t>
            </a:r>
            <a:r>
              <a:rPr lang="en-US" err="1"/>
              <a:t>Fusce</a:t>
            </a:r>
            <a:r>
              <a:rPr lang="en-US"/>
              <a:t> </a:t>
            </a:r>
            <a:r>
              <a:rPr lang="en-US" err="1"/>
              <a:t>fermentum</a:t>
            </a:r>
            <a:r>
              <a:rPr lang="en-US"/>
              <a:t> </a:t>
            </a:r>
            <a:r>
              <a:rPr lang="en-US" err="1"/>
              <a:t>bibendum</a:t>
            </a:r>
            <a:r>
              <a:rPr lang="en-US"/>
              <a:t> </a:t>
            </a:r>
            <a:r>
              <a:rPr lang="en-US" err="1"/>
              <a:t>varius</a:t>
            </a:r>
            <a:r>
              <a:rPr lang="en-US"/>
              <a:t>. </a:t>
            </a: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r>
              <a:rPr lang="en-US"/>
              <a:t> </a:t>
            </a:r>
            <a:br>
              <a:rPr lang="en-US"/>
            </a:br>
            <a:r>
              <a:rPr lang="en-US"/>
              <a:t>fames ac </a:t>
            </a:r>
            <a:r>
              <a:rPr lang="en-US" err="1"/>
              <a:t>turpis</a:t>
            </a:r>
            <a:r>
              <a:rPr lang="en-US"/>
              <a:t> </a:t>
            </a:r>
            <a:r>
              <a:rPr lang="en-US" err="1"/>
              <a:t>egestas</a:t>
            </a:r>
            <a:r>
              <a:rPr lang="en-US"/>
              <a:t>.</a:t>
            </a:r>
          </a:p>
          <a:p>
            <a:pPr lvl="1"/>
            <a:r>
              <a:rPr lang="en-US"/>
              <a:t>Second</a:t>
            </a:r>
          </a:p>
          <a:p>
            <a:pPr lvl="2"/>
            <a:r>
              <a:rPr lang="en-US"/>
              <a:t>third</a:t>
            </a:r>
          </a:p>
          <a:p>
            <a:pPr lvl="3"/>
            <a:r>
              <a:rPr lang="en-US"/>
              <a:t>fourth</a:t>
            </a:r>
          </a:p>
        </p:txBody>
      </p:sp>
      <p:pic>
        <p:nvPicPr>
          <p:cNvPr id="8" name="Picture 7"/>
          <p:cNvPicPr>
            <a:picLocks noChangeAspect="1"/>
          </p:cNvPicPr>
          <p:nvPr userDrawn="1"/>
        </p:nvPicPr>
        <p:blipFill>
          <a:blip r:embed="rId18" cstate="screen">
            <a:extLst>
              <a:ext uri="{28A0092B-C50C-407E-A947-70E740481C1C}">
                <a14:useLocalDpi xmlns:a14="http://schemas.microsoft.com/office/drawing/2010/main"/>
              </a:ext>
            </a:extLst>
          </a:blip>
          <a:stretch>
            <a:fillRect/>
          </a:stretch>
        </p:blipFill>
        <p:spPr>
          <a:xfrm>
            <a:off x="360364" y="4911973"/>
            <a:ext cx="470910" cy="166976"/>
          </a:xfrm>
          <a:prstGeom prst="rect">
            <a:avLst/>
          </a:prstGeom>
        </p:spPr>
      </p:pic>
      <p:sp>
        <p:nvSpPr>
          <p:cNvPr id="4" name="Title Placeholder 3"/>
          <p:cNvSpPr>
            <a:spLocks noGrp="1"/>
          </p:cNvSpPr>
          <p:nvPr>
            <p:ph type="title"/>
          </p:nvPr>
        </p:nvSpPr>
        <p:spPr>
          <a:xfrm>
            <a:off x="360364" y="228600"/>
            <a:ext cx="8426449" cy="301752"/>
          </a:xfrm>
          <a:prstGeom prst="rect">
            <a:avLst/>
          </a:prstGeom>
        </p:spPr>
        <p:txBody>
          <a:bodyPr vert="horz" wrap="none" lIns="0" tIns="45720" rIns="0" bIns="45720" rtlCol="0" anchor="ctr">
            <a:noAutofit/>
          </a:bodyPr>
          <a:lstStyle/>
          <a:p>
            <a:r>
              <a:rPr lang="en-US"/>
              <a:t>Please Add Slide Headline Here</a:t>
            </a:r>
          </a:p>
        </p:txBody>
      </p:sp>
      <p:sp>
        <p:nvSpPr>
          <p:cNvPr id="9" name="Slide Number Placeholder 1"/>
          <p:cNvSpPr>
            <a:spLocks noGrp="1"/>
          </p:cNvSpPr>
          <p:nvPr>
            <p:ph type="sldNum" sz="quarter" idx="4"/>
          </p:nvPr>
        </p:nvSpPr>
        <p:spPr>
          <a:xfrm>
            <a:off x="7413441" y="4826639"/>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pPr marL="0" marR="0" lvl="0" indent="0" algn="r" defTabSz="685800" rtl="0" eaLnBrk="1" fontAlgn="auto" latinLnBrk="0" hangingPunct="1">
              <a:lnSpc>
                <a:spcPct val="100000"/>
              </a:lnSpc>
              <a:spcBef>
                <a:spcPts val="0"/>
              </a:spcBef>
              <a:spcAft>
                <a:spcPts val="0"/>
              </a:spcAft>
              <a:buClrTx/>
              <a:buSzTx/>
              <a:buFontTx/>
              <a:buNone/>
              <a:tabLst/>
              <a:defRPr/>
            </a:pPr>
            <a:fld id="{3A707DD9-E92B-45E8-BE0A-E6B2EDF345EB}" type="slidenum">
              <a:rPr kumimoji="0" lang="en-US" sz="800" b="1" i="0" u="none" strike="noStrike" kern="1200" cap="none" spc="0" normalizeH="0" baseline="0" noProof="0" smtClean="0">
                <a:ln>
                  <a:noFill/>
                </a:ln>
                <a:solidFill>
                  <a:srgbClr val="FEFEFE"/>
                </a:solidFill>
                <a:effectLst/>
                <a:uLnTx/>
                <a:uFillTx/>
                <a:latin typeface="Calibri Light"/>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a:t>
            </a:fld>
            <a:endParaRPr kumimoji="0" lang="en-US" sz="800" b="1" i="0" u="none" strike="noStrike" kern="1200" cap="none" spc="0" normalizeH="0" baseline="0" noProof="0">
              <a:ln>
                <a:noFill/>
              </a:ln>
              <a:solidFill>
                <a:srgbClr val="FEFEFE"/>
              </a:solidFill>
              <a:effectLst/>
              <a:uLnTx/>
              <a:uFillTx/>
              <a:latin typeface="Calibri Light"/>
              <a:ea typeface="+mn-ea"/>
              <a:cs typeface="+mn-cs"/>
            </a:endParaRPr>
          </a:p>
        </p:txBody>
      </p:sp>
      <p:sp>
        <p:nvSpPr>
          <p:cNvPr id="10" name="TextBox 9">
            <a:extLst>
              <a:ext uri="{FF2B5EF4-FFF2-40B4-BE49-F238E27FC236}">
                <a16:creationId xmlns:a16="http://schemas.microsoft.com/office/drawing/2014/main" id="{E078E00D-81AB-8847-9E12-0981E03F6A7D}"/>
              </a:ext>
            </a:extLst>
          </p:cNvPr>
          <p:cNvSpPr txBox="1"/>
          <p:nvPr userDrawn="1"/>
        </p:nvSpPr>
        <p:spPr>
          <a:xfrm>
            <a:off x="943583" y="4877348"/>
            <a:ext cx="2422187" cy="200055"/>
          </a:xfrm>
          <a:prstGeom prst="rect">
            <a:avLst/>
          </a:prstGeom>
          <a:noFill/>
        </p:spPr>
        <p:txBody>
          <a:bodyPr wrap="square" rtlCol="0">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Calibri Light"/>
                <a:ea typeface="+mn-ea"/>
                <a:cs typeface="+mn-cs"/>
              </a:rPr>
              <a:t>CONFIDENTIAL  |  © </a:t>
            </a:r>
            <a:fld id="{410390A6-CD46-CA4C-A887-B8E618C4C14B}" type="datetimeyyyy">
              <a:rPr kumimoji="0" lang="en-US" sz="700" b="0" i="0" u="none" strike="noStrike" kern="1200" cap="none" spc="0" normalizeH="0" baseline="0" noProof="0" smtClean="0">
                <a:ln>
                  <a:noFill/>
                </a:ln>
                <a:solidFill>
                  <a:srgbClr val="FFFFFF"/>
                </a:solidFill>
                <a:effectLst/>
                <a:uLnTx/>
                <a:uFillTx/>
                <a:latin typeface="Calibri Light"/>
                <a:ea typeface="+mn-ea"/>
                <a:cs typeface="+mn-cs"/>
              </a:rPr>
              <a:pPr marL="0" marR="0" lvl="0" indent="0" algn="l" defTabSz="685800" rtl="0" eaLnBrk="1" fontAlgn="auto" latinLnBrk="0" hangingPunct="1">
                <a:lnSpc>
                  <a:spcPct val="100000"/>
                </a:lnSpc>
                <a:spcBef>
                  <a:spcPts val="0"/>
                </a:spcBef>
                <a:spcAft>
                  <a:spcPts val="0"/>
                </a:spcAft>
                <a:buClrTx/>
                <a:buSzTx/>
                <a:buFontTx/>
                <a:buNone/>
                <a:tabLst/>
                <a:defRPr/>
              </a:pPr>
              <a:t>2025</a:t>
            </a:fld>
            <a:r>
              <a:rPr kumimoji="0" lang="en-US" sz="700" b="0" i="0" u="none" strike="noStrike" kern="1200" cap="none" spc="0" normalizeH="0" baseline="0" noProof="0">
                <a:ln>
                  <a:noFill/>
                </a:ln>
                <a:solidFill>
                  <a:srgbClr val="FFFFFF"/>
                </a:solidFill>
                <a:effectLst/>
                <a:uLnTx/>
                <a:uFillTx/>
                <a:latin typeface="Calibri Light"/>
                <a:ea typeface="+mn-ea"/>
                <a:cs typeface="+mn-cs"/>
              </a:rPr>
              <a:t> EPAM Systems, Inc.</a:t>
            </a:r>
            <a:endParaRPr kumimoji="0" lang="en-US" sz="700" b="0" i="0" u="none" strike="noStrike" kern="1200" cap="none" spc="0" normalizeH="0" baseline="0" noProof="0">
              <a:ln>
                <a:noFill/>
              </a:ln>
              <a:solidFill>
                <a:srgbClr val="222222"/>
              </a:solidFill>
              <a:effectLst/>
              <a:uLnTx/>
              <a:uFillTx/>
              <a:latin typeface="Calibri Light"/>
              <a:ea typeface="+mn-ea"/>
              <a:cs typeface="+mn-cs"/>
            </a:endParaRPr>
          </a:p>
        </p:txBody>
      </p:sp>
    </p:spTree>
    <p:extLst>
      <p:ext uri="{BB962C8B-B14F-4D97-AF65-F5344CB8AC3E}">
        <p14:creationId xmlns:p14="http://schemas.microsoft.com/office/powerpoint/2010/main" val="3270856282"/>
      </p:ext>
    </p:extLst>
  </p:cSld>
  <p:clrMap bg1="lt1" tx1="dk1" bg2="lt2" tx2="dk2" accent1="accent1" accent2="accent2" accent3="accent3" accent4="accent4" accent5="accent5" accent6="accent6" hlink="hlink" folHlink="folHlink"/>
  <p:sldLayoutIdLst>
    <p:sldLayoutId id="2147483742" r:id="rId1"/>
    <p:sldLayoutId id="2147483743" r:id="rId2"/>
    <p:sldLayoutId id="2147483744" r:id="rId3"/>
    <p:sldLayoutId id="2147483745" r:id="rId4"/>
    <p:sldLayoutId id="2147483746" r:id="rId5"/>
    <p:sldLayoutId id="2147483747" r:id="rId6"/>
    <p:sldLayoutId id="2147483748" r:id="rId7"/>
    <p:sldLayoutId id="2147483749" r:id="rId8"/>
    <p:sldLayoutId id="2147483750" r:id="rId9"/>
    <p:sldLayoutId id="2147483751" r:id="rId10"/>
    <p:sldLayoutId id="2147483752" r:id="rId11"/>
    <p:sldLayoutId id="2147483753" r:id="rId12"/>
    <p:sldLayoutId id="2147483754" r:id="rId13"/>
    <p:sldLayoutId id="2147483755" r:id="rId14"/>
    <p:sldLayoutId id="2147483756" r:id="rId15"/>
    <p:sldLayoutId id="2147483757" r:id="rId16"/>
  </p:sldLayoutIdLst>
  <p:hf hdr="0" ftr="0" dt="0"/>
  <p:txStyles>
    <p:titleStyle>
      <a:lvl1pPr algn="l" defTabSz="914400" rtl="0" eaLnBrk="1" latinLnBrk="0" hangingPunct="1">
        <a:lnSpc>
          <a:spcPct val="100000"/>
        </a:lnSpc>
        <a:spcBef>
          <a:spcPct val="0"/>
        </a:spcBef>
        <a:buNone/>
        <a:defRPr sz="2000" kern="1200" cap="none" spc="100" baseline="0">
          <a:solidFill>
            <a:schemeClr val="tx1"/>
          </a:solidFill>
          <a:latin typeface="+mj-lt"/>
          <a:ea typeface="+mj-ea"/>
          <a:cs typeface="+mj-cs"/>
        </a:defRPr>
      </a:lvl1pPr>
    </p:titleStyle>
    <p:bodyStyle>
      <a:lvl1pPr marL="171450" indent="-171450" algn="l" defTabSz="914400" rtl="0" eaLnBrk="1" latinLnBrk="0" hangingPunct="1">
        <a:lnSpc>
          <a:spcPts val="1600"/>
        </a:lnSpc>
        <a:spcBef>
          <a:spcPts val="264"/>
        </a:spcBef>
        <a:spcAft>
          <a:spcPts val="300"/>
        </a:spcAft>
        <a:buFont typeface="Arial" panose="020B0604020202020204" pitchFamily="34" charset="0"/>
        <a:buChar char="•"/>
        <a:defRPr sz="1100" kern="1200">
          <a:solidFill>
            <a:schemeClr val="tx1"/>
          </a:solidFill>
          <a:latin typeface="+mn-lt"/>
          <a:ea typeface="+mn-ea"/>
          <a:cs typeface="+mn-cs"/>
        </a:defRPr>
      </a:lvl1pPr>
      <a:lvl2pPr marL="6286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44">
          <p15:clr>
            <a:srgbClr val="F26B43"/>
          </p15:clr>
        </p15:guide>
        <p15:guide id="2" orient="horz" pos="338">
          <p15:clr>
            <a:srgbClr val="F26B43"/>
          </p15:clr>
        </p15:guide>
        <p15:guide id="3" orient="horz" pos="680">
          <p15:clr>
            <a:srgbClr val="F26B43"/>
          </p15:clr>
        </p15:guide>
        <p15:guide id="4" orient="horz" pos="2820">
          <p15:clr>
            <a:srgbClr val="F26B43"/>
          </p15:clr>
        </p15:guide>
        <p15:guide id="5" pos="226">
          <p15:clr>
            <a:srgbClr val="F26B43"/>
          </p15:clr>
        </p15:guide>
        <p15:guide id="6" pos="5535">
          <p15:clr>
            <a:srgbClr val="F26B43"/>
          </p15:clr>
        </p15:guide>
        <p15:guide id="7" orient="horz" pos="896">
          <p15:clr>
            <a:srgbClr val="F26B43"/>
          </p15:clr>
        </p15:guide>
        <p15:guide id="8" pos="2736">
          <p15:clr>
            <a:srgbClr val="F26B43"/>
          </p15:clr>
        </p15:guide>
        <p15:guide id="9" pos="3024">
          <p15:clr>
            <a:srgbClr val="F26B43"/>
          </p15:clr>
        </p15:guide>
        <p15:guide id="10" orient="horz" pos="3036">
          <p15:clr>
            <a:srgbClr val="F26B43"/>
          </p15:clr>
        </p15:guide>
        <p15:guide id="11" orient="horz" pos="3084">
          <p15:clr>
            <a:srgbClr val="F26B43"/>
          </p15:clr>
        </p15:guide>
        <p15:guide id="12" orient="horz" pos="3180">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4826639"/>
            <a:ext cx="9144000" cy="316862"/>
          </a:xfrm>
          <a:prstGeom prst="rect">
            <a:avLst/>
          </a:prstGeom>
          <a:solidFill>
            <a:srgbClr val="133C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FFFFFF"/>
              </a:solidFill>
              <a:effectLst/>
              <a:uLnTx/>
              <a:uFillTx/>
              <a:latin typeface="Calibri"/>
              <a:ea typeface="+mn-ea"/>
              <a:cs typeface="+mn-cs"/>
            </a:endParaRPr>
          </a:p>
        </p:txBody>
      </p:sp>
      <p:sp>
        <p:nvSpPr>
          <p:cNvPr id="3" name="Text Placeholder 2"/>
          <p:cNvSpPr>
            <a:spLocks noGrp="1"/>
          </p:cNvSpPr>
          <p:nvPr>
            <p:ph type="body" idx="1"/>
          </p:nvPr>
        </p:nvSpPr>
        <p:spPr>
          <a:xfrm>
            <a:off x="360364" y="1079500"/>
            <a:ext cx="8426449" cy="3397250"/>
          </a:xfrm>
          <a:prstGeom prst="rect">
            <a:avLst/>
          </a:prstGeom>
        </p:spPr>
        <p:txBody>
          <a:bodyPr vert="horz" lIns="0" tIns="0" rIns="0" bIns="0" rtlCol="0">
            <a:noAutofit/>
          </a:body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 </a:t>
            </a:r>
            <a:br>
              <a:rPr lang="en-US"/>
            </a:br>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r>
              <a:rPr lang="en-US" err="1"/>
              <a:t>Aliquam</a:t>
            </a:r>
            <a:r>
              <a:rPr lang="en-US"/>
              <a:t> sit </a:t>
            </a:r>
            <a:r>
              <a:rPr lang="en-US" err="1"/>
              <a:t>amet</a:t>
            </a:r>
            <a:r>
              <a:rPr lang="en-US"/>
              <a:t> </a:t>
            </a:r>
            <a:r>
              <a:rPr lang="en-US" err="1"/>
              <a:t>leo</a:t>
            </a:r>
            <a:r>
              <a:rPr lang="en-US"/>
              <a:t> semper, </a:t>
            </a:r>
            <a:r>
              <a:rPr lang="en-US" err="1"/>
              <a:t>tincidunt</a:t>
            </a:r>
            <a:r>
              <a:rPr lang="en-US"/>
              <a:t> dolor a, </a:t>
            </a:r>
            <a:r>
              <a:rPr lang="en-US" err="1"/>
              <a:t>lobortis</a:t>
            </a:r>
            <a:r>
              <a:rPr lang="en-US"/>
              <a:t> </a:t>
            </a:r>
            <a:r>
              <a:rPr lang="en-US" err="1"/>
              <a:t>elit</a:t>
            </a:r>
            <a:r>
              <a:rPr lang="en-US"/>
              <a:t>. </a:t>
            </a:r>
            <a:r>
              <a:rPr lang="en-US" err="1"/>
              <a:t>Nulla</a:t>
            </a:r>
            <a:r>
              <a:rPr lang="en-US"/>
              <a:t> ipsum dolor, </a:t>
            </a:r>
            <a:r>
              <a:rPr lang="en-US" err="1"/>
              <a:t>condimentum</a:t>
            </a:r>
            <a:r>
              <a:rPr lang="en-US"/>
              <a:t> </a:t>
            </a:r>
            <a:br>
              <a:rPr lang="en-US"/>
            </a:br>
            <a:r>
              <a:rPr lang="en-US"/>
              <a:t>at nisi et, </a:t>
            </a:r>
            <a:r>
              <a:rPr lang="en-US" err="1"/>
              <a:t>varius</a:t>
            </a:r>
            <a:r>
              <a:rPr lang="en-US"/>
              <a:t> </a:t>
            </a:r>
            <a:r>
              <a:rPr lang="en-US" err="1"/>
              <a:t>lobortis</a:t>
            </a:r>
            <a:r>
              <a:rPr lang="en-US"/>
              <a:t> </a:t>
            </a:r>
            <a:r>
              <a:rPr lang="en-US" err="1"/>
              <a:t>lectus</a:t>
            </a:r>
            <a:r>
              <a:rPr lang="en-US"/>
              <a:t>. </a:t>
            </a:r>
            <a:r>
              <a:rPr lang="en-US" err="1"/>
              <a:t>Fusce</a:t>
            </a:r>
            <a:r>
              <a:rPr lang="en-US"/>
              <a:t> </a:t>
            </a:r>
            <a:r>
              <a:rPr lang="en-US" err="1"/>
              <a:t>fermentum</a:t>
            </a:r>
            <a:r>
              <a:rPr lang="en-US"/>
              <a:t> </a:t>
            </a:r>
            <a:r>
              <a:rPr lang="en-US" err="1"/>
              <a:t>bibendum</a:t>
            </a:r>
            <a:r>
              <a:rPr lang="en-US"/>
              <a:t> </a:t>
            </a:r>
            <a:r>
              <a:rPr lang="en-US" err="1"/>
              <a:t>varius</a:t>
            </a:r>
            <a:r>
              <a:rPr lang="en-US"/>
              <a:t>. </a:t>
            </a: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r>
              <a:rPr lang="en-US"/>
              <a:t> </a:t>
            </a:r>
            <a:br>
              <a:rPr lang="en-US"/>
            </a:br>
            <a:r>
              <a:rPr lang="en-US"/>
              <a:t>fames ac </a:t>
            </a:r>
            <a:r>
              <a:rPr lang="en-US" err="1"/>
              <a:t>turpis</a:t>
            </a:r>
            <a:r>
              <a:rPr lang="en-US"/>
              <a:t> </a:t>
            </a:r>
            <a:r>
              <a:rPr lang="en-US" err="1"/>
              <a:t>egestas</a:t>
            </a:r>
            <a:r>
              <a:rPr lang="en-US"/>
              <a:t>.</a:t>
            </a:r>
          </a:p>
          <a:p>
            <a:pPr lvl="1"/>
            <a:r>
              <a:rPr lang="en-US"/>
              <a:t>Second</a:t>
            </a:r>
          </a:p>
          <a:p>
            <a:pPr lvl="2"/>
            <a:r>
              <a:rPr lang="en-US"/>
              <a:t>third</a:t>
            </a:r>
          </a:p>
          <a:p>
            <a:pPr lvl="3"/>
            <a:r>
              <a:rPr lang="en-US"/>
              <a:t>fourth</a:t>
            </a:r>
          </a:p>
        </p:txBody>
      </p:sp>
      <p:pic>
        <p:nvPicPr>
          <p:cNvPr id="8" name="Picture 7"/>
          <p:cNvPicPr>
            <a:picLocks noChangeAspect="1"/>
          </p:cNvPicPr>
          <p:nvPr userDrawn="1"/>
        </p:nvPicPr>
        <p:blipFill>
          <a:blip r:embed="rId18" cstate="screen">
            <a:extLst>
              <a:ext uri="{28A0092B-C50C-407E-A947-70E740481C1C}">
                <a14:useLocalDpi xmlns:a14="http://schemas.microsoft.com/office/drawing/2010/main"/>
              </a:ext>
            </a:extLst>
          </a:blip>
          <a:stretch>
            <a:fillRect/>
          </a:stretch>
        </p:blipFill>
        <p:spPr>
          <a:xfrm>
            <a:off x="360364" y="4911973"/>
            <a:ext cx="470910" cy="166976"/>
          </a:xfrm>
          <a:prstGeom prst="rect">
            <a:avLst/>
          </a:prstGeom>
        </p:spPr>
      </p:pic>
      <p:sp>
        <p:nvSpPr>
          <p:cNvPr id="4" name="Title Placeholder 3"/>
          <p:cNvSpPr>
            <a:spLocks noGrp="1"/>
          </p:cNvSpPr>
          <p:nvPr>
            <p:ph type="title"/>
          </p:nvPr>
        </p:nvSpPr>
        <p:spPr>
          <a:xfrm>
            <a:off x="360364" y="228600"/>
            <a:ext cx="8426449" cy="301752"/>
          </a:xfrm>
          <a:prstGeom prst="rect">
            <a:avLst/>
          </a:prstGeom>
        </p:spPr>
        <p:txBody>
          <a:bodyPr vert="horz" wrap="none" lIns="0" tIns="45720" rIns="0" bIns="45720" rtlCol="0" anchor="ctr">
            <a:noAutofit/>
          </a:bodyPr>
          <a:lstStyle/>
          <a:p>
            <a:r>
              <a:rPr lang="en-US"/>
              <a:t>Please Add Slide Headline Here</a:t>
            </a:r>
          </a:p>
        </p:txBody>
      </p:sp>
      <p:sp>
        <p:nvSpPr>
          <p:cNvPr id="9" name="Slide Number Placeholder 1"/>
          <p:cNvSpPr>
            <a:spLocks noGrp="1"/>
          </p:cNvSpPr>
          <p:nvPr>
            <p:ph type="sldNum" sz="quarter" idx="4"/>
          </p:nvPr>
        </p:nvSpPr>
        <p:spPr>
          <a:xfrm>
            <a:off x="7413441" y="4826639"/>
            <a:ext cx="1373372" cy="316862"/>
          </a:xfrm>
          <a:prstGeom prst="rect">
            <a:avLst/>
          </a:prstGeom>
        </p:spPr>
        <p:txBody>
          <a:bodyPr vert="horz" wrap="none" lIns="91440" tIns="45720" rIns="0" bIns="82296" rtlCol="0" anchor="ctr"/>
          <a:lstStyle>
            <a:lvl1pPr algn="r">
              <a:defRPr sz="800" b="1" i="0">
                <a:solidFill>
                  <a:srgbClr val="FEFEFE"/>
                </a:solidFill>
                <a:latin typeface="+mj-lt"/>
              </a:defRPr>
            </a:lvl1pPr>
          </a:lstStyle>
          <a:p>
            <a:pPr marL="0" marR="0" lvl="0" indent="0" algn="r" defTabSz="685800" rtl="0" eaLnBrk="1" fontAlgn="auto" latinLnBrk="0" hangingPunct="1">
              <a:lnSpc>
                <a:spcPct val="100000"/>
              </a:lnSpc>
              <a:spcBef>
                <a:spcPts val="0"/>
              </a:spcBef>
              <a:spcAft>
                <a:spcPts val="0"/>
              </a:spcAft>
              <a:buClrTx/>
              <a:buSzTx/>
              <a:buFontTx/>
              <a:buNone/>
              <a:tabLst/>
              <a:defRPr/>
            </a:pPr>
            <a:fld id="{3A707DD9-E92B-45E8-BE0A-E6B2EDF345EB}" type="slidenum">
              <a:rPr kumimoji="0" lang="en-US" sz="800" b="1" i="0" u="none" strike="noStrike" kern="1200" cap="none" spc="0" normalizeH="0" baseline="0" noProof="0" smtClean="0">
                <a:ln>
                  <a:noFill/>
                </a:ln>
                <a:solidFill>
                  <a:srgbClr val="FEFEFE"/>
                </a:solidFill>
                <a:effectLst/>
                <a:uLnTx/>
                <a:uFillTx/>
                <a:latin typeface="Calibri Light"/>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a:t>
            </a:fld>
            <a:endParaRPr kumimoji="0" lang="en-US" sz="800" b="1" i="0" u="none" strike="noStrike" kern="1200" cap="none" spc="0" normalizeH="0" baseline="0" noProof="0">
              <a:ln>
                <a:noFill/>
              </a:ln>
              <a:solidFill>
                <a:srgbClr val="FEFEFE"/>
              </a:solidFill>
              <a:effectLst/>
              <a:uLnTx/>
              <a:uFillTx/>
              <a:latin typeface="Calibri Light"/>
              <a:ea typeface="+mn-ea"/>
              <a:cs typeface="+mn-cs"/>
            </a:endParaRPr>
          </a:p>
        </p:txBody>
      </p:sp>
      <p:sp>
        <p:nvSpPr>
          <p:cNvPr id="10" name="TextBox 9">
            <a:extLst>
              <a:ext uri="{FF2B5EF4-FFF2-40B4-BE49-F238E27FC236}">
                <a16:creationId xmlns:a16="http://schemas.microsoft.com/office/drawing/2014/main" id="{E078E00D-81AB-8847-9E12-0981E03F6A7D}"/>
              </a:ext>
            </a:extLst>
          </p:cNvPr>
          <p:cNvSpPr txBox="1"/>
          <p:nvPr userDrawn="1"/>
        </p:nvSpPr>
        <p:spPr>
          <a:xfrm>
            <a:off x="943583" y="4877348"/>
            <a:ext cx="2422187" cy="200055"/>
          </a:xfrm>
          <a:prstGeom prst="rect">
            <a:avLst/>
          </a:prstGeom>
          <a:noFill/>
        </p:spPr>
        <p:txBody>
          <a:bodyPr wrap="square" rtlCol="0">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Calibri Light"/>
                <a:ea typeface="+mn-ea"/>
                <a:cs typeface="+mn-cs"/>
              </a:rPr>
              <a:t>CONFIDENTIAL  |  © </a:t>
            </a:r>
            <a:fld id="{410390A6-CD46-CA4C-A887-B8E618C4C14B}" type="datetimeyyyy">
              <a:rPr kumimoji="0" lang="en-US" sz="700" b="0" i="0" u="none" strike="noStrike" kern="1200" cap="none" spc="0" normalizeH="0" baseline="0" noProof="0" smtClean="0">
                <a:ln>
                  <a:noFill/>
                </a:ln>
                <a:solidFill>
                  <a:srgbClr val="FFFFFF"/>
                </a:solidFill>
                <a:effectLst/>
                <a:uLnTx/>
                <a:uFillTx/>
                <a:latin typeface="Calibri Light"/>
                <a:ea typeface="+mn-ea"/>
                <a:cs typeface="+mn-cs"/>
              </a:rPr>
              <a:pPr marL="0" marR="0" lvl="0" indent="0" algn="l" defTabSz="685800" rtl="0" eaLnBrk="1" fontAlgn="auto" latinLnBrk="0" hangingPunct="1">
                <a:lnSpc>
                  <a:spcPct val="100000"/>
                </a:lnSpc>
                <a:spcBef>
                  <a:spcPts val="0"/>
                </a:spcBef>
                <a:spcAft>
                  <a:spcPts val="0"/>
                </a:spcAft>
                <a:buClrTx/>
                <a:buSzTx/>
                <a:buFontTx/>
                <a:buNone/>
                <a:tabLst/>
                <a:defRPr/>
              </a:pPr>
              <a:t>2025</a:t>
            </a:fld>
            <a:r>
              <a:rPr kumimoji="0" lang="en-US" sz="700" b="0" i="0" u="none" strike="noStrike" kern="1200" cap="none" spc="0" normalizeH="0" baseline="0" noProof="0">
                <a:ln>
                  <a:noFill/>
                </a:ln>
                <a:solidFill>
                  <a:srgbClr val="FFFFFF"/>
                </a:solidFill>
                <a:effectLst/>
                <a:uLnTx/>
                <a:uFillTx/>
                <a:latin typeface="Calibri Light"/>
                <a:ea typeface="+mn-ea"/>
                <a:cs typeface="+mn-cs"/>
              </a:rPr>
              <a:t> EPAM Systems, Inc.</a:t>
            </a:r>
            <a:endParaRPr kumimoji="0" lang="en-US" sz="700" b="0" i="0" u="none" strike="noStrike" kern="1200" cap="none" spc="0" normalizeH="0" baseline="0" noProof="0">
              <a:ln>
                <a:noFill/>
              </a:ln>
              <a:solidFill>
                <a:srgbClr val="222222"/>
              </a:solidFill>
              <a:effectLst/>
              <a:uLnTx/>
              <a:uFillTx/>
              <a:latin typeface="Calibri Light"/>
              <a:ea typeface="+mn-ea"/>
              <a:cs typeface="+mn-cs"/>
            </a:endParaRPr>
          </a:p>
        </p:txBody>
      </p:sp>
    </p:spTree>
    <p:extLst>
      <p:ext uri="{BB962C8B-B14F-4D97-AF65-F5344CB8AC3E}">
        <p14:creationId xmlns:p14="http://schemas.microsoft.com/office/powerpoint/2010/main" val="1339702944"/>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 id="2147483770" r:id="rId12"/>
    <p:sldLayoutId id="2147483771" r:id="rId13"/>
    <p:sldLayoutId id="2147483772" r:id="rId14"/>
    <p:sldLayoutId id="2147483773" r:id="rId15"/>
    <p:sldLayoutId id="2147483774" r:id="rId16"/>
  </p:sldLayoutIdLst>
  <p:hf hdr="0" ftr="0" dt="0"/>
  <p:txStyles>
    <p:titleStyle>
      <a:lvl1pPr algn="l" defTabSz="914400" rtl="0" eaLnBrk="1" latinLnBrk="0" hangingPunct="1">
        <a:lnSpc>
          <a:spcPct val="100000"/>
        </a:lnSpc>
        <a:spcBef>
          <a:spcPct val="0"/>
        </a:spcBef>
        <a:buNone/>
        <a:defRPr sz="2000" kern="1200" cap="none" spc="100" baseline="0">
          <a:solidFill>
            <a:schemeClr val="tx1"/>
          </a:solidFill>
          <a:latin typeface="+mj-lt"/>
          <a:ea typeface="+mj-ea"/>
          <a:cs typeface="+mj-cs"/>
        </a:defRPr>
      </a:lvl1pPr>
    </p:titleStyle>
    <p:bodyStyle>
      <a:lvl1pPr marL="171450" indent="-171450" algn="l" defTabSz="914400" rtl="0" eaLnBrk="1" latinLnBrk="0" hangingPunct="1">
        <a:lnSpc>
          <a:spcPts val="1600"/>
        </a:lnSpc>
        <a:spcBef>
          <a:spcPts val="264"/>
        </a:spcBef>
        <a:spcAft>
          <a:spcPts val="300"/>
        </a:spcAft>
        <a:buFont typeface="Arial" panose="020B0604020202020204" pitchFamily="34" charset="0"/>
        <a:buChar char="•"/>
        <a:defRPr sz="1100" kern="1200">
          <a:solidFill>
            <a:schemeClr val="tx1"/>
          </a:solidFill>
          <a:latin typeface="+mn-lt"/>
          <a:ea typeface="+mn-ea"/>
          <a:cs typeface="+mn-cs"/>
        </a:defRPr>
      </a:lvl1pPr>
      <a:lvl2pPr marL="6286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44">
          <p15:clr>
            <a:srgbClr val="F26B43"/>
          </p15:clr>
        </p15:guide>
        <p15:guide id="2" orient="horz" pos="338">
          <p15:clr>
            <a:srgbClr val="F26B43"/>
          </p15:clr>
        </p15:guide>
        <p15:guide id="3" orient="horz" pos="680">
          <p15:clr>
            <a:srgbClr val="F26B43"/>
          </p15:clr>
        </p15:guide>
        <p15:guide id="4" orient="horz" pos="2820">
          <p15:clr>
            <a:srgbClr val="F26B43"/>
          </p15:clr>
        </p15:guide>
        <p15:guide id="5" pos="226">
          <p15:clr>
            <a:srgbClr val="F26B43"/>
          </p15:clr>
        </p15:guide>
        <p15:guide id="6" pos="5535">
          <p15:clr>
            <a:srgbClr val="F26B43"/>
          </p15:clr>
        </p15:guide>
        <p15:guide id="7" orient="horz" pos="896">
          <p15:clr>
            <a:srgbClr val="F26B43"/>
          </p15:clr>
        </p15:guide>
        <p15:guide id="8" pos="2736">
          <p15:clr>
            <a:srgbClr val="F26B43"/>
          </p15:clr>
        </p15:guide>
        <p15:guide id="9" pos="3024">
          <p15:clr>
            <a:srgbClr val="F26B43"/>
          </p15:clr>
        </p15:guide>
        <p15:guide id="10" orient="horz" pos="3036">
          <p15:clr>
            <a:srgbClr val="F26B43"/>
          </p15:clr>
        </p15:guide>
        <p15:guide id="11" orient="horz" pos="3084">
          <p15:clr>
            <a:srgbClr val="F26B43"/>
          </p15:clr>
        </p15:guide>
        <p15:guide id="12" orient="horz" pos="3180">
          <p15:clr>
            <a:srgbClr val="F26B43"/>
          </p15:clr>
        </p15:guide>
      </p15:sldGuideLst>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76CDD8"/>
            </a:gs>
            <a:gs pos="100000">
              <a:srgbClr val="FFFFFF"/>
            </a:gs>
          </a:gsLst>
          <a:lin ang="5400000" scaled="0"/>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6CF28C2-3CE2-462E-AB2C-3983F413EC67}"/>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7DE184A-6088-4BD0-9431-0313A1491B6A}"/>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49F204-DB4B-4892-BEEE-595C15B0A6C9}"/>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D539717F-9C81-4977-8630-82DBDFF7780C}" type="datetimeFigureOut">
              <a:rPr lang="en-US" smtClean="0">
                <a:solidFill>
                  <a:prstClr val="black">
                    <a:tint val="75000"/>
                  </a:prstClr>
                </a:solidFill>
              </a:rPr>
              <a:pPr/>
              <a:t>10/13/2025</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0A61999A-9ED9-49EE-B6AD-D09B1B5E2BDB}"/>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6B54CA78-A977-4E52-90DA-4C27078BC97A}"/>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B7721D9F-5710-489E-A77D-74868045607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953685691"/>
      </p:ext>
    </p:extLst>
  </p:cSld>
  <p:clrMap bg1="lt1" tx1="dk1" bg2="lt2" tx2="dk2" accent1="accent1" accent2="accent2" accent3="accent3" accent4="accent4" accent5="accent5" accent6="accent6" hlink="hlink" folHlink="folHlink"/>
  <p:sldLayoutIdLst>
    <p:sldLayoutId id="2147483776" r:id="rId1"/>
    <p:sldLayoutId id="2147483777" r:id="rId2"/>
    <p:sldLayoutId id="2147483778" r:id="rId3"/>
    <p:sldLayoutId id="2147483779" r:id="rId4"/>
    <p:sldLayoutId id="2147483780" r:id="rId5"/>
    <p:sldLayoutId id="2147483781" r:id="rId6"/>
    <p:sldLayoutId id="2147483782" r:id="rId7"/>
    <p:sldLayoutId id="2147483783" r:id="rId8"/>
    <p:sldLayoutId id="2147483784" r:id="rId9"/>
    <p:sldLayoutId id="2147483785" r:id="rId10"/>
    <p:sldLayoutId id="2147483786" r:id="rId11"/>
    <p:sldLayoutId id="2147483787" r:id="rId12"/>
    <p:sldLayoutId id="2147483788" r:id="rId13"/>
    <p:sldLayoutId id="2147483789" r:id="rId14"/>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76CDD8"/>
            </a:gs>
            <a:gs pos="100000">
              <a:srgbClr val="FFFFFF"/>
            </a:gs>
          </a:gsLst>
          <a:lin ang="5400000" scaled="0"/>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6CF28C2-3CE2-462E-AB2C-3983F413EC67}"/>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7DE184A-6088-4BD0-9431-0313A1491B6A}"/>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49F204-DB4B-4892-BEEE-595C15B0A6C9}"/>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D539717F-9C81-4977-8630-82DBDFF7780C}" type="datetimeFigureOut">
              <a:rPr lang="en-US" smtClean="0">
                <a:solidFill>
                  <a:prstClr val="black">
                    <a:tint val="75000"/>
                  </a:prstClr>
                </a:solidFill>
              </a:rPr>
              <a:pPr/>
              <a:t>10/13/2025</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0A61999A-9ED9-49EE-B6AD-D09B1B5E2BDB}"/>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6B54CA78-A977-4E52-90DA-4C27078BC97A}"/>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B7721D9F-5710-489E-A77D-74868045607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460779391"/>
      </p:ext>
    </p:extLst>
  </p:cSld>
  <p:clrMap bg1="lt1" tx1="dk1" bg2="lt2" tx2="dk2" accent1="accent1" accent2="accent2" accent3="accent3" accent4="accent4" accent5="accent5" accent6="accent6" hlink="hlink" folHlink="folHlink"/>
  <p:sldLayoutIdLst>
    <p:sldLayoutId id="2147483791" r:id="rId1"/>
    <p:sldLayoutId id="2147483792" r:id="rId2"/>
    <p:sldLayoutId id="2147483793" r:id="rId3"/>
    <p:sldLayoutId id="2147483794" r:id="rId4"/>
    <p:sldLayoutId id="2147483795" r:id="rId5"/>
    <p:sldLayoutId id="2147483796" r:id="rId6"/>
    <p:sldLayoutId id="2147483797" r:id="rId7"/>
    <p:sldLayoutId id="2147483798" r:id="rId8"/>
    <p:sldLayoutId id="2147483799" r:id="rId9"/>
    <p:sldLayoutId id="2147483800" r:id="rId10"/>
    <p:sldLayoutId id="2147483801" r:id="rId11"/>
    <p:sldLayoutId id="2147483802" r:id="rId12"/>
    <p:sldLayoutId id="2147483803" r:id="rId13"/>
    <p:sldLayoutId id="2147483804" r:id="rId14"/>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76CDD8"/>
            </a:gs>
            <a:gs pos="100000">
              <a:srgbClr val="FFFFFF"/>
            </a:gs>
          </a:gsLst>
          <a:lin ang="5400000" scaled="0"/>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6CF28C2-3CE2-462E-AB2C-3983F413EC67}"/>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7DE184A-6088-4BD0-9431-0313A1491B6A}"/>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49F204-DB4B-4892-BEEE-595C15B0A6C9}"/>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D539717F-9C81-4977-8630-82DBDFF7780C}" type="datetimeFigureOut">
              <a:rPr lang="en-US" smtClean="0">
                <a:solidFill>
                  <a:prstClr val="black">
                    <a:tint val="75000"/>
                  </a:prstClr>
                </a:solidFill>
              </a:rPr>
              <a:pPr/>
              <a:t>10/13/2025</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0A61999A-9ED9-49EE-B6AD-D09B1B5E2BDB}"/>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6B54CA78-A977-4E52-90DA-4C27078BC97A}"/>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B7721D9F-5710-489E-A77D-74868045607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73422660"/>
      </p:ext>
    </p:extLst>
  </p:cSld>
  <p:clrMap bg1="lt1" tx1="dk1" bg2="lt2" tx2="dk2" accent1="accent1" accent2="accent2" accent3="accent3" accent4="accent4" accent5="accent5" accent6="accent6" hlink="hlink" folHlink="folHlink"/>
  <p:sldLayoutIdLst>
    <p:sldLayoutId id="2147483806" r:id="rId1"/>
    <p:sldLayoutId id="2147483807" r:id="rId2"/>
    <p:sldLayoutId id="2147483808" r:id="rId3"/>
    <p:sldLayoutId id="2147483809" r:id="rId4"/>
    <p:sldLayoutId id="2147483810" r:id="rId5"/>
    <p:sldLayoutId id="2147483811" r:id="rId6"/>
    <p:sldLayoutId id="2147483812" r:id="rId7"/>
    <p:sldLayoutId id="2147483813" r:id="rId8"/>
    <p:sldLayoutId id="2147483814" r:id="rId9"/>
    <p:sldLayoutId id="2147483815" r:id="rId10"/>
    <p:sldLayoutId id="2147483816" r:id="rId11"/>
    <p:sldLayoutId id="2147483817" r:id="rId12"/>
    <p:sldLayoutId id="2147483818" r:id="rId13"/>
    <p:sldLayoutId id="2147483819" r:id="rId14"/>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76CDD8"/>
            </a:gs>
            <a:gs pos="100000">
              <a:srgbClr val="FFFFFF"/>
            </a:gs>
          </a:gsLst>
          <a:lin ang="5400000" scaled="0"/>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6CF28C2-3CE2-462E-AB2C-3983F413EC67}"/>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7DE184A-6088-4BD0-9431-0313A1491B6A}"/>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49F204-DB4B-4892-BEEE-595C15B0A6C9}"/>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D539717F-9C81-4977-8630-82DBDFF7780C}" type="datetimeFigureOut">
              <a:rPr lang="en-US" smtClean="0">
                <a:solidFill>
                  <a:prstClr val="black">
                    <a:tint val="75000"/>
                  </a:prstClr>
                </a:solidFill>
              </a:rPr>
              <a:pPr/>
              <a:t>10/13/2025</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0A61999A-9ED9-49EE-B6AD-D09B1B5E2BDB}"/>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6B54CA78-A977-4E52-90DA-4C27078BC97A}"/>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B7721D9F-5710-489E-A77D-74868045607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72858583"/>
      </p:ext>
    </p:extLst>
  </p:cSld>
  <p:clrMap bg1="lt1" tx1="dk1" bg2="lt2" tx2="dk2" accent1="accent1" accent2="accent2" accent3="accent3" accent4="accent4" accent5="accent5" accent6="accent6" hlink="hlink" folHlink="folHlink"/>
  <p:sldLayoutIdLst>
    <p:sldLayoutId id="2147483821" r:id="rId1"/>
    <p:sldLayoutId id="2147483822" r:id="rId2"/>
    <p:sldLayoutId id="2147483823" r:id="rId3"/>
    <p:sldLayoutId id="2147483824" r:id="rId4"/>
    <p:sldLayoutId id="2147483825" r:id="rId5"/>
    <p:sldLayoutId id="2147483826" r:id="rId6"/>
    <p:sldLayoutId id="2147483827" r:id="rId7"/>
    <p:sldLayoutId id="2147483828" r:id="rId8"/>
    <p:sldLayoutId id="2147483829" r:id="rId9"/>
    <p:sldLayoutId id="2147483830" r:id="rId10"/>
    <p:sldLayoutId id="2147483831" r:id="rId11"/>
    <p:sldLayoutId id="2147483832" r:id="rId12"/>
    <p:sldLayoutId id="2147483833" r:id="rId13"/>
    <p:sldLayoutId id="2147483834" r:id="rId14"/>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76CDD8"/>
            </a:gs>
            <a:gs pos="100000">
              <a:srgbClr val="FFFFFF"/>
            </a:gs>
          </a:gsLst>
          <a:lin ang="5400000" scaled="0"/>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6CF28C2-3CE2-462E-AB2C-3983F413EC67}"/>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7DE184A-6088-4BD0-9431-0313A1491B6A}"/>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49F204-DB4B-4892-BEEE-595C15B0A6C9}"/>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D539717F-9C81-4977-8630-82DBDFF7780C}" type="datetimeFigureOut">
              <a:rPr lang="en-US" smtClean="0">
                <a:solidFill>
                  <a:prstClr val="black">
                    <a:tint val="75000"/>
                  </a:prstClr>
                </a:solidFill>
              </a:rPr>
              <a:pPr/>
              <a:t>10/13/2025</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0A61999A-9ED9-49EE-B6AD-D09B1B5E2BDB}"/>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6B54CA78-A977-4E52-90DA-4C27078BC97A}"/>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B7721D9F-5710-489E-A77D-74868045607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634819993"/>
      </p:ext>
    </p:extLst>
  </p:cSld>
  <p:clrMap bg1="lt1" tx1="dk1" bg2="lt2" tx2="dk2" accent1="accent1" accent2="accent2" accent3="accent3" accent4="accent4" accent5="accent5" accent6="accent6" hlink="hlink" folHlink="folHlink"/>
  <p:sldLayoutIdLst>
    <p:sldLayoutId id="2147483836" r:id="rId1"/>
    <p:sldLayoutId id="2147483837" r:id="rId2"/>
    <p:sldLayoutId id="2147483838" r:id="rId3"/>
    <p:sldLayoutId id="2147483839" r:id="rId4"/>
    <p:sldLayoutId id="2147483840" r:id="rId5"/>
    <p:sldLayoutId id="2147483841" r:id="rId6"/>
    <p:sldLayoutId id="2147483842" r:id="rId7"/>
    <p:sldLayoutId id="2147483843" r:id="rId8"/>
    <p:sldLayoutId id="2147483844" r:id="rId9"/>
    <p:sldLayoutId id="2147483845" r:id="rId10"/>
    <p:sldLayoutId id="2147483846" r:id="rId11"/>
    <p:sldLayoutId id="2147483847" r:id="rId12"/>
    <p:sldLayoutId id="2147483848" r:id="rId13"/>
    <p:sldLayoutId id="2147483849" r:id="rId14"/>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76CDD8"/>
            </a:gs>
            <a:gs pos="100000">
              <a:srgbClr val="FFFFFF"/>
            </a:gs>
          </a:gsLst>
          <a:lin ang="5400000" scaled="0"/>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6CF28C2-3CE2-462E-AB2C-3983F413EC67}"/>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7DE184A-6088-4BD0-9431-0313A1491B6A}"/>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49F204-DB4B-4892-BEEE-595C15B0A6C9}"/>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D539717F-9C81-4977-8630-82DBDFF7780C}" type="datetimeFigureOut">
              <a:rPr lang="en-US" smtClean="0">
                <a:solidFill>
                  <a:prstClr val="black">
                    <a:tint val="75000"/>
                  </a:prstClr>
                </a:solidFill>
              </a:rPr>
              <a:pPr/>
              <a:t>10/13/2025</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0A61999A-9ED9-49EE-B6AD-D09B1B5E2BDB}"/>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6B54CA78-A977-4E52-90DA-4C27078BC97A}"/>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B7721D9F-5710-489E-A77D-74868045607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424770470"/>
      </p:ext>
    </p:extLst>
  </p:cSld>
  <p:clrMap bg1="lt1" tx1="dk1" bg2="lt2" tx2="dk2" accent1="accent1" accent2="accent2" accent3="accent3" accent4="accent4" accent5="accent5" accent6="accent6" hlink="hlink" folHlink="folHlink"/>
  <p:sldLayoutIdLst>
    <p:sldLayoutId id="2147483851" r:id="rId1"/>
    <p:sldLayoutId id="2147483852" r:id="rId2"/>
    <p:sldLayoutId id="2147483853" r:id="rId3"/>
    <p:sldLayoutId id="2147483854" r:id="rId4"/>
    <p:sldLayoutId id="2147483855" r:id="rId5"/>
    <p:sldLayoutId id="2147483856" r:id="rId6"/>
    <p:sldLayoutId id="2147483857" r:id="rId7"/>
    <p:sldLayoutId id="2147483858" r:id="rId8"/>
    <p:sldLayoutId id="2147483859" r:id="rId9"/>
    <p:sldLayoutId id="2147483860" r:id="rId10"/>
    <p:sldLayoutId id="2147483861" r:id="rId11"/>
    <p:sldLayoutId id="2147483862" r:id="rId12"/>
    <p:sldLayoutId id="2147483863" r:id="rId13"/>
    <p:sldLayoutId id="2147483864" r:id="rId14"/>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76CDD8"/>
            </a:gs>
            <a:gs pos="100000">
              <a:srgbClr val="FFFFFF"/>
            </a:gs>
          </a:gsLst>
          <a:lin ang="5400000" scaled="0"/>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6CF28C2-3CE2-462E-AB2C-3983F413EC67}"/>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7DE184A-6088-4BD0-9431-0313A1491B6A}"/>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49F204-DB4B-4892-BEEE-595C15B0A6C9}"/>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D539717F-9C81-4977-8630-82DBDFF7780C}" type="datetimeFigureOut">
              <a:rPr lang="en-US" smtClean="0">
                <a:solidFill>
                  <a:prstClr val="black">
                    <a:tint val="75000"/>
                  </a:prstClr>
                </a:solidFill>
              </a:rPr>
              <a:pPr/>
              <a:t>10/13/2025</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0A61999A-9ED9-49EE-B6AD-D09B1B5E2BDB}"/>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6B54CA78-A977-4E52-90DA-4C27078BC97A}"/>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B7721D9F-5710-489E-A77D-74868045607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239674018"/>
      </p:ext>
    </p:extLst>
  </p:cSld>
  <p:clrMap bg1="lt1" tx1="dk1" bg2="lt2" tx2="dk2" accent1="accent1" accent2="accent2" accent3="accent3" accent4="accent4" accent5="accent5" accent6="accent6" hlink="hlink" folHlink="folHlink"/>
  <p:sldLayoutIdLst>
    <p:sldLayoutId id="2147483866" r:id="rId1"/>
    <p:sldLayoutId id="2147483867" r:id="rId2"/>
    <p:sldLayoutId id="2147483868" r:id="rId3"/>
    <p:sldLayoutId id="2147483869" r:id="rId4"/>
    <p:sldLayoutId id="2147483870" r:id="rId5"/>
    <p:sldLayoutId id="2147483871" r:id="rId6"/>
    <p:sldLayoutId id="2147483872" r:id="rId7"/>
    <p:sldLayoutId id="2147483873" r:id="rId8"/>
    <p:sldLayoutId id="2147483874" r:id="rId9"/>
    <p:sldLayoutId id="2147483875" r:id="rId10"/>
    <p:sldLayoutId id="2147483876" r:id="rId11"/>
    <p:sldLayoutId id="2147483877" r:id="rId12"/>
    <p:sldLayoutId id="2147483878" r:id="rId13"/>
    <p:sldLayoutId id="2147483879" r:id="rId14"/>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0.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1.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81.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81.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106.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120.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120.xml"/><Relationship Id="rId4" Type="http://schemas.openxmlformats.org/officeDocument/2006/relationships/image" Target="../media/image16.png"/></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134.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148.xml"/><Relationship Id="rId4" Type="http://schemas.openxmlformats.org/officeDocument/2006/relationships/image" Target="../media/image16.png"/></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62.xml"/></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176.xml"/></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190.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93676" y="953712"/>
            <a:ext cx="4553758" cy="1421928"/>
          </a:xfrm>
        </p:spPr>
        <p:txBody>
          <a:bodyPr/>
          <a:lstStyle/>
          <a:p>
            <a:r>
              <a:rPr lang="hu-HU" dirty="0" smtClean="0"/>
              <a:t>Quick summary</a:t>
            </a:r>
            <a:endParaRPr lang="en-US" dirty="0"/>
          </a:p>
        </p:txBody>
      </p:sp>
      <p:sp>
        <p:nvSpPr>
          <p:cNvPr id="6" name="TextBox 5">
            <a:extLst>
              <a:ext uri="{FF2B5EF4-FFF2-40B4-BE49-F238E27FC236}">
                <a16:creationId xmlns:a16="http://schemas.microsoft.com/office/drawing/2014/main" id="{16AD212A-E369-CB46-BE9C-0744152A0BAF}"/>
              </a:ext>
            </a:extLst>
          </p:cNvPr>
          <p:cNvSpPr txBox="1"/>
          <p:nvPr/>
        </p:nvSpPr>
        <p:spPr>
          <a:xfrm>
            <a:off x="433143" y="4867516"/>
            <a:ext cx="2422187" cy="200055"/>
          </a:xfrm>
          <a:prstGeom prst="rect">
            <a:avLst/>
          </a:prstGeom>
          <a:noFill/>
        </p:spPr>
        <p:txBody>
          <a:bodyPr wrap="square" rtlCol="0">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700" dirty="0">
                <a:solidFill>
                  <a:schemeClr val="bg1"/>
                </a:solidFill>
                <a:latin typeface="+mj-lt"/>
              </a:rPr>
              <a:t>CONFIDENTIAL  |  </a:t>
            </a:r>
            <a:r>
              <a:rPr lang="en-US" sz="700" b="0" i="0" u="none" strike="noStrike" kern="1200" baseline="0" dirty="0">
                <a:solidFill>
                  <a:schemeClr val="bg1"/>
                </a:solidFill>
                <a:effectLst/>
                <a:latin typeface="+mj-lt"/>
                <a:ea typeface="+mn-ea"/>
                <a:cs typeface="+mn-cs"/>
              </a:rPr>
              <a:t>© </a:t>
            </a:r>
            <a:r>
              <a:rPr lang="en-US" sz="700" b="0" i="0" u="none" strike="noStrike" kern="1200" baseline="0" dirty="0" smtClean="0">
                <a:solidFill>
                  <a:schemeClr val="bg1"/>
                </a:solidFill>
                <a:effectLst/>
                <a:latin typeface="+mj-lt"/>
                <a:ea typeface="+mn-ea"/>
                <a:cs typeface="+mn-cs"/>
              </a:rPr>
              <a:t>202</a:t>
            </a:r>
            <a:r>
              <a:rPr lang="hu-HU" sz="700" b="0" i="0" u="none" strike="noStrike" kern="1200" baseline="0" dirty="0" smtClean="0">
                <a:solidFill>
                  <a:schemeClr val="bg1"/>
                </a:solidFill>
                <a:effectLst/>
                <a:latin typeface="+mj-lt"/>
                <a:ea typeface="+mn-ea"/>
                <a:cs typeface="+mn-cs"/>
              </a:rPr>
              <a:t>5</a:t>
            </a:r>
            <a:r>
              <a:rPr lang="en-US" sz="700" b="0" i="0" u="none" strike="noStrike" kern="1200" baseline="0" dirty="0" smtClean="0">
                <a:solidFill>
                  <a:schemeClr val="bg1"/>
                </a:solidFill>
                <a:effectLst/>
                <a:latin typeface="+mj-lt"/>
                <a:ea typeface="+mn-ea"/>
                <a:cs typeface="+mn-cs"/>
              </a:rPr>
              <a:t> </a:t>
            </a:r>
            <a:r>
              <a:rPr lang="en-US" sz="700" b="0" i="0" u="none" strike="noStrike" kern="1200" baseline="0" dirty="0">
                <a:solidFill>
                  <a:schemeClr val="bg1"/>
                </a:solidFill>
                <a:effectLst/>
                <a:latin typeface="+mj-lt"/>
                <a:ea typeface="+mn-ea"/>
                <a:cs typeface="+mn-cs"/>
              </a:rPr>
              <a:t>EPAM Systems, Inc.</a:t>
            </a:r>
            <a:endParaRPr lang="en-US" sz="700" dirty="0">
              <a:latin typeface="+mj-lt"/>
            </a:endParaRPr>
          </a:p>
        </p:txBody>
      </p:sp>
    </p:spTree>
    <p:extLst>
      <p:ext uri="{BB962C8B-B14F-4D97-AF65-F5344CB8AC3E}">
        <p14:creationId xmlns:p14="http://schemas.microsoft.com/office/powerpoint/2010/main" val="17331967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chor="ctr"/>
          <a:lstStyle/>
          <a:p>
            <a:r>
              <a:rPr lang="hu-HU" sz="1800" dirty="0" smtClean="0"/>
              <a:t>First lesson (3) summary</a:t>
            </a:r>
            <a:endParaRPr lang="hu-HU" sz="1800" dirty="0"/>
          </a:p>
        </p:txBody>
      </p:sp>
    </p:spTree>
    <p:extLst>
      <p:ext uri="{BB962C8B-B14F-4D97-AF65-F5344CB8AC3E}">
        <p14:creationId xmlns:p14="http://schemas.microsoft.com/office/powerpoint/2010/main" val="426180834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06512-2036-4D33-9165-4328D3B404D0}"/>
              </a:ext>
            </a:extLst>
          </p:cNvPr>
          <p:cNvSpPr>
            <a:spLocks noGrp="1"/>
          </p:cNvSpPr>
          <p:nvPr>
            <p:ph type="title"/>
          </p:nvPr>
        </p:nvSpPr>
        <p:spPr/>
        <p:txBody>
          <a:bodyPr/>
          <a:lstStyle/>
          <a:p>
            <a:r>
              <a:rPr lang="en-US"/>
              <a:t>Development models</a:t>
            </a:r>
          </a:p>
        </p:txBody>
      </p:sp>
      <p:sp>
        <p:nvSpPr>
          <p:cNvPr id="5" name="Slide Number Placeholder 4">
            <a:extLst>
              <a:ext uri="{FF2B5EF4-FFF2-40B4-BE49-F238E27FC236}">
                <a16:creationId xmlns:a16="http://schemas.microsoft.com/office/drawing/2014/main" id="{DB8CE0D5-5370-4EAD-95C6-C9C38FAF7E29}"/>
              </a:ext>
            </a:extLst>
          </p:cNvPr>
          <p:cNvSpPr>
            <a:spLocks noGrp="1"/>
          </p:cNvSpPr>
          <p:nvPr>
            <p:ph type="sldNum" sz="quarter" idx="4"/>
          </p:nvPr>
        </p:nvSpPr>
        <p:spPr/>
        <p:txBody>
          <a:bodyPr/>
          <a:lstStyle/>
          <a:p>
            <a:fld id="{3A707DD9-E92B-45E8-BE0A-E6B2EDF345EB}" type="slidenum">
              <a:rPr lang="en-US" smtClean="0"/>
              <a:pPr/>
              <a:t>3</a:t>
            </a:fld>
            <a:endParaRPr lang="en-US"/>
          </a:p>
        </p:txBody>
      </p:sp>
      <p:sp>
        <p:nvSpPr>
          <p:cNvPr id="7" name="Text Placeholder 3">
            <a:extLst>
              <a:ext uri="{FF2B5EF4-FFF2-40B4-BE49-F238E27FC236}">
                <a16:creationId xmlns:a16="http://schemas.microsoft.com/office/drawing/2014/main" id="{94BD0D7D-A459-4098-BAE1-8A110DD933DD}"/>
              </a:ext>
            </a:extLst>
          </p:cNvPr>
          <p:cNvSpPr txBox="1">
            <a:spLocks/>
          </p:cNvSpPr>
          <p:nvPr/>
        </p:nvSpPr>
        <p:spPr>
          <a:xfrm>
            <a:off x="357187" y="804926"/>
            <a:ext cx="8429625" cy="342900"/>
          </a:xfrm>
          <a:prstGeom prst="rect">
            <a:avLst/>
          </a:prstGeom>
        </p:spPr>
        <p:txBody>
          <a:bodyPr vert="horz" wrap="none" lIns="0" tIns="0" rIns="0" bIns="0" rtlCol="0">
            <a:noAutofit/>
          </a:bodyPr>
          <a:lstStyle>
            <a:lvl1pPr marL="0" indent="0" algn="l" defTabSz="914400" rtl="0" eaLnBrk="1" latinLnBrk="0" hangingPunct="1">
              <a:lnSpc>
                <a:spcPts val="1600"/>
              </a:lnSpc>
              <a:spcBef>
                <a:spcPts val="288"/>
              </a:spcBef>
              <a:spcAft>
                <a:spcPts val="300"/>
              </a:spcAft>
              <a:buFont typeface="Arial" panose="020B0604020202020204" pitchFamily="34" charset="0"/>
              <a:buNone/>
              <a:defRPr sz="1200" b="1" i="0" kern="1200" cap="all" spc="200" baseline="0">
                <a:solidFill>
                  <a:schemeClr val="accent2"/>
                </a:solidFill>
                <a:latin typeface="+mn-lt"/>
                <a:ea typeface="+mn-ea"/>
                <a:cs typeface="+mn-cs"/>
              </a:defRPr>
            </a:lvl1pPr>
            <a:lvl2pPr marL="6286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8775" indent="-358775"/>
            <a:r>
              <a:rPr lang="hu-HU" altLang="en-US" sz="1800"/>
              <a:t>Agile</a:t>
            </a:r>
            <a:endParaRPr lang="en-US" sz="1800"/>
          </a:p>
        </p:txBody>
      </p:sp>
      <p:sp>
        <p:nvSpPr>
          <p:cNvPr id="9" name="Content Placeholder 5">
            <a:extLst>
              <a:ext uri="{FF2B5EF4-FFF2-40B4-BE49-F238E27FC236}">
                <a16:creationId xmlns:a16="http://schemas.microsoft.com/office/drawing/2014/main" id="{96E2460F-395C-4FBB-864E-73DAD5796919}"/>
              </a:ext>
            </a:extLst>
          </p:cNvPr>
          <p:cNvSpPr>
            <a:spLocks noGrp="1"/>
          </p:cNvSpPr>
          <p:nvPr>
            <p:ph sz="quarter" idx="10"/>
          </p:nvPr>
        </p:nvSpPr>
        <p:spPr>
          <a:xfrm>
            <a:off x="357188" y="1422400"/>
            <a:ext cx="8536089" cy="1519903"/>
          </a:xfrm>
        </p:spPr>
        <p:txBody>
          <a:bodyPr/>
          <a:lstStyle/>
          <a:p>
            <a:r>
              <a:rPr lang="en-US"/>
              <a:t>“Agile”, the word has been applied around 2001 for building software in a </a:t>
            </a:r>
            <a:r>
              <a:rPr lang="en-US" b="1" cap="all" spc="200">
                <a:solidFill>
                  <a:schemeClr val="accent2"/>
                </a:solidFill>
                <a:latin typeface="+mn-lt"/>
              </a:rPr>
              <a:t>non-traditional way</a:t>
            </a:r>
            <a:endParaRPr lang="hu-HU" b="1" cap="all" spc="200">
              <a:solidFill>
                <a:schemeClr val="accent2"/>
              </a:solidFill>
              <a:latin typeface="+mn-lt"/>
            </a:endParaRPr>
          </a:p>
          <a:p>
            <a:r>
              <a:rPr lang="en-US"/>
              <a:t>Features:</a:t>
            </a:r>
            <a:endParaRPr lang="hu-HU"/>
          </a:p>
          <a:p>
            <a:pPr lvl="1"/>
            <a:r>
              <a:rPr lang="hu-HU" altLang="en-US" b="1" cap="all" spc="200">
                <a:solidFill>
                  <a:schemeClr val="accent2"/>
                </a:solidFill>
              </a:rPr>
              <a:t>low ceremony </a:t>
            </a:r>
            <a:r>
              <a:rPr lang="en-US"/>
              <a:t>(fewer procedures, documents)</a:t>
            </a:r>
            <a:endParaRPr lang="hu-HU"/>
          </a:p>
          <a:p>
            <a:pPr lvl="1"/>
            <a:r>
              <a:rPr lang="en-US"/>
              <a:t>more </a:t>
            </a:r>
            <a:r>
              <a:rPr lang="en-US" b="1" cap="all" spc="200">
                <a:solidFill>
                  <a:schemeClr val="accent2"/>
                </a:solidFill>
              </a:rPr>
              <a:t>effective</a:t>
            </a:r>
            <a:r>
              <a:rPr lang="en-US"/>
              <a:t> resource usage</a:t>
            </a:r>
            <a:endParaRPr lang="hu-HU"/>
          </a:p>
          <a:p>
            <a:pPr lvl="1"/>
            <a:r>
              <a:rPr lang="en-US" b="1" cap="all" spc="200">
                <a:solidFill>
                  <a:schemeClr val="accent2"/>
                </a:solidFill>
              </a:rPr>
              <a:t>focused</a:t>
            </a:r>
            <a:r>
              <a:rPr lang="en-US"/>
              <a:t> on customer and changes</a:t>
            </a:r>
            <a:endParaRPr lang="hu-HU"/>
          </a:p>
          <a:p>
            <a:pPr lvl="1"/>
            <a:r>
              <a:rPr lang="en-US" b="1" cap="all" spc="200">
                <a:solidFill>
                  <a:schemeClr val="accent2"/>
                </a:solidFill>
              </a:rPr>
              <a:t>rapid</a:t>
            </a:r>
            <a:r>
              <a:rPr lang="en-US"/>
              <a:t> development and feedback</a:t>
            </a:r>
            <a:endParaRPr lang="hu-HU"/>
          </a:p>
          <a:p>
            <a:pPr marL="0" indent="0" algn="ctr">
              <a:buNone/>
            </a:pPr>
            <a:endParaRPr lang="en-US"/>
          </a:p>
        </p:txBody>
      </p:sp>
      <p:sp>
        <p:nvSpPr>
          <p:cNvPr id="10" name="Content Placeholder 5">
            <a:extLst>
              <a:ext uri="{FF2B5EF4-FFF2-40B4-BE49-F238E27FC236}">
                <a16:creationId xmlns:a16="http://schemas.microsoft.com/office/drawing/2014/main" id="{0A025226-395D-44BF-8D13-3FB8EF1AC842}"/>
              </a:ext>
            </a:extLst>
          </p:cNvPr>
          <p:cNvSpPr txBox="1">
            <a:spLocks/>
          </p:cNvSpPr>
          <p:nvPr/>
        </p:nvSpPr>
        <p:spPr>
          <a:xfrm>
            <a:off x="357187" y="2942302"/>
            <a:ext cx="3941967" cy="1519903"/>
          </a:xfrm>
          <a:prstGeom prst="rect">
            <a:avLst/>
          </a:prstGeom>
        </p:spPr>
        <p:txBody>
          <a:bodyPr vert="horz" lIns="0" tIns="0" rIns="0" bIns="0" rtlCol="0" anchor="t">
            <a:noAutofit/>
          </a:bodyPr>
          <a:lstStyle>
            <a:lvl1pPr marL="171450" marR="0" indent="-171450" algn="l" defTabSz="914400" rtl="0" eaLnBrk="1" fontAlgn="auto" latinLnBrk="0" hangingPunct="1">
              <a:lnSpc>
                <a:spcPts val="1600"/>
              </a:lnSpc>
              <a:spcBef>
                <a:spcPts val="264"/>
              </a:spcBef>
              <a:spcAft>
                <a:spcPts val="300"/>
              </a:spcAft>
              <a:buClrTx/>
              <a:buSzTx/>
              <a:buFont typeface="Arial" panose="020B0604020202020204" pitchFamily="34" charset="0"/>
              <a:buChar char="•"/>
              <a:tabLst/>
              <a:defRPr sz="1100" kern="1200">
                <a:solidFill>
                  <a:schemeClr val="tx1"/>
                </a:solidFill>
                <a:latin typeface="+mj-lt"/>
                <a:ea typeface="+mn-ea"/>
                <a:cs typeface="+mn-cs"/>
              </a:defRPr>
            </a:lvl1pPr>
            <a:lvl2pPr marL="6286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Customer Satisfaction</a:t>
            </a:r>
            <a:endParaRPr lang="hu-HU"/>
          </a:p>
          <a:p>
            <a:r>
              <a:rPr lang="en-GB"/>
              <a:t>An approach to building software, in which the overall lifecycle is composed of several iterations in sequence </a:t>
            </a:r>
          </a:p>
          <a:p>
            <a:r>
              <a:rPr lang="en-GB"/>
              <a:t>Each iteration is a self-contained mini-project composed of activities such as </a:t>
            </a:r>
            <a:r>
              <a:rPr lang="en-GB" b="1" dirty="0"/>
              <a:t>requirements analysis</a:t>
            </a:r>
            <a:r>
              <a:rPr lang="en-GB"/>
              <a:t>, </a:t>
            </a:r>
            <a:r>
              <a:rPr lang="en-GB" b="1" dirty="0"/>
              <a:t>design</a:t>
            </a:r>
            <a:r>
              <a:rPr lang="en-GB"/>
              <a:t>, </a:t>
            </a:r>
            <a:r>
              <a:rPr lang="en-GB" b="1" dirty="0"/>
              <a:t>programming</a:t>
            </a:r>
            <a:r>
              <a:rPr lang="en-GB"/>
              <a:t>, and </a:t>
            </a:r>
            <a:r>
              <a:rPr lang="en-GB" b="1" dirty="0"/>
              <a:t>test</a:t>
            </a:r>
            <a:endParaRPr lang="hu-HU" b="1" dirty="0"/>
          </a:p>
          <a:p>
            <a:r>
              <a:rPr lang="en-GB"/>
              <a:t>The system grows incrementally</a:t>
            </a:r>
            <a:endParaRPr lang="en-US"/>
          </a:p>
        </p:txBody>
      </p:sp>
      <p:sp>
        <p:nvSpPr>
          <p:cNvPr id="11" name="TextBox 10">
            <a:extLst>
              <a:ext uri="{FF2B5EF4-FFF2-40B4-BE49-F238E27FC236}">
                <a16:creationId xmlns:a16="http://schemas.microsoft.com/office/drawing/2014/main" id="{75566065-950B-4EF0-AA98-F45A5175A3CE}"/>
              </a:ext>
            </a:extLst>
          </p:cNvPr>
          <p:cNvSpPr txBox="1"/>
          <p:nvPr/>
        </p:nvSpPr>
        <p:spPr>
          <a:xfrm>
            <a:off x="926694" y="4874178"/>
            <a:ext cx="2422187" cy="200055"/>
          </a:xfrm>
          <a:prstGeom prst="rect">
            <a:avLst/>
          </a:prstGeom>
          <a:solidFill>
            <a:srgbClr val="133C41"/>
          </a:solidFill>
        </p:spPr>
        <p:txBody>
          <a:bodyPr wrap="square" lIns="91440" tIns="45720" rIns="91440" bIns="45720" rtlCol="0" anchor="t">
            <a:spAutoFit/>
          </a:bodyPr>
          <a:lstStyle/>
          <a:p>
            <a:pPr>
              <a:defRPr/>
            </a:pPr>
            <a:r>
              <a:rPr lang="en-US" sz="700" dirty="0">
                <a:solidFill>
                  <a:schemeClr val="bg1"/>
                </a:solidFill>
                <a:latin typeface="+mj-lt"/>
              </a:rPr>
              <a:t>CONFIDENTIAL  |  </a:t>
            </a:r>
            <a:r>
              <a:rPr lang="en-US" sz="700" b="0" i="0" u="none" strike="noStrike" kern="1200" baseline="0" dirty="0">
                <a:solidFill>
                  <a:schemeClr val="bg1"/>
                </a:solidFill>
                <a:effectLst/>
                <a:latin typeface="+mj-lt"/>
                <a:ea typeface="+mn-ea"/>
                <a:cs typeface="+mn-cs"/>
              </a:rPr>
              <a:t>© </a:t>
            </a:r>
            <a:r>
              <a:rPr lang="en-US" sz="700" dirty="0">
                <a:solidFill>
                  <a:schemeClr val="bg1"/>
                </a:solidFill>
                <a:latin typeface="+mj-lt"/>
              </a:rPr>
              <a:t>20</a:t>
            </a:r>
            <a:r>
              <a:rPr lang="hu-HU" sz="700" dirty="0">
                <a:solidFill>
                  <a:schemeClr val="bg1"/>
                </a:solidFill>
                <a:latin typeface="+mj-lt"/>
              </a:rPr>
              <a:t>2</a:t>
            </a:r>
            <a:r>
              <a:rPr lang="en-US" sz="700" dirty="0">
                <a:solidFill>
                  <a:schemeClr val="bg1"/>
                </a:solidFill>
                <a:latin typeface="+mj-lt"/>
              </a:rPr>
              <a:t>2</a:t>
            </a:r>
            <a:r>
              <a:rPr lang="en-US" sz="700" b="0" i="0" u="none" strike="noStrike" kern="1200" baseline="0" dirty="0">
                <a:solidFill>
                  <a:schemeClr val="bg1"/>
                </a:solidFill>
                <a:effectLst/>
                <a:latin typeface="+mj-lt"/>
                <a:ea typeface="+mn-ea"/>
                <a:cs typeface="+mn-cs"/>
              </a:rPr>
              <a:t> EPAM Systems, Inc.</a:t>
            </a:r>
            <a:endParaRPr lang="en-US" sz="700" dirty="0">
              <a:solidFill>
                <a:schemeClr val="bg1"/>
              </a:solidFill>
              <a:latin typeface="+mj-lt"/>
            </a:endParaRPr>
          </a:p>
        </p:txBody>
      </p:sp>
      <p:pic>
        <p:nvPicPr>
          <p:cNvPr id="3" name="Picture 3" descr="A picture containing text, book&#10;&#10;Description automatically generated">
            <a:extLst>
              <a:ext uri="{FF2B5EF4-FFF2-40B4-BE49-F238E27FC236}">
                <a16:creationId xmlns:a16="http://schemas.microsoft.com/office/drawing/2014/main" id="{8C19BD0B-A9AC-59F8-4610-E0CBD655A0AE}"/>
              </a:ext>
            </a:extLst>
          </p:cNvPr>
          <p:cNvPicPr>
            <a:picLocks noChangeAspect="1"/>
          </p:cNvPicPr>
          <p:nvPr/>
        </p:nvPicPr>
        <p:blipFill>
          <a:blip r:embed="rId2"/>
          <a:stretch>
            <a:fillRect/>
          </a:stretch>
        </p:blipFill>
        <p:spPr>
          <a:xfrm>
            <a:off x="5997743" y="1780163"/>
            <a:ext cx="2901114" cy="2756253"/>
          </a:xfrm>
          <a:prstGeom prst="rect">
            <a:avLst/>
          </a:prstGeom>
        </p:spPr>
      </p:pic>
    </p:spTree>
    <p:extLst>
      <p:ext uri="{BB962C8B-B14F-4D97-AF65-F5344CB8AC3E}">
        <p14:creationId xmlns:p14="http://schemas.microsoft.com/office/powerpoint/2010/main" val="10082299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b="1" err="1">
                <a:solidFill>
                  <a:schemeClr val="tx1"/>
                </a:solidFill>
              </a:rPr>
              <a:t>DoR</a:t>
            </a:r>
            <a:r>
              <a:rPr lang="en-US" sz="2400" b="1">
                <a:solidFill>
                  <a:schemeClr val="tx1"/>
                </a:solidFill>
              </a:rPr>
              <a:t> and DoD</a:t>
            </a:r>
            <a:endParaRPr lang="en-US" sz="2400" b="1"/>
          </a:p>
        </p:txBody>
      </p:sp>
      <p:sp>
        <p:nvSpPr>
          <p:cNvPr id="5" name="Content Placeholder 4">
            <a:extLst>
              <a:ext uri="{FF2B5EF4-FFF2-40B4-BE49-F238E27FC236}">
                <a16:creationId xmlns:a16="http://schemas.microsoft.com/office/drawing/2014/main" id="{B57784B4-9D1B-4D59-B124-D9412F5940C9}"/>
              </a:ext>
            </a:extLst>
          </p:cNvPr>
          <p:cNvSpPr>
            <a:spLocks noGrp="1"/>
          </p:cNvSpPr>
          <p:nvPr>
            <p:ph sz="quarter" idx="10"/>
          </p:nvPr>
        </p:nvSpPr>
        <p:spPr>
          <a:xfrm>
            <a:off x="357186" y="1302707"/>
            <a:ext cx="8429625" cy="3450920"/>
          </a:xfrm>
        </p:spPr>
        <p:txBody>
          <a:bodyPr/>
          <a:lstStyle/>
          <a:p>
            <a:r>
              <a:rPr lang="en-US" sz="2000">
                <a:solidFill>
                  <a:srgbClr val="54595F"/>
                </a:solidFill>
                <a:latin typeface="Open Sans" panose="020B0606030504020204" pitchFamily="34" charset="0"/>
              </a:rPr>
              <a:t>Definition of Ready:</a:t>
            </a:r>
          </a:p>
          <a:p>
            <a:pPr lvl="1"/>
            <a:r>
              <a:rPr lang="en-US" sz="2000" b="0" i="0">
                <a:solidFill>
                  <a:srgbClr val="54595F"/>
                </a:solidFill>
                <a:effectLst/>
                <a:latin typeface="Open Sans" panose="020B0606030504020204" pitchFamily="34" charset="0"/>
              </a:rPr>
              <a:t>These are the criteria that the Product Backlog Items must meet to be planned for the upcoming Sprints.</a:t>
            </a:r>
            <a:br>
              <a:rPr lang="en-US" sz="2000" b="0" i="0">
                <a:solidFill>
                  <a:srgbClr val="54595F"/>
                </a:solidFill>
                <a:effectLst/>
                <a:latin typeface="Open Sans" panose="020B0606030504020204" pitchFamily="34" charset="0"/>
              </a:rPr>
            </a:br>
            <a:r>
              <a:rPr lang="en-US" sz="2000" b="0" i="0">
                <a:solidFill>
                  <a:srgbClr val="54595F"/>
                </a:solidFill>
                <a:effectLst/>
                <a:latin typeface="Open Sans" panose="020B0606030504020204" pitchFamily="34" charset="0"/>
              </a:rPr>
              <a:t>For example, “Performance criteria must be written for the task.”</a:t>
            </a:r>
            <a:br>
              <a:rPr lang="en-US" sz="2000" b="0" i="0">
                <a:solidFill>
                  <a:srgbClr val="54595F"/>
                </a:solidFill>
                <a:effectLst/>
                <a:latin typeface="Open Sans" panose="020B0606030504020204" pitchFamily="34" charset="0"/>
              </a:rPr>
            </a:br>
            <a:endParaRPr lang="en-US" sz="2000" b="0" i="0">
              <a:solidFill>
                <a:srgbClr val="54595F"/>
              </a:solidFill>
              <a:effectLst/>
              <a:latin typeface="Open Sans" panose="020B0606030504020204" pitchFamily="34" charset="0"/>
            </a:endParaRPr>
          </a:p>
          <a:p>
            <a:r>
              <a:rPr lang="en-US" sz="2000">
                <a:solidFill>
                  <a:srgbClr val="54595F"/>
                </a:solidFill>
                <a:latin typeface="Open Sans" panose="020B0606030504020204" pitchFamily="34" charset="0"/>
              </a:rPr>
              <a:t>Definition of Done:</a:t>
            </a:r>
          </a:p>
          <a:p>
            <a:pPr lvl="1"/>
            <a:r>
              <a:rPr lang="en-US" sz="2000" b="0" i="0">
                <a:solidFill>
                  <a:srgbClr val="54595F"/>
                </a:solidFill>
                <a:effectLst/>
                <a:latin typeface="Open Sans" panose="020B0606030504020204" pitchFamily="34" charset="0"/>
              </a:rPr>
              <a:t>DoD is a checklist that helps you to acknowledge that the feature is finalized.</a:t>
            </a:r>
            <a:br>
              <a:rPr lang="en-US" sz="2000" b="0" i="0">
                <a:solidFill>
                  <a:srgbClr val="54595F"/>
                </a:solidFill>
                <a:effectLst/>
                <a:latin typeface="Open Sans" panose="020B0606030504020204" pitchFamily="34" charset="0"/>
              </a:rPr>
            </a:br>
            <a:r>
              <a:rPr lang="en-US" sz="2000" b="0" i="0">
                <a:solidFill>
                  <a:srgbClr val="54595F"/>
                </a:solidFill>
                <a:effectLst/>
                <a:latin typeface="Open Sans" panose="020B0606030504020204" pitchFamily="34" charset="0"/>
              </a:rPr>
              <a:t>For example, “The related unit/service and UI tests should be implemented.”</a:t>
            </a:r>
          </a:p>
          <a:p>
            <a:pPr lvl="1"/>
            <a:endParaRPr lang="en-US" b="0" i="0">
              <a:solidFill>
                <a:srgbClr val="54595F"/>
              </a:solidFill>
              <a:effectLst/>
              <a:latin typeface="Open Sans" panose="020B0606030504020204" pitchFamily="34" charset="0"/>
            </a:endParaRPr>
          </a:p>
        </p:txBody>
      </p:sp>
      <p:sp>
        <p:nvSpPr>
          <p:cNvPr id="6" name="Content Placeholder 4">
            <a:extLst>
              <a:ext uri="{FF2B5EF4-FFF2-40B4-BE49-F238E27FC236}">
                <a16:creationId xmlns:a16="http://schemas.microsoft.com/office/drawing/2014/main" id="{FBEE566A-82B7-4E17-A04B-D0E4249A05E9}"/>
              </a:ext>
            </a:extLst>
          </p:cNvPr>
          <p:cNvSpPr txBox="1">
            <a:spLocks/>
          </p:cNvSpPr>
          <p:nvPr/>
        </p:nvSpPr>
        <p:spPr>
          <a:xfrm>
            <a:off x="357187" y="1048009"/>
            <a:ext cx="8429625" cy="1627079"/>
          </a:xfrm>
          <a:prstGeom prst="rect">
            <a:avLst/>
          </a:prstGeom>
        </p:spPr>
        <p:txBody>
          <a:bodyPr vert="horz" lIns="0" tIns="0" rIns="0" bIns="0" rtlCol="0">
            <a:noAutofit/>
          </a:bodyPr>
          <a:lstStyle>
            <a:lvl1pPr marL="171450" marR="0" indent="-171450" algn="l" defTabSz="914400" rtl="0" eaLnBrk="1" fontAlgn="auto" latinLnBrk="0" hangingPunct="1">
              <a:lnSpc>
                <a:spcPts val="1600"/>
              </a:lnSpc>
              <a:spcBef>
                <a:spcPts val="264"/>
              </a:spcBef>
              <a:spcAft>
                <a:spcPts val="300"/>
              </a:spcAft>
              <a:buClrTx/>
              <a:buSzTx/>
              <a:buFont typeface="Arial" panose="020B0604020202020204" pitchFamily="34" charset="0"/>
              <a:buChar char="•"/>
              <a:tabLst/>
              <a:defRPr sz="1100" kern="1200">
                <a:solidFill>
                  <a:schemeClr val="tx1"/>
                </a:solidFill>
                <a:latin typeface="+mj-lt"/>
                <a:ea typeface="+mn-ea"/>
                <a:cs typeface="+mn-cs"/>
              </a:defRPr>
            </a:lvl1pPr>
            <a:lvl2pPr marL="6286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7" name="Content Placeholder 4">
            <a:extLst>
              <a:ext uri="{FF2B5EF4-FFF2-40B4-BE49-F238E27FC236}">
                <a16:creationId xmlns:a16="http://schemas.microsoft.com/office/drawing/2014/main" id="{863DC00F-725D-4A6B-9CB5-AD2090B69AE8}"/>
              </a:ext>
            </a:extLst>
          </p:cNvPr>
          <p:cNvSpPr txBox="1">
            <a:spLocks/>
          </p:cNvSpPr>
          <p:nvPr/>
        </p:nvSpPr>
        <p:spPr>
          <a:xfrm>
            <a:off x="509588" y="3002070"/>
            <a:ext cx="8429625" cy="1627079"/>
          </a:xfrm>
          <a:prstGeom prst="rect">
            <a:avLst/>
          </a:prstGeom>
        </p:spPr>
        <p:txBody>
          <a:bodyPr vert="horz" lIns="0" tIns="0" rIns="0" bIns="0" rtlCol="0">
            <a:noAutofit/>
          </a:bodyPr>
          <a:lstStyle>
            <a:lvl1pPr marL="171450" marR="0" indent="-171450" algn="l" defTabSz="914400" rtl="0" eaLnBrk="1" fontAlgn="auto" latinLnBrk="0" hangingPunct="1">
              <a:lnSpc>
                <a:spcPts val="1600"/>
              </a:lnSpc>
              <a:spcBef>
                <a:spcPts val="264"/>
              </a:spcBef>
              <a:spcAft>
                <a:spcPts val="300"/>
              </a:spcAft>
              <a:buClrTx/>
              <a:buSzTx/>
              <a:buFont typeface="Arial" panose="020B0604020202020204" pitchFamily="34" charset="0"/>
              <a:buChar char="•"/>
              <a:tabLst/>
              <a:defRPr sz="1100" kern="1200">
                <a:solidFill>
                  <a:schemeClr val="tx1"/>
                </a:solidFill>
                <a:latin typeface="+mj-lt"/>
                <a:ea typeface="+mn-ea"/>
                <a:cs typeface="+mn-cs"/>
              </a:defRPr>
            </a:lvl1pPr>
            <a:lvl2pPr marL="6286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3" name="TextBox 2">
            <a:extLst>
              <a:ext uri="{FF2B5EF4-FFF2-40B4-BE49-F238E27FC236}">
                <a16:creationId xmlns:a16="http://schemas.microsoft.com/office/drawing/2014/main" id="{FAD88070-EA53-D49F-4654-44C485917A70}"/>
              </a:ext>
            </a:extLst>
          </p:cNvPr>
          <p:cNvSpPr txBox="1"/>
          <p:nvPr/>
        </p:nvSpPr>
        <p:spPr>
          <a:xfrm>
            <a:off x="926694" y="4874178"/>
            <a:ext cx="2422187" cy="200055"/>
          </a:xfrm>
          <a:prstGeom prst="rect">
            <a:avLst/>
          </a:prstGeom>
          <a:solidFill>
            <a:srgbClr val="133C41"/>
          </a:solidFill>
        </p:spPr>
        <p:txBody>
          <a:bodyPr wrap="square" lIns="91440" tIns="45720" rIns="91440" bIns="45720" rtlCol="0" anchor="t">
            <a:spAutoFit/>
          </a:bodyPr>
          <a:lstStyle/>
          <a:p>
            <a:pPr>
              <a:defRPr/>
            </a:pPr>
            <a:r>
              <a:rPr lang="en-US" sz="700" dirty="0">
                <a:solidFill>
                  <a:schemeClr val="bg1"/>
                </a:solidFill>
                <a:latin typeface="+mj-lt"/>
              </a:rPr>
              <a:t>CONFIDENTIAL  |  </a:t>
            </a:r>
            <a:r>
              <a:rPr lang="en-US" sz="700" b="0" i="0" u="none" strike="noStrike" kern="1200" baseline="0" dirty="0">
                <a:solidFill>
                  <a:schemeClr val="bg1"/>
                </a:solidFill>
                <a:effectLst/>
                <a:latin typeface="+mj-lt"/>
                <a:ea typeface="+mn-ea"/>
                <a:cs typeface="+mn-cs"/>
              </a:rPr>
              <a:t>© </a:t>
            </a:r>
            <a:r>
              <a:rPr lang="en-US" sz="700" dirty="0">
                <a:solidFill>
                  <a:schemeClr val="bg1"/>
                </a:solidFill>
                <a:latin typeface="+mj-lt"/>
              </a:rPr>
              <a:t>202</a:t>
            </a:r>
            <a:r>
              <a:rPr lang="hu-HU" sz="700" dirty="0">
                <a:solidFill>
                  <a:schemeClr val="bg1"/>
                </a:solidFill>
                <a:latin typeface="+mj-lt"/>
              </a:rPr>
              <a:t>2</a:t>
            </a:r>
            <a:r>
              <a:rPr lang="en-US" sz="700" b="0" i="0" u="none" strike="noStrike" kern="1200" baseline="0" dirty="0">
                <a:solidFill>
                  <a:schemeClr val="bg1"/>
                </a:solidFill>
                <a:effectLst/>
                <a:latin typeface="+mj-lt"/>
                <a:ea typeface="+mn-ea"/>
                <a:cs typeface="+mn-cs"/>
              </a:rPr>
              <a:t> EPAM Systems, Inc.</a:t>
            </a:r>
            <a:endParaRPr lang="en-US" sz="700" dirty="0">
              <a:solidFill>
                <a:schemeClr val="bg1"/>
              </a:solidFill>
              <a:latin typeface="+mj-lt"/>
            </a:endParaRPr>
          </a:p>
        </p:txBody>
      </p:sp>
    </p:spTree>
    <p:extLst>
      <p:ext uri="{BB962C8B-B14F-4D97-AF65-F5344CB8AC3E}">
        <p14:creationId xmlns:p14="http://schemas.microsoft.com/office/powerpoint/2010/main" val="42435383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b="1">
                <a:solidFill>
                  <a:schemeClr val="tx1"/>
                </a:solidFill>
              </a:rPr>
              <a:t>Requirement management</a:t>
            </a:r>
            <a:endParaRPr lang="en-US" sz="2400" b="1"/>
          </a:p>
        </p:txBody>
      </p:sp>
      <p:sp>
        <p:nvSpPr>
          <p:cNvPr id="3" name="Content Placeholder 2"/>
          <p:cNvSpPr>
            <a:spLocks noGrp="1"/>
          </p:cNvSpPr>
          <p:nvPr>
            <p:ph sz="quarter" idx="10"/>
          </p:nvPr>
        </p:nvSpPr>
        <p:spPr>
          <a:xfrm>
            <a:off x="357188" y="1028700"/>
            <a:ext cx="8429625" cy="3448050"/>
          </a:xfrm>
        </p:spPr>
        <p:txBody>
          <a:bodyPr/>
          <a:lstStyle/>
          <a:p>
            <a:pPr algn="just">
              <a:lnSpc>
                <a:spcPct val="100000"/>
              </a:lnSpc>
            </a:pPr>
            <a:r>
              <a:rPr lang="en-US" sz="1800" dirty="0">
                <a:solidFill>
                  <a:schemeClr val="tx1"/>
                </a:solidFill>
              </a:rPr>
              <a:t>Requirements management is the process of documenting, analyzing, tracing, prioritizing and agreeing on requirements and then controlling change and communicating to relevant stakeholders. It is a </a:t>
            </a:r>
            <a:r>
              <a:rPr lang="en-US" sz="1800" b="1" dirty="0">
                <a:solidFill>
                  <a:schemeClr val="tx1"/>
                </a:solidFill>
              </a:rPr>
              <a:t>continuous process</a:t>
            </a:r>
            <a:r>
              <a:rPr lang="en-US" sz="1800" dirty="0">
                <a:solidFill>
                  <a:schemeClr val="tx1"/>
                </a:solidFill>
              </a:rPr>
              <a:t> throughout a project. A requirement is a capability to which a project outcome (product or service) should conform.</a:t>
            </a:r>
            <a:endParaRPr lang="hu-HU" sz="1800" dirty="0">
              <a:solidFill>
                <a:schemeClr val="tx1"/>
              </a:solidFill>
            </a:endParaRPr>
          </a:p>
          <a:p>
            <a:pPr algn="just">
              <a:lnSpc>
                <a:spcPct val="100000"/>
              </a:lnSpc>
            </a:pPr>
            <a:endParaRPr lang="en-US" sz="1800" dirty="0">
              <a:solidFill>
                <a:schemeClr val="tx1"/>
              </a:solidFill>
            </a:endParaRPr>
          </a:p>
          <a:p>
            <a:pPr algn="just">
              <a:lnSpc>
                <a:spcPct val="100000"/>
              </a:lnSpc>
            </a:pPr>
            <a:r>
              <a:rPr lang="en-US" sz="1800" dirty="0">
                <a:solidFill>
                  <a:schemeClr val="tx1"/>
                </a:solidFill>
              </a:rPr>
              <a:t>In today’s world of development, it becomes utterly necessary to track changes in the requirement at every step, automatically. Audit trail of requirements is done more efficiently with the involvement of tools.</a:t>
            </a:r>
          </a:p>
        </p:txBody>
      </p:sp>
      <p:sp>
        <p:nvSpPr>
          <p:cNvPr id="4" name="TextBox 3">
            <a:extLst>
              <a:ext uri="{FF2B5EF4-FFF2-40B4-BE49-F238E27FC236}">
                <a16:creationId xmlns:a16="http://schemas.microsoft.com/office/drawing/2014/main" id="{BC966CD4-A060-3E35-E564-B8399FC04C37}"/>
              </a:ext>
            </a:extLst>
          </p:cNvPr>
          <p:cNvSpPr txBox="1"/>
          <p:nvPr/>
        </p:nvSpPr>
        <p:spPr>
          <a:xfrm>
            <a:off x="926694" y="4874178"/>
            <a:ext cx="2422187" cy="200055"/>
          </a:xfrm>
          <a:prstGeom prst="rect">
            <a:avLst/>
          </a:prstGeom>
          <a:solidFill>
            <a:srgbClr val="133C41"/>
          </a:solidFill>
        </p:spPr>
        <p:txBody>
          <a:bodyPr wrap="square" lIns="91440" tIns="45720" rIns="91440" bIns="45720" rtlCol="0" anchor="t">
            <a:spAutoFit/>
          </a:bodyPr>
          <a:lstStyle/>
          <a:p>
            <a:pPr>
              <a:defRPr/>
            </a:pPr>
            <a:r>
              <a:rPr lang="en-US" sz="700" dirty="0">
                <a:solidFill>
                  <a:schemeClr val="bg1"/>
                </a:solidFill>
                <a:latin typeface="+mj-lt"/>
              </a:rPr>
              <a:t>CONFIDENTIAL  |  </a:t>
            </a:r>
            <a:r>
              <a:rPr lang="en-US" sz="700" b="0" i="0" u="none" strike="noStrike" kern="1200" baseline="0" dirty="0">
                <a:solidFill>
                  <a:schemeClr val="bg1"/>
                </a:solidFill>
                <a:effectLst/>
                <a:latin typeface="+mj-lt"/>
                <a:ea typeface="+mn-ea"/>
                <a:cs typeface="+mn-cs"/>
              </a:rPr>
              <a:t>© </a:t>
            </a:r>
            <a:r>
              <a:rPr lang="en-US" sz="700" dirty="0">
                <a:solidFill>
                  <a:schemeClr val="bg1"/>
                </a:solidFill>
                <a:latin typeface="+mj-lt"/>
              </a:rPr>
              <a:t>202</a:t>
            </a:r>
            <a:r>
              <a:rPr lang="hu-HU" sz="700" dirty="0">
                <a:solidFill>
                  <a:schemeClr val="bg1"/>
                </a:solidFill>
                <a:latin typeface="+mj-lt"/>
              </a:rPr>
              <a:t>2</a:t>
            </a:r>
            <a:r>
              <a:rPr lang="en-US" sz="700" b="0" i="0" u="none" strike="noStrike" kern="1200" baseline="0" dirty="0">
                <a:solidFill>
                  <a:schemeClr val="bg1"/>
                </a:solidFill>
                <a:effectLst/>
                <a:latin typeface="+mj-lt"/>
                <a:ea typeface="+mn-ea"/>
                <a:cs typeface="+mn-cs"/>
              </a:rPr>
              <a:t> EPAM Systems, Inc.</a:t>
            </a:r>
            <a:endParaRPr lang="en-US" sz="700" dirty="0">
              <a:solidFill>
                <a:schemeClr val="bg1"/>
              </a:solidFill>
              <a:latin typeface="+mj-lt"/>
            </a:endParaRPr>
          </a:p>
        </p:txBody>
      </p:sp>
    </p:spTree>
    <p:extLst>
      <p:ext uri="{BB962C8B-B14F-4D97-AF65-F5344CB8AC3E}">
        <p14:creationId xmlns:p14="http://schemas.microsoft.com/office/powerpoint/2010/main" val="23062154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b="1" dirty="0">
                <a:solidFill>
                  <a:schemeClr val="tx1"/>
                </a:solidFill>
              </a:rPr>
              <a:t>Atlassian Jira</a:t>
            </a:r>
            <a:endParaRPr lang="en-US" sz="2400" b="1" dirty="0"/>
          </a:p>
        </p:txBody>
      </p:sp>
      <p:sp>
        <p:nvSpPr>
          <p:cNvPr id="3" name="Content Placeholder 2"/>
          <p:cNvSpPr>
            <a:spLocks noGrp="1"/>
          </p:cNvSpPr>
          <p:nvPr>
            <p:ph sz="quarter" idx="10"/>
          </p:nvPr>
        </p:nvSpPr>
        <p:spPr>
          <a:xfrm>
            <a:off x="357188" y="1028700"/>
            <a:ext cx="8429625" cy="3448050"/>
          </a:xfrm>
        </p:spPr>
        <p:txBody>
          <a:bodyPr/>
          <a:lstStyle/>
          <a:p>
            <a:pPr marL="0" indent="0" algn="just">
              <a:lnSpc>
                <a:spcPct val="100000"/>
              </a:lnSpc>
              <a:buNone/>
            </a:pPr>
            <a:r>
              <a:rPr lang="en-US" sz="1800" dirty="0">
                <a:solidFill>
                  <a:schemeClr val="tx1"/>
                </a:solidFill>
              </a:rPr>
              <a:t>“Jira Software is built for every member of your software team to plan, track, and release great software.”</a:t>
            </a:r>
          </a:p>
          <a:p>
            <a:pPr marL="0" indent="0" algn="just">
              <a:lnSpc>
                <a:spcPct val="100000"/>
              </a:lnSpc>
              <a:buNone/>
            </a:pPr>
            <a:r>
              <a:rPr lang="en-US" sz="1800" b="1" dirty="0"/>
              <a:t>HIGHLY CUSTOMISABLE </a:t>
            </a:r>
            <a:r>
              <a:rPr lang="en-US" sz="1800" dirty="0"/>
              <a:t>– every aspect of the tool that will be shown on the next slides can be </a:t>
            </a:r>
            <a:r>
              <a:rPr lang="en-US" sz="1800"/>
              <a:t>customised</a:t>
            </a:r>
            <a:endParaRPr lang="en-US" sz="1800" dirty="0">
              <a:solidFill>
                <a:schemeClr val="tx1"/>
              </a:solidFill>
            </a:endParaRPr>
          </a:p>
          <a:p>
            <a:pPr>
              <a:lnSpc>
                <a:spcPct val="100000"/>
              </a:lnSpc>
            </a:pPr>
            <a:r>
              <a:rPr lang="en-US" sz="1800" b="1" dirty="0">
                <a:solidFill>
                  <a:schemeClr val="tx1"/>
                </a:solidFill>
              </a:rPr>
              <a:t>Plan</a:t>
            </a:r>
            <a:r>
              <a:rPr lang="en-US" sz="1800" dirty="0">
                <a:solidFill>
                  <a:schemeClr val="tx1"/>
                </a:solidFill>
              </a:rPr>
              <a:t>: Create user stories and issues, plan sprints, and distribute tasks across your software team.</a:t>
            </a:r>
          </a:p>
          <a:p>
            <a:pPr fontAlgn="base">
              <a:lnSpc>
                <a:spcPct val="100000"/>
              </a:lnSpc>
            </a:pPr>
            <a:r>
              <a:rPr lang="en-US" sz="1800" b="1" dirty="0">
                <a:solidFill>
                  <a:schemeClr val="tx1"/>
                </a:solidFill>
              </a:rPr>
              <a:t>Track</a:t>
            </a:r>
            <a:r>
              <a:rPr lang="en-US" sz="1800" dirty="0">
                <a:solidFill>
                  <a:schemeClr val="tx1"/>
                </a:solidFill>
              </a:rPr>
              <a:t>: Prioritize and discuss your team’s work in full context with complete visibility.</a:t>
            </a:r>
          </a:p>
          <a:p>
            <a:pPr fontAlgn="base">
              <a:lnSpc>
                <a:spcPct val="100000"/>
              </a:lnSpc>
            </a:pPr>
            <a:r>
              <a:rPr lang="en-US" sz="1800" b="1" dirty="0">
                <a:solidFill>
                  <a:schemeClr val="tx1"/>
                </a:solidFill>
              </a:rPr>
              <a:t>Release</a:t>
            </a:r>
            <a:r>
              <a:rPr lang="en-US" sz="1800" dirty="0">
                <a:solidFill>
                  <a:schemeClr val="tx1"/>
                </a:solidFill>
              </a:rPr>
              <a:t>: Ship with confidence and sanity knowing the information you have is always up-to-date.</a:t>
            </a:r>
          </a:p>
          <a:p>
            <a:pPr fontAlgn="base">
              <a:lnSpc>
                <a:spcPct val="100000"/>
              </a:lnSpc>
            </a:pPr>
            <a:r>
              <a:rPr lang="en-US" sz="1800" b="1" dirty="0">
                <a:solidFill>
                  <a:schemeClr val="tx1"/>
                </a:solidFill>
              </a:rPr>
              <a:t>Report</a:t>
            </a:r>
            <a:r>
              <a:rPr lang="en-US" sz="1800" dirty="0">
                <a:solidFill>
                  <a:schemeClr val="tx1"/>
                </a:solidFill>
              </a:rPr>
              <a:t>: Improve team performance based on real-time, visual data that your team can put to use.</a:t>
            </a:r>
          </a:p>
        </p:txBody>
      </p:sp>
      <p:pic>
        <p:nvPicPr>
          <p:cNvPr id="5" name="Picture 2" descr="images (1)">
            <a:extLst>
              <a:ext uri="{FF2B5EF4-FFF2-40B4-BE49-F238E27FC236}">
                <a16:creationId xmlns:a16="http://schemas.microsoft.com/office/drawing/2014/main" id="{02C58C6A-63D3-4018-9E97-F4918FF97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90460" y="174016"/>
            <a:ext cx="1372552" cy="71267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C5CE802F-BF9F-2AC7-D1F5-21A157652809}"/>
              </a:ext>
            </a:extLst>
          </p:cNvPr>
          <p:cNvSpPr txBox="1"/>
          <p:nvPr/>
        </p:nvSpPr>
        <p:spPr>
          <a:xfrm>
            <a:off x="926694" y="4874178"/>
            <a:ext cx="2422187" cy="200055"/>
          </a:xfrm>
          <a:prstGeom prst="rect">
            <a:avLst/>
          </a:prstGeom>
          <a:solidFill>
            <a:srgbClr val="133C41"/>
          </a:solidFill>
        </p:spPr>
        <p:txBody>
          <a:bodyPr wrap="square" lIns="91440" tIns="45720" rIns="91440" bIns="45720" rtlCol="0" anchor="t">
            <a:spAutoFit/>
          </a:bodyPr>
          <a:lstStyle/>
          <a:p>
            <a:pPr>
              <a:defRPr/>
            </a:pPr>
            <a:r>
              <a:rPr lang="en-US" sz="700" dirty="0">
                <a:solidFill>
                  <a:schemeClr val="bg1"/>
                </a:solidFill>
                <a:latin typeface="+mj-lt"/>
              </a:rPr>
              <a:t>CONFIDENTIAL  |  </a:t>
            </a:r>
            <a:r>
              <a:rPr lang="en-US" sz="700" b="0" i="0" u="none" strike="noStrike" kern="1200" baseline="0" dirty="0">
                <a:solidFill>
                  <a:schemeClr val="bg1"/>
                </a:solidFill>
                <a:effectLst/>
                <a:latin typeface="+mj-lt"/>
                <a:ea typeface="+mn-ea"/>
                <a:cs typeface="+mn-cs"/>
              </a:rPr>
              <a:t>© </a:t>
            </a:r>
            <a:r>
              <a:rPr lang="en-US" sz="700" dirty="0">
                <a:solidFill>
                  <a:schemeClr val="bg1"/>
                </a:solidFill>
                <a:latin typeface="+mj-lt"/>
              </a:rPr>
              <a:t>202</a:t>
            </a:r>
            <a:r>
              <a:rPr lang="hu-HU" sz="700" dirty="0">
                <a:solidFill>
                  <a:schemeClr val="bg1"/>
                </a:solidFill>
                <a:latin typeface="+mj-lt"/>
              </a:rPr>
              <a:t>2</a:t>
            </a:r>
            <a:r>
              <a:rPr lang="en-US" sz="700" b="0" i="0" u="none" strike="noStrike" kern="1200" baseline="0" dirty="0">
                <a:solidFill>
                  <a:schemeClr val="bg1"/>
                </a:solidFill>
                <a:effectLst/>
                <a:latin typeface="+mj-lt"/>
                <a:ea typeface="+mn-ea"/>
                <a:cs typeface="+mn-cs"/>
              </a:rPr>
              <a:t> EPAM Systems, Inc.</a:t>
            </a:r>
            <a:endParaRPr lang="en-US" sz="700" dirty="0">
              <a:solidFill>
                <a:schemeClr val="bg1"/>
              </a:solidFill>
              <a:latin typeface="+mj-lt"/>
            </a:endParaRPr>
          </a:p>
        </p:txBody>
      </p:sp>
    </p:spTree>
    <p:extLst>
      <p:ext uri="{BB962C8B-B14F-4D97-AF65-F5344CB8AC3E}">
        <p14:creationId xmlns:p14="http://schemas.microsoft.com/office/powerpoint/2010/main" val="29038991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b="1" dirty="0">
                <a:solidFill>
                  <a:schemeClr val="tx1"/>
                </a:solidFill>
              </a:rPr>
              <a:t>Kanban board and SCRUM board in Jira</a:t>
            </a:r>
            <a:endParaRPr lang="en-US" sz="2400" b="1" dirty="0"/>
          </a:p>
        </p:txBody>
      </p:sp>
      <p:sp>
        <p:nvSpPr>
          <p:cNvPr id="4" name="TextBox 3">
            <a:extLst>
              <a:ext uri="{FF2B5EF4-FFF2-40B4-BE49-F238E27FC236}">
                <a16:creationId xmlns:a16="http://schemas.microsoft.com/office/drawing/2014/main" id="{8FD745FB-C10D-93CE-25FA-050CAB99CFB6}"/>
              </a:ext>
            </a:extLst>
          </p:cNvPr>
          <p:cNvSpPr txBox="1"/>
          <p:nvPr/>
        </p:nvSpPr>
        <p:spPr>
          <a:xfrm>
            <a:off x="926694" y="4874178"/>
            <a:ext cx="2422187" cy="200055"/>
          </a:xfrm>
          <a:prstGeom prst="rect">
            <a:avLst/>
          </a:prstGeom>
          <a:solidFill>
            <a:srgbClr val="133C41"/>
          </a:solidFill>
        </p:spPr>
        <p:txBody>
          <a:bodyPr wrap="square" lIns="91440" tIns="45720" rIns="91440" bIns="45720" rtlCol="0" anchor="t">
            <a:spAutoFit/>
          </a:bodyPr>
          <a:lstStyle/>
          <a:p>
            <a:pPr>
              <a:defRPr/>
            </a:pPr>
            <a:r>
              <a:rPr lang="en-US" sz="700" dirty="0">
                <a:solidFill>
                  <a:schemeClr val="bg1"/>
                </a:solidFill>
                <a:latin typeface="+mj-lt"/>
              </a:rPr>
              <a:t>CONFIDENTIAL  |  </a:t>
            </a:r>
            <a:r>
              <a:rPr lang="en-US" sz="700" b="0" i="0" u="none" strike="noStrike" kern="1200" baseline="0" dirty="0">
                <a:solidFill>
                  <a:schemeClr val="bg1"/>
                </a:solidFill>
                <a:effectLst/>
                <a:latin typeface="+mj-lt"/>
                <a:ea typeface="+mn-ea"/>
                <a:cs typeface="+mn-cs"/>
              </a:rPr>
              <a:t>© </a:t>
            </a:r>
            <a:r>
              <a:rPr lang="en-US" sz="700" dirty="0">
                <a:solidFill>
                  <a:schemeClr val="bg1"/>
                </a:solidFill>
                <a:latin typeface="+mj-lt"/>
              </a:rPr>
              <a:t>202</a:t>
            </a:r>
            <a:r>
              <a:rPr lang="hu-HU" sz="700" dirty="0">
                <a:solidFill>
                  <a:schemeClr val="bg1"/>
                </a:solidFill>
                <a:latin typeface="+mj-lt"/>
              </a:rPr>
              <a:t>2</a:t>
            </a:r>
            <a:r>
              <a:rPr lang="en-US" sz="700" b="0" i="0" u="none" strike="noStrike" kern="1200" baseline="0" dirty="0">
                <a:solidFill>
                  <a:schemeClr val="bg1"/>
                </a:solidFill>
                <a:effectLst/>
                <a:latin typeface="+mj-lt"/>
                <a:ea typeface="+mn-ea"/>
                <a:cs typeface="+mn-cs"/>
              </a:rPr>
              <a:t> EPAM Systems, Inc.</a:t>
            </a:r>
            <a:endParaRPr lang="en-US" sz="700" dirty="0">
              <a:solidFill>
                <a:schemeClr val="bg1"/>
              </a:solidFill>
              <a:latin typeface="+mj-lt"/>
            </a:endParaRPr>
          </a:p>
        </p:txBody>
      </p:sp>
      <p:sp>
        <p:nvSpPr>
          <p:cNvPr id="7" name="Content Placeholder 2">
            <a:extLst>
              <a:ext uri="{FF2B5EF4-FFF2-40B4-BE49-F238E27FC236}">
                <a16:creationId xmlns:a16="http://schemas.microsoft.com/office/drawing/2014/main" id="{89A7E169-064A-8CCB-5435-5912E03E7669}"/>
              </a:ext>
            </a:extLst>
          </p:cNvPr>
          <p:cNvSpPr txBox="1">
            <a:spLocks/>
          </p:cNvSpPr>
          <p:nvPr/>
        </p:nvSpPr>
        <p:spPr>
          <a:xfrm>
            <a:off x="357188" y="1060450"/>
            <a:ext cx="8429625" cy="3416300"/>
          </a:xfrm>
          <a:prstGeom prst="rect">
            <a:avLst/>
          </a:prstGeom>
        </p:spPr>
        <p:txBody>
          <a:bodyPr vert="horz" lIns="0" tIns="0" rIns="0" bIns="0" rtlCol="0">
            <a:noAutofit/>
          </a:bodyPr>
          <a:lstStyle>
            <a:lvl1pPr marL="171450" marR="0" indent="-171450" algn="l" defTabSz="914400" rtl="0" eaLnBrk="1" fontAlgn="auto" latinLnBrk="0" hangingPunct="1">
              <a:lnSpc>
                <a:spcPts val="1600"/>
              </a:lnSpc>
              <a:spcBef>
                <a:spcPts val="264"/>
              </a:spcBef>
              <a:spcAft>
                <a:spcPts val="300"/>
              </a:spcAft>
              <a:buClrTx/>
              <a:buSzTx/>
              <a:buFont typeface="Arial" panose="020B0604020202020204" pitchFamily="34" charset="0"/>
              <a:buChar char="•"/>
              <a:tabLst/>
              <a:defRPr sz="1100" kern="1200">
                <a:solidFill>
                  <a:schemeClr val="tx1"/>
                </a:solidFill>
                <a:latin typeface="+mj-lt"/>
                <a:ea typeface="+mn-ea"/>
                <a:cs typeface="+mn-cs"/>
              </a:defRPr>
            </a:lvl1pPr>
            <a:lvl2pPr marL="6286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fontAlgn="base"/>
            <a:r>
              <a:rPr lang="en-US" sz="1800" dirty="0"/>
              <a:t>Both are used to track our work through the tickets</a:t>
            </a:r>
          </a:p>
          <a:p>
            <a:pPr marL="0" indent="0" algn="just" fontAlgn="base">
              <a:buNone/>
            </a:pPr>
            <a:endParaRPr lang="en-US" sz="1800" dirty="0"/>
          </a:p>
          <a:p>
            <a:pPr algn="just" fontAlgn="base"/>
            <a:r>
              <a:rPr lang="en-US" sz="1800" dirty="0"/>
              <a:t>Kanban board has 2 side columns (Backlog, Done) which can have unlimited tickets, every other column has a limit</a:t>
            </a:r>
          </a:p>
          <a:p>
            <a:pPr algn="just" fontAlgn="base"/>
            <a:r>
              <a:rPr lang="en-US" sz="1800" dirty="0"/>
              <a:t>Kanban board tracks the whole project from start to finish</a:t>
            </a:r>
          </a:p>
          <a:p>
            <a:pPr algn="just" fontAlgn="base"/>
            <a:endParaRPr lang="en-US" sz="1800" dirty="0"/>
          </a:p>
          <a:p>
            <a:pPr algn="just" fontAlgn="base"/>
            <a:r>
              <a:rPr lang="en-US" sz="1800" dirty="0"/>
              <a:t>SCRUM board usually tracks an ongoing sprint, and its content always reflects the actual sprint</a:t>
            </a:r>
          </a:p>
          <a:p>
            <a:pPr algn="just" fontAlgn="base"/>
            <a:r>
              <a:rPr lang="en-US" sz="1800" dirty="0"/>
              <a:t>SCRUM board has no limit for the columns, since the team committed to the sprint and they should be able to deliver</a:t>
            </a:r>
            <a:endParaRPr lang="hu-HU" sz="1800" dirty="0"/>
          </a:p>
        </p:txBody>
      </p:sp>
    </p:spTree>
    <p:extLst>
      <p:ext uri="{BB962C8B-B14F-4D97-AF65-F5344CB8AC3E}">
        <p14:creationId xmlns:p14="http://schemas.microsoft.com/office/powerpoint/2010/main" val="34851471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357187" y="654049"/>
            <a:ext cx="8429625" cy="4064001"/>
          </a:xfrm>
        </p:spPr>
        <p:txBody>
          <a:bodyPr/>
          <a:lstStyle/>
          <a:p>
            <a:pPr>
              <a:lnSpc>
                <a:spcPct val="100000"/>
              </a:lnSpc>
            </a:pPr>
            <a:r>
              <a:rPr lang="en-US" sz="1800" dirty="0">
                <a:solidFill>
                  <a:schemeClr val="tx1"/>
                </a:solidFill>
              </a:rPr>
              <a:t>Velocity is the average amount of work a scrum team completes during a sprint, measured in either story points or hours, and is very useful for forecasting. </a:t>
            </a:r>
          </a:p>
          <a:p>
            <a:pPr>
              <a:lnSpc>
                <a:spcPct val="100000"/>
              </a:lnSpc>
            </a:pPr>
            <a:r>
              <a:rPr lang="en-US" sz="1800" dirty="0">
                <a:solidFill>
                  <a:schemeClr val="tx1"/>
                </a:solidFill>
              </a:rPr>
              <a:t>The product owner can use velocity to predict how quickly a team can work through the backlog, because the report tracks the forecasted and completed work over several iterations–the more iterations, the more accurate the forecast.</a:t>
            </a:r>
          </a:p>
          <a:p>
            <a:pPr>
              <a:lnSpc>
                <a:spcPct val="100000"/>
              </a:lnSpc>
            </a:pPr>
            <a:r>
              <a:rPr lang="en-US" sz="1800" dirty="0">
                <a:solidFill>
                  <a:schemeClr val="tx1"/>
                </a:solidFill>
              </a:rPr>
              <a:t>It's important to monitor how velocity evolves over time. New teams can expect to see an increase in velocity as the team optimizes relationships and the work process.</a:t>
            </a:r>
            <a:endParaRPr lang="hu-HU" sz="1800" dirty="0">
              <a:solidFill>
                <a:schemeClr val="tx1"/>
              </a:solidFill>
            </a:endParaRPr>
          </a:p>
          <a:p>
            <a:pPr>
              <a:lnSpc>
                <a:spcPct val="100000"/>
              </a:lnSpc>
            </a:pPr>
            <a:r>
              <a:rPr lang="hu-HU" sz="1800" dirty="0"/>
              <a:t>It is important to include the variables to the forecast (e.g. Team changes, PTOs, trainings, etc.)</a:t>
            </a:r>
            <a:endParaRPr lang="en-US" sz="1800" dirty="0">
              <a:solidFill>
                <a:schemeClr val="tx1"/>
              </a:solidFill>
            </a:endParaRPr>
          </a:p>
        </p:txBody>
      </p:sp>
      <p:sp>
        <p:nvSpPr>
          <p:cNvPr id="9" name="Text Placeholder 8"/>
          <p:cNvSpPr>
            <a:spLocks noGrp="1"/>
          </p:cNvSpPr>
          <p:nvPr>
            <p:ph type="body" sz="quarter" idx="11"/>
          </p:nvPr>
        </p:nvSpPr>
        <p:spPr>
          <a:xfrm>
            <a:off x="357187" y="311150"/>
            <a:ext cx="8429625" cy="342900"/>
          </a:xfrm>
        </p:spPr>
        <p:txBody>
          <a:bodyPr/>
          <a:lstStyle/>
          <a:p>
            <a:r>
              <a:rPr lang="hu-HU"/>
              <a:t>Velocity</a:t>
            </a:r>
            <a:endParaRPr lang="en-US"/>
          </a:p>
        </p:txBody>
      </p:sp>
      <p:sp>
        <p:nvSpPr>
          <p:cNvPr id="5" name="Slide Number Placeholder 4">
            <a:extLst>
              <a:ext uri="{FF2B5EF4-FFF2-40B4-BE49-F238E27FC236}">
                <a16:creationId xmlns:a16="http://schemas.microsoft.com/office/drawing/2014/main" id="{D695E08B-236F-5B4F-801C-4C75369E005C}"/>
              </a:ext>
            </a:extLst>
          </p:cNvPr>
          <p:cNvSpPr>
            <a:spLocks noGrp="1"/>
          </p:cNvSpPr>
          <p:nvPr>
            <p:ph type="sldNum" sz="quarter" idx="4"/>
          </p:nvPr>
        </p:nvSpPr>
        <p:spPr>
          <a:xfrm>
            <a:off x="7413440" y="4401189"/>
            <a:ext cx="1373372" cy="316862"/>
          </a:xfrm>
        </p:spPr>
        <p:txBody>
          <a:bodyPr/>
          <a:lstStyle/>
          <a:p>
            <a:fld id="{3A707DD9-E92B-45E8-BE0A-E6B2EDF345EB}" type="slidenum">
              <a:rPr lang="en-US" smtClean="0"/>
              <a:pPr/>
              <a:t>8</a:t>
            </a:fld>
            <a:endParaRPr lang="en-US"/>
          </a:p>
        </p:txBody>
      </p:sp>
      <p:sp>
        <p:nvSpPr>
          <p:cNvPr id="2" name="TextBox 1">
            <a:extLst>
              <a:ext uri="{FF2B5EF4-FFF2-40B4-BE49-F238E27FC236}">
                <a16:creationId xmlns:a16="http://schemas.microsoft.com/office/drawing/2014/main" id="{4DE79502-A7F3-7A2E-2591-8A9FBB46D5DC}"/>
              </a:ext>
            </a:extLst>
          </p:cNvPr>
          <p:cNvSpPr txBox="1"/>
          <p:nvPr/>
        </p:nvSpPr>
        <p:spPr>
          <a:xfrm>
            <a:off x="926694" y="4874178"/>
            <a:ext cx="2422187" cy="200055"/>
          </a:xfrm>
          <a:prstGeom prst="rect">
            <a:avLst/>
          </a:prstGeom>
          <a:solidFill>
            <a:srgbClr val="133C41"/>
          </a:solidFill>
        </p:spPr>
        <p:txBody>
          <a:bodyPr wrap="square" lIns="91440" tIns="45720" rIns="91440" bIns="45720" rtlCol="0" anchor="t">
            <a:spAutoFit/>
          </a:bodyPr>
          <a:lstStyle/>
          <a:p>
            <a:pPr>
              <a:defRPr/>
            </a:pPr>
            <a:r>
              <a:rPr lang="en-US" sz="700" dirty="0">
                <a:solidFill>
                  <a:schemeClr val="bg1"/>
                </a:solidFill>
                <a:latin typeface="+mj-lt"/>
              </a:rPr>
              <a:t>CONFIDENTIAL  |  </a:t>
            </a:r>
            <a:r>
              <a:rPr lang="en-US" sz="700" b="0" i="0" u="none" strike="noStrike" kern="1200" baseline="0" dirty="0">
                <a:solidFill>
                  <a:schemeClr val="bg1"/>
                </a:solidFill>
                <a:effectLst/>
                <a:latin typeface="+mj-lt"/>
                <a:ea typeface="+mn-ea"/>
                <a:cs typeface="+mn-cs"/>
              </a:rPr>
              <a:t>© </a:t>
            </a:r>
            <a:r>
              <a:rPr lang="en-US" sz="700" dirty="0">
                <a:solidFill>
                  <a:schemeClr val="bg1"/>
                </a:solidFill>
                <a:latin typeface="+mj-lt"/>
              </a:rPr>
              <a:t>202</a:t>
            </a:r>
            <a:r>
              <a:rPr lang="hu-HU" sz="700" dirty="0">
                <a:solidFill>
                  <a:schemeClr val="bg1"/>
                </a:solidFill>
                <a:latin typeface="+mj-lt"/>
              </a:rPr>
              <a:t>2</a:t>
            </a:r>
            <a:r>
              <a:rPr lang="en-US" sz="700" b="0" i="0" u="none" strike="noStrike" kern="1200" baseline="0" dirty="0">
                <a:solidFill>
                  <a:schemeClr val="bg1"/>
                </a:solidFill>
                <a:effectLst/>
                <a:latin typeface="+mj-lt"/>
                <a:ea typeface="+mn-ea"/>
                <a:cs typeface="+mn-cs"/>
              </a:rPr>
              <a:t> EPAM Systems, Inc.</a:t>
            </a:r>
            <a:endParaRPr lang="en-US" sz="700" dirty="0">
              <a:solidFill>
                <a:schemeClr val="bg1"/>
              </a:solidFill>
              <a:latin typeface="+mj-lt"/>
            </a:endParaRPr>
          </a:p>
        </p:txBody>
      </p:sp>
    </p:spTree>
    <p:extLst>
      <p:ext uri="{BB962C8B-B14F-4D97-AF65-F5344CB8AC3E}">
        <p14:creationId xmlns:p14="http://schemas.microsoft.com/office/powerpoint/2010/main" val="284866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8" descr="KÃ©ptalÃ¡lat a kÃ¶vetkezÅre: âjira sprint burndown chartâ">
            <a:extLst>
              <a:ext uri="{FF2B5EF4-FFF2-40B4-BE49-F238E27FC236}">
                <a16:creationId xmlns:a16="http://schemas.microsoft.com/office/drawing/2014/main" id="{812F5E97-C062-44E1-A5DD-BC095ECBEA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4685" y="962025"/>
            <a:ext cx="8334628" cy="3844636"/>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3"/>
          <p:cNvSpPr>
            <a:spLocks noGrp="1"/>
          </p:cNvSpPr>
          <p:nvPr>
            <p:ph sz="quarter" idx="10"/>
          </p:nvPr>
        </p:nvSpPr>
        <p:spPr>
          <a:xfrm>
            <a:off x="309688" y="721567"/>
            <a:ext cx="8429625" cy="615950"/>
          </a:xfrm>
        </p:spPr>
        <p:txBody>
          <a:bodyPr/>
          <a:lstStyle/>
          <a:p>
            <a:r>
              <a:rPr lang="en-US" sz="1800" dirty="0">
                <a:solidFill>
                  <a:schemeClr val="tx1"/>
                </a:solidFill>
              </a:rPr>
              <a:t>A sprint burndown report then tracks the completion of work throughout the sprint. </a:t>
            </a:r>
          </a:p>
        </p:txBody>
      </p:sp>
      <p:sp>
        <p:nvSpPr>
          <p:cNvPr id="9" name="Text Placeholder 8"/>
          <p:cNvSpPr>
            <a:spLocks noGrp="1"/>
          </p:cNvSpPr>
          <p:nvPr>
            <p:ph type="body" sz="quarter" idx="11"/>
          </p:nvPr>
        </p:nvSpPr>
        <p:spPr>
          <a:xfrm>
            <a:off x="357187" y="311150"/>
            <a:ext cx="8429625" cy="342900"/>
          </a:xfrm>
        </p:spPr>
        <p:txBody>
          <a:bodyPr/>
          <a:lstStyle/>
          <a:p>
            <a:r>
              <a:rPr lang="hu-HU"/>
              <a:t>Sprint burndown</a:t>
            </a:r>
            <a:endParaRPr lang="en-US"/>
          </a:p>
        </p:txBody>
      </p:sp>
      <p:sp>
        <p:nvSpPr>
          <p:cNvPr id="5" name="Slide Number Placeholder 4">
            <a:extLst>
              <a:ext uri="{FF2B5EF4-FFF2-40B4-BE49-F238E27FC236}">
                <a16:creationId xmlns:a16="http://schemas.microsoft.com/office/drawing/2014/main" id="{D695E08B-236F-5B4F-801C-4C75369E005C}"/>
              </a:ext>
            </a:extLst>
          </p:cNvPr>
          <p:cNvSpPr>
            <a:spLocks noGrp="1"/>
          </p:cNvSpPr>
          <p:nvPr>
            <p:ph type="sldNum" sz="quarter" idx="4"/>
          </p:nvPr>
        </p:nvSpPr>
        <p:spPr>
          <a:xfrm>
            <a:off x="7413440" y="4401189"/>
            <a:ext cx="1373372" cy="316862"/>
          </a:xfrm>
        </p:spPr>
        <p:txBody>
          <a:bodyPr/>
          <a:lstStyle/>
          <a:p>
            <a:fld id="{3A707DD9-E92B-45E8-BE0A-E6B2EDF345EB}" type="slidenum">
              <a:rPr lang="en-US" smtClean="0"/>
              <a:pPr/>
              <a:t>9</a:t>
            </a:fld>
            <a:endParaRPr lang="en-US"/>
          </a:p>
        </p:txBody>
      </p:sp>
      <p:sp>
        <p:nvSpPr>
          <p:cNvPr id="2" name="TextBox 1">
            <a:extLst>
              <a:ext uri="{FF2B5EF4-FFF2-40B4-BE49-F238E27FC236}">
                <a16:creationId xmlns:a16="http://schemas.microsoft.com/office/drawing/2014/main" id="{A5174D41-653E-ECE8-84F8-4F854BA92637}"/>
              </a:ext>
            </a:extLst>
          </p:cNvPr>
          <p:cNvSpPr txBox="1"/>
          <p:nvPr/>
        </p:nvSpPr>
        <p:spPr>
          <a:xfrm>
            <a:off x="926694" y="4874178"/>
            <a:ext cx="2422187" cy="200055"/>
          </a:xfrm>
          <a:prstGeom prst="rect">
            <a:avLst/>
          </a:prstGeom>
          <a:solidFill>
            <a:srgbClr val="133C41"/>
          </a:solidFill>
        </p:spPr>
        <p:txBody>
          <a:bodyPr wrap="square" lIns="91440" tIns="45720" rIns="91440" bIns="45720" rtlCol="0" anchor="t">
            <a:spAutoFit/>
          </a:bodyPr>
          <a:lstStyle/>
          <a:p>
            <a:pPr>
              <a:defRPr/>
            </a:pPr>
            <a:r>
              <a:rPr lang="en-US" sz="700" dirty="0">
                <a:solidFill>
                  <a:schemeClr val="bg1"/>
                </a:solidFill>
                <a:latin typeface="+mj-lt"/>
              </a:rPr>
              <a:t>CONFIDENTIAL  |  </a:t>
            </a:r>
            <a:r>
              <a:rPr lang="en-US" sz="700" b="0" i="0" u="none" strike="noStrike" kern="1200" baseline="0" dirty="0">
                <a:solidFill>
                  <a:schemeClr val="bg1"/>
                </a:solidFill>
                <a:effectLst/>
                <a:latin typeface="+mj-lt"/>
                <a:ea typeface="+mn-ea"/>
                <a:cs typeface="+mn-cs"/>
              </a:rPr>
              <a:t>© </a:t>
            </a:r>
            <a:r>
              <a:rPr lang="en-US" sz="700" dirty="0">
                <a:solidFill>
                  <a:schemeClr val="bg1"/>
                </a:solidFill>
                <a:latin typeface="+mj-lt"/>
              </a:rPr>
              <a:t>202</a:t>
            </a:r>
            <a:r>
              <a:rPr lang="hu-HU" sz="700" dirty="0">
                <a:solidFill>
                  <a:schemeClr val="bg1"/>
                </a:solidFill>
                <a:latin typeface="+mj-lt"/>
              </a:rPr>
              <a:t>2</a:t>
            </a:r>
            <a:r>
              <a:rPr lang="en-US" sz="700" b="0" i="0" u="none" strike="noStrike" kern="1200" baseline="0" dirty="0">
                <a:solidFill>
                  <a:schemeClr val="bg1"/>
                </a:solidFill>
                <a:effectLst/>
                <a:latin typeface="+mj-lt"/>
                <a:ea typeface="+mn-ea"/>
                <a:cs typeface="+mn-cs"/>
              </a:rPr>
              <a:t> EPAM Systems, Inc.</a:t>
            </a:r>
            <a:endParaRPr lang="en-US" sz="700" dirty="0">
              <a:solidFill>
                <a:schemeClr val="bg1"/>
              </a:solidFill>
              <a:latin typeface="+mj-lt"/>
            </a:endParaRPr>
          </a:p>
        </p:txBody>
      </p:sp>
    </p:spTree>
    <p:extLst>
      <p:ext uri="{BB962C8B-B14F-4D97-AF65-F5344CB8AC3E}">
        <p14:creationId xmlns:p14="http://schemas.microsoft.com/office/powerpoint/2010/main" val="6774920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chor="ctr"/>
          <a:lstStyle/>
          <a:p>
            <a:r>
              <a:rPr lang="hu-HU" sz="1800" dirty="0" smtClean="0"/>
              <a:t>Next lesson (4) summary</a:t>
            </a:r>
            <a:endParaRPr lang="hu-HU" sz="1800" dirty="0"/>
          </a:p>
        </p:txBody>
      </p:sp>
    </p:spTree>
    <p:extLst>
      <p:ext uri="{BB962C8B-B14F-4D97-AF65-F5344CB8AC3E}">
        <p14:creationId xmlns:p14="http://schemas.microsoft.com/office/powerpoint/2010/main" val="107120076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06512-2036-4D33-9165-4328D3B404D0}"/>
              </a:ext>
            </a:extLst>
          </p:cNvPr>
          <p:cNvSpPr>
            <a:spLocks noGrp="1"/>
          </p:cNvSpPr>
          <p:nvPr>
            <p:ph type="title"/>
          </p:nvPr>
        </p:nvSpPr>
        <p:spPr/>
        <p:txBody>
          <a:bodyPr/>
          <a:lstStyle/>
          <a:p>
            <a:r>
              <a:rPr lang="hu-HU" dirty="0" smtClean="0"/>
              <a:t>Requirements</a:t>
            </a:r>
            <a:endParaRPr lang="en-US" dirty="0"/>
          </a:p>
        </p:txBody>
      </p:sp>
      <p:sp>
        <p:nvSpPr>
          <p:cNvPr id="5" name="Slide Number Placeholder 4">
            <a:extLst>
              <a:ext uri="{FF2B5EF4-FFF2-40B4-BE49-F238E27FC236}">
                <a16:creationId xmlns:a16="http://schemas.microsoft.com/office/drawing/2014/main" id="{DB8CE0D5-5370-4EAD-95C6-C9C38FAF7E29}"/>
              </a:ext>
            </a:extLst>
          </p:cNvPr>
          <p:cNvSpPr>
            <a:spLocks noGrp="1"/>
          </p:cNvSpPr>
          <p:nvPr>
            <p:ph type="sldNum" sz="quarter" idx="4"/>
          </p:nvPr>
        </p:nvSpPr>
        <p:spPr/>
        <p:txBody>
          <a:bodyPr/>
          <a:lstStyle/>
          <a:p>
            <a:pPr defTabSz="685783"/>
            <a:fld id="{3A707DD9-E92B-45E8-BE0A-E6B2EDF345EB}" type="slidenum">
              <a:rPr lang="en-US">
                <a:latin typeface="Calibri Light"/>
              </a:rPr>
              <a:pPr defTabSz="685783"/>
              <a:t>11</a:t>
            </a:fld>
            <a:endParaRPr lang="en-US">
              <a:latin typeface="Calibri Light"/>
            </a:endParaRPr>
          </a:p>
        </p:txBody>
      </p:sp>
      <p:sp>
        <p:nvSpPr>
          <p:cNvPr id="7" name="Text Placeholder 3">
            <a:extLst>
              <a:ext uri="{FF2B5EF4-FFF2-40B4-BE49-F238E27FC236}">
                <a16:creationId xmlns:a16="http://schemas.microsoft.com/office/drawing/2014/main" id="{94BD0D7D-A459-4098-BAE1-8A110DD933DD}"/>
              </a:ext>
            </a:extLst>
          </p:cNvPr>
          <p:cNvSpPr txBox="1">
            <a:spLocks/>
          </p:cNvSpPr>
          <p:nvPr/>
        </p:nvSpPr>
        <p:spPr>
          <a:xfrm>
            <a:off x="357188" y="804926"/>
            <a:ext cx="8429625" cy="342900"/>
          </a:xfrm>
          <a:prstGeom prst="rect">
            <a:avLst/>
          </a:prstGeom>
        </p:spPr>
        <p:txBody>
          <a:bodyPr vert="horz" wrap="none" lIns="0" tIns="0" rIns="0" bIns="0" rtlCol="0">
            <a:noAutofit/>
          </a:bodyPr>
          <a:lstStyle>
            <a:lvl1pPr marL="0" indent="0" algn="l" defTabSz="914400" rtl="0" eaLnBrk="1" latinLnBrk="0" hangingPunct="1">
              <a:lnSpc>
                <a:spcPts val="1600"/>
              </a:lnSpc>
              <a:spcBef>
                <a:spcPts val="288"/>
              </a:spcBef>
              <a:spcAft>
                <a:spcPts val="300"/>
              </a:spcAft>
              <a:buFont typeface="Arial" panose="020B0604020202020204" pitchFamily="34" charset="0"/>
              <a:buNone/>
              <a:defRPr sz="1200" b="1" i="0" kern="1200" cap="all" spc="200" baseline="0">
                <a:solidFill>
                  <a:schemeClr val="accent2"/>
                </a:solidFill>
                <a:latin typeface="+mn-lt"/>
                <a:ea typeface="+mn-ea"/>
                <a:cs typeface="+mn-cs"/>
              </a:defRPr>
            </a:lvl1pPr>
            <a:lvl2pPr marL="6286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8766" indent="-358766" defTabSz="914378"/>
            <a:r>
              <a:rPr lang="hu-HU" altLang="en-US" sz="1800" dirty="0">
                <a:solidFill>
                  <a:srgbClr val="76CDD8"/>
                </a:solidFill>
                <a:latin typeface="Calibri"/>
              </a:rPr>
              <a:t>Requirement types</a:t>
            </a:r>
            <a:endParaRPr lang="en-US" sz="1800" dirty="0">
              <a:solidFill>
                <a:srgbClr val="76CDD8"/>
              </a:solidFill>
              <a:latin typeface="Calibri"/>
            </a:endParaRPr>
          </a:p>
        </p:txBody>
      </p:sp>
      <p:sp>
        <p:nvSpPr>
          <p:cNvPr id="9" name="Content Placeholder 5">
            <a:extLst>
              <a:ext uri="{FF2B5EF4-FFF2-40B4-BE49-F238E27FC236}">
                <a16:creationId xmlns:a16="http://schemas.microsoft.com/office/drawing/2014/main" id="{96E2460F-395C-4FBB-864E-73DAD5796919}"/>
              </a:ext>
            </a:extLst>
          </p:cNvPr>
          <p:cNvSpPr>
            <a:spLocks noGrp="1"/>
          </p:cNvSpPr>
          <p:nvPr>
            <p:ph sz="quarter" idx="10"/>
          </p:nvPr>
        </p:nvSpPr>
        <p:spPr>
          <a:xfrm>
            <a:off x="357188" y="1422401"/>
            <a:ext cx="8536089" cy="1062838"/>
          </a:xfrm>
        </p:spPr>
        <p:txBody>
          <a:bodyPr/>
          <a:lstStyle/>
          <a:p>
            <a:r>
              <a:rPr lang="en-US" sz="1200" b="1" cap="all" spc="150" dirty="0">
                <a:solidFill>
                  <a:schemeClr val="accent2"/>
                </a:solidFill>
                <a:latin typeface="+mn-lt"/>
              </a:rPr>
              <a:t>Functional Requirements</a:t>
            </a:r>
          </a:p>
          <a:p>
            <a:pPr lvl="1"/>
            <a:r>
              <a:rPr lang="en-US" sz="1350" dirty="0"/>
              <a:t>A functional requirement is a requirement concerning a result of behavior that shall be provided by a function of the system</a:t>
            </a:r>
          </a:p>
          <a:p>
            <a:pPr lvl="1"/>
            <a:endParaRPr lang="en-US" sz="1350" dirty="0"/>
          </a:p>
          <a:p>
            <a:r>
              <a:rPr lang="en-US" sz="1200" b="1" cap="all" spc="150" dirty="0">
                <a:solidFill>
                  <a:schemeClr val="accent2"/>
                </a:solidFill>
                <a:latin typeface="+mn-lt"/>
              </a:rPr>
              <a:t>Quality Requirements</a:t>
            </a:r>
          </a:p>
          <a:p>
            <a:pPr lvl="1"/>
            <a:r>
              <a:rPr lang="en-US" sz="1350" dirty="0"/>
              <a:t>A quality requirement is a requirement that pertains to a quality concern that is not covered by functional requirements</a:t>
            </a:r>
          </a:p>
          <a:p>
            <a:pPr lvl="1"/>
            <a:r>
              <a:rPr lang="en-US" sz="1350" dirty="0"/>
              <a:t>Performance, availability, dependability, scalability, portability (non-functional requirements)</a:t>
            </a:r>
          </a:p>
          <a:p>
            <a:pPr lvl="1"/>
            <a:endParaRPr lang="en-US" sz="1350" dirty="0"/>
          </a:p>
          <a:p>
            <a:r>
              <a:rPr lang="en-US" sz="1200" b="1" cap="all" spc="150" dirty="0">
                <a:solidFill>
                  <a:schemeClr val="accent2"/>
                </a:solidFill>
                <a:latin typeface="+mn-lt"/>
              </a:rPr>
              <a:t>Constraints</a:t>
            </a:r>
          </a:p>
          <a:p>
            <a:pPr lvl="1"/>
            <a:r>
              <a:rPr lang="en-US" sz="1350" dirty="0"/>
              <a:t>A constraint is a requirement that limits the solution space beyond what is necessary for meeting the given functional and quality requirements</a:t>
            </a:r>
          </a:p>
          <a:p>
            <a:pPr lvl="1"/>
            <a:r>
              <a:rPr lang="en-US" sz="1350" dirty="0"/>
              <a:t>Deadline, Web based solutions only, etc.</a:t>
            </a:r>
            <a:endParaRPr lang="en-US" sz="1350" dirty="0"/>
          </a:p>
        </p:txBody>
      </p:sp>
      <p:sp>
        <p:nvSpPr>
          <p:cNvPr id="11" name="TextBox 10">
            <a:extLst>
              <a:ext uri="{FF2B5EF4-FFF2-40B4-BE49-F238E27FC236}">
                <a16:creationId xmlns:a16="http://schemas.microsoft.com/office/drawing/2014/main" id="{75566065-950B-4EF0-AA98-F45A5175A3CE}"/>
              </a:ext>
            </a:extLst>
          </p:cNvPr>
          <p:cNvSpPr txBox="1"/>
          <p:nvPr/>
        </p:nvSpPr>
        <p:spPr>
          <a:xfrm>
            <a:off x="926695" y="4874178"/>
            <a:ext cx="2422187" cy="200055"/>
          </a:xfrm>
          <a:prstGeom prst="rect">
            <a:avLst/>
          </a:prstGeom>
          <a:solidFill>
            <a:srgbClr val="133C41"/>
          </a:solidFill>
        </p:spPr>
        <p:txBody>
          <a:bodyPr wrap="square" lIns="91440" tIns="45720" rIns="91440" bIns="45720" rtlCol="0" anchor="t">
            <a:spAutoFit/>
          </a:bodyPr>
          <a:lstStyle/>
          <a:p>
            <a:pPr defTabSz="685783">
              <a:defRPr/>
            </a:pPr>
            <a:r>
              <a:rPr lang="en-US" sz="700" dirty="0">
                <a:solidFill>
                  <a:srgbClr val="FFFFFF"/>
                </a:solidFill>
                <a:latin typeface="Calibri Light"/>
              </a:rPr>
              <a:t>CONFIDENTIAL  |  © 20</a:t>
            </a:r>
            <a:r>
              <a:rPr lang="hu-HU" sz="700" dirty="0">
                <a:solidFill>
                  <a:srgbClr val="FFFFFF"/>
                </a:solidFill>
                <a:latin typeface="Calibri Light"/>
              </a:rPr>
              <a:t>25</a:t>
            </a:r>
            <a:r>
              <a:rPr lang="en-US" sz="700" dirty="0">
                <a:solidFill>
                  <a:srgbClr val="FFFFFF"/>
                </a:solidFill>
                <a:latin typeface="Calibri Light"/>
              </a:rPr>
              <a:t> </a:t>
            </a:r>
            <a:r>
              <a:rPr lang="en-US" sz="700" dirty="0">
                <a:solidFill>
                  <a:srgbClr val="FFFFFF"/>
                </a:solidFill>
                <a:latin typeface="Calibri Light"/>
              </a:rPr>
              <a:t>EPAM Systems, Inc.</a:t>
            </a:r>
          </a:p>
        </p:txBody>
      </p:sp>
    </p:spTree>
    <p:extLst>
      <p:ext uri="{BB962C8B-B14F-4D97-AF65-F5344CB8AC3E}">
        <p14:creationId xmlns:p14="http://schemas.microsoft.com/office/powerpoint/2010/main" val="338233200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06512-2036-4D33-9165-4328D3B404D0}"/>
              </a:ext>
            </a:extLst>
          </p:cNvPr>
          <p:cNvSpPr>
            <a:spLocks noGrp="1"/>
          </p:cNvSpPr>
          <p:nvPr>
            <p:ph type="title"/>
          </p:nvPr>
        </p:nvSpPr>
        <p:spPr/>
        <p:txBody>
          <a:bodyPr/>
          <a:lstStyle/>
          <a:p>
            <a:r>
              <a:rPr lang="en-US" sz="2100" dirty="0"/>
              <a:t>Requirements Engineering</a:t>
            </a:r>
            <a:endParaRPr lang="en-US" dirty="0"/>
          </a:p>
        </p:txBody>
      </p:sp>
      <p:sp>
        <p:nvSpPr>
          <p:cNvPr id="5" name="Slide Number Placeholder 4">
            <a:extLst>
              <a:ext uri="{FF2B5EF4-FFF2-40B4-BE49-F238E27FC236}">
                <a16:creationId xmlns:a16="http://schemas.microsoft.com/office/drawing/2014/main" id="{DB8CE0D5-5370-4EAD-95C6-C9C38FAF7E29}"/>
              </a:ext>
            </a:extLst>
          </p:cNvPr>
          <p:cNvSpPr>
            <a:spLocks noGrp="1"/>
          </p:cNvSpPr>
          <p:nvPr>
            <p:ph type="sldNum" sz="quarter" idx="4"/>
          </p:nvPr>
        </p:nvSpPr>
        <p:spPr/>
        <p:txBody>
          <a:bodyPr/>
          <a:lstStyle/>
          <a:p>
            <a:pPr defTabSz="685783"/>
            <a:fld id="{3A707DD9-E92B-45E8-BE0A-E6B2EDF345EB}" type="slidenum">
              <a:rPr lang="en-US">
                <a:latin typeface="Calibri Light"/>
              </a:rPr>
              <a:pPr defTabSz="685783"/>
              <a:t>12</a:t>
            </a:fld>
            <a:endParaRPr lang="en-US">
              <a:latin typeface="Calibri Light"/>
            </a:endParaRPr>
          </a:p>
        </p:txBody>
      </p:sp>
      <p:sp>
        <p:nvSpPr>
          <p:cNvPr id="7" name="Text Placeholder 3">
            <a:extLst>
              <a:ext uri="{FF2B5EF4-FFF2-40B4-BE49-F238E27FC236}">
                <a16:creationId xmlns:a16="http://schemas.microsoft.com/office/drawing/2014/main" id="{94BD0D7D-A459-4098-BAE1-8A110DD933DD}"/>
              </a:ext>
            </a:extLst>
          </p:cNvPr>
          <p:cNvSpPr txBox="1">
            <a:spLocks/>
          </p:cNvSpPr>
          <p:nvPr/>
        </p:nvSpPr>
        <p:spPr>
          <a:xfrm>
            <a:off x="357188" y="804926"/>
            <a:ext cx="8429625" cy="342900"/>
          </a:xfrm>
          <a:prstGeom prst="rect">
            <a:avLst/>
          </a:prstGeom>
        </p:spPr>
        <p:txBody>
          <a:bodyPr vert="horz" wrap="none" lIns="0" tIns="0" rIns="0" bIns="0" rtlCol="0">
            <a:noAutofit/>
          </a:bodyPr>
          <a:lstStyle>
            <a:lvl1pPr marL="0" indent="0" algn="l" defTabSz="914400" rtl="0" eaLnBrk="1" latinLnBrk="0" hangingPunct="1">
              <a:lnSpc>
                <a:spcPts val="1600"/>
              </a:lnSpc>
              <a:spcBef>
                <a:spcPts val="288"/>
              </a:spcBef>
              <a:spcAft>
                <a:spcPts val="300"/>
              </a:spcAft>
              <a:buFont typeface="Arial" panose="020B0604020202020204" pitchFamily="34" charset="0"/>
              <a:buNone/>
              <a:defRPr sz="1200" b="1" i="0" kern="1200" cap="all" spc="200" baseline="0">
                <a:solidFill>
                  <a:schemeClr val="accent2"/>
                </a:solidFill>
                <a:latin typeface="+mn-lt"/>
                <a:ea typeface="+mn-ea"/>
                <a:cs typeface="+mn-cs"/>
              </a:defRPr>
            </a:lvl1pPr>
            <a:lvl2pPr marL="6286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8766" indent="-358766" defTabSz="914378"/>
            <a:r>
              <a:rPr lang="hu-HU" altLang="en-US" sz="1800" dirty="0">
                <a:solidFill>
                  <a:srgbClr val="76CDD8"/>
                </a:solidFill>
                <a:latin typeface="Calibri"/>
              </a:rPr>
              <a:t>Requirement types</a:t>
            </a:r>
            <a:endParaRPr lang="en-US" sz="1800" dirty="0">
              <a:solidFill>
                <a:srgbClr val="76CDD8"/>
              </a:solidFill>
              <a:latin typeface="Calibri"/>
            </a:endParaRPr>
          </a:p>
        </p:txBody>
      </p:sp>
      <p:sp>
        <p:nvSpPr>
          <p:cNvPr id="9" name="Content Placeholder 5">
            <a:extLst>
              <a:ext uri="{FF2B5EF4-FFF2-40B4-BE49-F238E27FC236}">
                <a16:creationId xmlns:a16="http://schemas.microsoft.com/office/drawing/2014/main" id="{96E2460F-395C-4FBB-864E-73DAD5796919}"/>
              </a:ext>
            </a:extLst>
          </p:cNvPr>
          <p:cNvSpPr>
            <a:spLocks noGrp="1"/>
          </p:cNvSpPr>
          <p:nvPr>
            <p:ph sz="quarter" idx="10"/>
          </p:nvPr>
        </p:nvSpPr>
        <p:spPr>
          <a:xfrm>
            <a:off x="357188" y="1422401"/>
            <a:ext cx="8536089" cy="1062838"/>
          </a:xfrm>
        </p:spPr>
        <p:txBody>
          <a:bodyPr/>
          <a:lstStyle/>
          <a:p>
            <a:pPr marL="95250" indent="0">
              <a:buNone/>
            </a:pPr>
            <a:r>
              <a:rPr lang="en-US" sz="1200" dirty="0"/>
              <a:t>Requirements engineering is a systematic and disciplined approach to the specification and management of requirements with the following goals:</a:t>
            </a:r>
          </a:p>
          <a:p>
            <a:pPr marL="95250" indent="0">
              <a:buNone/>
            </a:pPr>
            <a:endParaRPr lang="en-US" sz="1200" dirty="0"/>
          </a:p>
          <a:p>
            <a:pPr marL="95250" indent="0">
              <a:buNone/>
            </a:pPr>
            <a:r>
              <a:rPr lang="en-US" sz="1200" dirty="0"/>
              <a:t>- Knowing the relevant requirements, achieving a consensus among the stakeholders about these requirements, documenting them according to given standards, and manage them systematically.</a:t>
            </a:r>
          </a:p>
          <a:p>
            <a:pPr>
              <a:buFontTx/>
              <a:buChar char="-"/>
            </a:pPr>
            <a:endParaRPr lang="en-US" sz="1200" dirty="0"/>
          </a:p>
          <a:p>
            <a:pPr>
              <a:buFontTx/>
              <a:buChar char="-"/>
            </a:pPr>
            <a:r>
              <a:rPr lang="en-US" sz="1200" dirty="0"/>
              <a:t>Understanding and documenting the stakeholders’ desires and needs, they specifying and managing requirements to minimize the risk of delivering a system that does not meet the stakeholders’ desire and needs</a:t>
            </a:r>
            <a:endParaRPr lang="en-US" sz="1200" dirty="0"/>
          </a:p>
        </p:txBody>
      </p:sp>
      <p:sp>
        <p:nvSpPr>
          <p:cNvPr id="11" name="TextBox 10">
            <a:extLst>
              <a:ext uri="{FF2B5EF4-FFF2-40B4-BE49-F238E27FC236}">
                <a16:creationId xmlns:a16="http://schemas.microsoft.com/office/drawing/2014/main" id="{75566065-950B-4EF0-AA98-F45A5175A3CE}"/>
              </a:ext>
            </a:extLst>
          </p:cNvPr>
          <p:cNvSpPr txBox="1"/>
          <p:nvPr/>
        </p:nvSpPr>
        <p:spPr>
          <a:xfrm>
            <a:off x="926695" y="4874178"/>
            <a:ext cx="2422187" cy="200055"/>
          </a:xfrm>
          <a:prstGeom prst="rect">
            <a:avLst/>
          </a:prstGeom>
          <a:solidFill>
            <a:srgbClr val="133C41"/>
          </a:solidFill>
        </p:spPr>
        <p:txBody>
          <a:bodyPr wrap="square" lIns="91440" tIns="45720" rIns="91440" bIns="45720" rtlCol="0" anchor="t">
            <a:spAutoFit/>
          </a:bodyPr>
          <a:lstStyle/>
          <a:p>
            <a:pPr defTabSz="685783">
              <a:defRPr/>
            </a:pPr>
            <a:r>
              <a:rPr lang="en-US" sz="700" dirty="0">
                <a:solidFill>
                  <a:srgbClr val="FFFFFF"/>
                </a:solidFill>
                <a:latin typeface="Calibri Light"/>
              </a:rPr>
              <a:t>CONFIDENTIAL  |  © 20</a:t>
            </a:r>
            <a:r>
              <a:rPr lang="hu-HU" sz="700" dirty="0">
                <a:solidFill>
                  <a:srgbClr val="FFFFFF"/>
                </a:solidFill>
                <a:latin typeface="Calibri Light"/>
              </a:rPr>
              <a:t>25</a:t>
            </a:r>
            <a:r>
              <a:rPr lang="en-US" sz="700" dirty="0">
                <a:solidFill>
                  <a:srgbClr val="FFFFFF"/>
                </a:solidFill>
                <a:latin typeface="Calibri Light"/>
              </a:rPr>
              <a:t> </a:t>
            </a:r>
            <a:r>
              <a:rPr lang="en-US" sz="700" dirty="0">
                <a:solidFill>
                  <a:srgbClr val="FFFFFF"/>
                </a:solidFill>
                <a:latin typeface="Calibri Light"/>
              </a:rPr>
              <a:t>EPAM Systems, Inc.</a:t>
            </a:r>
          </a:p>
        </p:txBody>
      </p:sp>
    </p:spTree>
    <p:extLst>
      <p:ext uri="{BB962C8B-B14F-4D97-AF65-F5344CB8AC3E}">
        <p14:creationId xmlns:p14="http://schemas.microsoft.com/office/powerpoint/2010/main" val="21569745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06512-2036-4D33-9165-4328D3B404D0}"/>
              </a:ext>
            </a:extLst>
          </p:cNvPr>
          <p:cNvSpPr>
            <a:spLocks noGrp="1"/>
          </p:cNvSpPr>
          <p:nvPr>
            <p:ph type="title"/>
          </p:nvPr>
        </p:nvSpPr>
        <p:spPr/>
        <p:txBody>
          <a:bodyPr/>
          <a:lstStyle/>
          <a:p>
            <a:r>
              <a:rPr lang="hu-HU" sz="2100" dirty="0"/>
              <a:t>Documenting Requirements</a:t>
            </a:r>
            <a:endParaRPr lang="en-US" dirty="0"/>
          </a:p>
        </p:txBody>
      </p:sp>
      <p:sp>
        <p:nvSpPr>
          <p:cNvPr id="5" name="Slide Number Placeholder 4">
            <a:extLst>
              <a:ext uri="{FF2B5EF4-FFF2-40B4-BE49-F238E27FC236}">
                <a16:creationId xmlns:a16="http://schemas.microsoft.com/office/drawing/2014/main" id="{DB8CE0D5-5370-4EAD-95C6-C9C38FAF7E29}"/>
              </a:ext>
            </a:extLst>
          </p:cNvPr>
          <p:cNvSpPr>
            <a:spLocks noGrp="1"/>
          </p:cNvSpPr>
          <p:nvPr>
            <p:ph type="sldNum" sz="quarter" idx="4"/>
          </p:nvPr>
        </p:nvSpPr>
        <p:spPr/>
        <p:txBody>
          <a:bodyPr/>
          <a:lstStyle/>
          <a:p>
            <a:pPr defTabSz="685783"/>
            <a:fld id="{3A707DD9-E92B-45E8-BE0A-E6B2EDF345EB}" type="slidenum">
              <a:rPr lang="en-US">
                <a:latin typeface="Calibri Light"/>
              </a:rPr>
              <a:pPr defTabSz="685783"/>
              <a:t>13</a:t>
            </a:fld>
            <a:endParaRPr lang="en-US">
              <a:latin typeface="Calibri Light"/>
            </a:endParaRPr>
          </a:p>
        </p:txBody>
      </p:sp>
      <p:sp>
        <p:nvSpPr>
          <p:cNvPr id="7" name="Text Placeholder 3">
            <a:extLst>
              <a:ext uri="{FF2B5EF4-FFF2-40B4-BE49-F238E27FC236}">
                <a16:creationId xmlns:a16="http://schemas.microsoft.com/office/drawing/2014/main" id="{94BD0D7D-A459-4098-BAE1-8A110DD933DD}"/>
              </a:ext>
            </a:extLst>
          </p:cNvPr>
          <p:cNvSpPr txBox="1">
            <a:spLocks/>
          </p:cNvSpPr>
          <p:nvPr/>
        </p:nvSpPr>
        <p:spPr>
          <a:xfrm>
            <a:off x="357188" y="804926"/>
            <a:ext cx="8429625" cy="342900"/>
          </a:xfrm>
          <a:prstGeom prst="rect">
            <a:avLst/>
          </a:prstGeom>
        </p:spPr>
        <p:txBody>
          <a:bodyPr vert="horz" wrap="none" lIns="0" tIns="0" rIns="0" bIns="0" rtlCol="0">
            <a:noAutofit/>
          </a:bodyPr>
          <a:lstStyle>
            <a:lvl1pPr marL="0" indent="0" algn="l" defTabSz="914400" rtl="0" eaLnBrk="1" latinLnBrk="0" hangingPunct="1">
              <a:lnSpc>
                <a:spcPts val="1600"/>
              </a:lnSpc>
              <a:spcBef>
                <a:spcPts val="288"/>
              </a:spcBef>
              <a:spcAft>
                <a:spcPts val="300"/>
              </a:spcAft>
              <a:buFont typeface="Arial" panose="020B0604020202020204" pitchFamily="34" charset="0"/>
              <a:buNone/>
              <a:defRPr sz="1200" b="1" i="0" kern="1200" cap="all" spc="200" baseline="0">
                <a:solidFill>
                  <a:schemeClr val="accent2"/>
                </a:solidFill>
                <a:latin typeface="+mn-lt"/>
                <a:ea typeface="+mn-ea"/>
                <a:cs typeface="+mn-cs"/>
              </a:defRPr>
            </a:lvl1pPr>
            <a:lvl2pPr marL="6286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5250" defTabSz="685800">
              <a:lnSpc>
                <a:spcPts val="1200"/>
              </a:lnSpc>
              <a:spcBef>
                <a:spcPts val="216"/>
              </a:spcBef>
              <a:spcAft>
                <a:spcPts val="225"/>
              </a:spcAft>
            </a:pPr>
            <a:r>
              <a:rPr lang="en-US" sz="1800" spc="150" dirty="0">
                <a:solidFill>
                  <a:srgbClr val="76CDD8"/>
                </a:solidFill>
                <a:latin typeface="Calibri"/>
              </a:rPr>
              <a:t>Natural Language, Transformational </a:t>
            </a:r>
            <a:r>
              <a:rPr lang="en-US" sz="1800" spc="150" dirty="0">
                <a:solidFill>
                  <a:srgbClr val="76CDD8"/>
                </a:solidFill>
                <a:latin typeface="Calibri"/>
              </a:rPr>
              <a:t>Processes</a:t>
            </a:r>
            <a:r>
              <a:rPr lang="hu-HU" sz="1800" spc="150" dirty="0">
                <a:solidFill>
                  <a:srgbClr val="76CDD8"/>
                </a:solidFill>
                <a:latin typeface="Calibri"/>
              </a:rPr>
              <a:t> - examples</a:t>
            </a:r>
            <a:endParaRPr lang="en-US" sz="1800" spc="150" dirty="0">
              <a:solidFill>
                <a:srgbClr val="76CDD8"/>
              </a:solidFill>
              <a:latin typeface="Calibri"/>
            </a:endParaRPr>
          </a:p>
        </p:txBody>
      </p:sp>
      <p:sp>
        <p:nvSpPr>
          <p:cNvPr id="9" name="Content Placeholder 5">
            <a:extLst>
              <a:ext uri="{FF2B5EF4-FFF2-40B4-BE49-F238E27FC236}">
                <a16:creationId xmlns:a16="http://schemas.microsoft.com/office/drawing/2014/main" id="{96E2460F-395C-4FBB-864E-73DAD5796919}"/>
              </a:ext>
            </a:extLst>
          </p:cNvPr>
          <p:cNvSpPr>
            <a:spLocks noGrp="1"/>
          </p:cNvSpPr>
          <p:nvPr>
            <p:ph sz="quarter" idx="10"/>
          </p:nvPr>
        </p:nvSpPr>
        <p:spPr>
          <a:xfrm>
            <a:off x="357188" y="1422401"/>
            <a:ext cx="8536089" cy="2654649"/>
          </a:xfrm>
        </p:spPr>
        <p:txBody>
          <a:bodyPr/>
          <a:lstStyle/>
          <a:p>
            <a:r>
              <a:rPr lang="hu-HU" sz="1350" dirty="0"/>
              <a:t>Nominalization</a:t>
            </a:r>
          </a:p>
          <a:p>
            <a:pPr lvl="1"/>
            <a:r>
              <a:rPr lang="hu-HU" sz="1350" dirty="0"/>
              <a:t>Data processing takes place</a:t>
            </a:r>
          </a:p>
          <a:p>
            <a:pPr lvl="1"/>
            <a:r>
              <a:rPr lang="en-US" sz="1350" dirty="0"/>
              <a:t>The system automatically processes incoming data and saves it into the database within 2 seconds</a:t>
            </a:r>
            <a:endParaRPr lang="hu-HU" sz="1350" dirty="0"/>
          </a:p>
          <a:p>
            <a:r>
              <a:rPr lang="hu-HU" sz="1350" dirty="0"/>
              <a:t>Vague nouns:</a:t>
            </a:r>
          </a:p>
          <a:p>
            <a:pPr lvl="1"/>
            <a:r>
              <a:rPr lang="hu-HU" sz="1350" dirty="0"/>
              <a:t>The system handles files </a:t>
            </a:r>
          </a:p>
          <a:p>
            <a:pPr lvl="1"/>
            <a:r>
              <a:rPr lang="en-US" sz="1350" dirty="0"/>
              <a:t>The system can upload, store, and open PDF and DOCX files</a:t>
            </a:r>
            <a:endParaRPr lang="hu-HU" sz="1350" dirty="0"/>
          </a:p>
          <a:p>
            <a:r>
              <a:rPr lang="hu-HU" sz="1350" dirty="0"/>
              <a:t>Universal quantifiers: </a:t>
            </a:r>
          </a:p>
          <a:p>
            <a:pPr lvl="1"/>
            <a:r>
              <a:rPr lang="hu-HU" sz="1350" dirty="0"/>
              <a:t>All users have access to the data</a:t>
            </a:r>
          </a:p>
          <a:p>
            <a:pPr lvl="1"/>
            <a:r>
              <a:rPr lang="en-US" sz="1350" dirty="0"/>
              <a:t>Administrators and project managers can access all data, while regular users can only access their own</a:t>
            </a:r>
            <a:endParaRPr lang="hu-HU" sz="1350" dirty="0"/>
          </a:p>
          <a:p>
            <a:endParaRPr lang="hu-HU" sz="1350" dirty="0"/>
          </a:p>
          <a:p>
            <a:endParaRPr lang="hu-HU" sz="1350" dirty="0"/>
          </a:p>
        </p:txBody>
      </p:sp>
      <p:sp>
        <p:nvSpPr>
          <p:cNvPr id="11" name="TextBox 10">
            <a:extLst>
              <a:ext uri="{FF2B5EF4-FFF2-40B4-BE49-F238E27FC236}">
                <a16:creationId xmlns:a16="http://schemas.microsoft.com/office/drawing/2014/main" id="{75566065-950B-4EF0-AA98-F45A5175A3CE}"/>
              </a:ext>
            </a:extLst>
          </p:cNvPr>
          <p:cNvSpPr txBox="1"/>
          <p:nvPr/>
        </p:nvSpPr>
        <p:spPr>
          <a:xfrm>
            <a:off x="926695" y="4874178"/>
            <a:ext cx="2422187" cy="200055"/>
          </a:xfrm>
          <a:prstGeom prst="rect">
            <a:avLst/>
          </a:prstGeom>
          <a:solidFill>
            <a:srgbClr val="133C41"/>
          </a:solidFill>
        </p:spPr>
        <p:txBody>
          <a:bodyPr wrap="square" lIns="91440" tIns="45720" rIns="91440" bIns="45720" rtlCol="0" anchor="t">
            <a:spAutoFit/>
          </a:bodyPr>
          <a:lstStyle/>
          <a:p>
            <a:pPr defTabSz="685783">
              <a:defRPr/>
            </a:pPr>
            <a:r>
              <a:rPr lang="en-US" sz="700" dirty="0">
                <a:solidFill>
                  <a:srgbClr val="FFFFFF"/>
                </a:solidFill>
                <a:latin typeface="Calibri Light"/>
              </a:rPr>
              <a:t>CONFIDENTIAL  |  © 20</a:t>
            </a:r>
            <a:r>
              <a:rPr lang="hu-HU" sz="700" dirty="0">
                <a:solidFill>
                  <a:srgbClr val="FFFFFF"/>
                </a:solidFill>
                <a:latin typeface="Calibri Light"/>
              </a:rPr>
              <a:t>25</a:t>
            </a:r>
            <a:r>
              <a:rPr lang="en-US" sz="700" dirty="0">
                <a:solidFill>
                  <a:srgbClr val="FFFFFF"/>
                </a:solidFill>
                <a:latin typeface="Calibri Light"/>
              </a:rPr>
              <a:t> </a:t>
            </a:r>
            <a:r>
              <a:rPr lang="en-US" sz="700" dirty="0">
                <a:solidFill>
                  <a:srgbClr val="FFFFFF"/>
                </a:solidFill>
                <a:latin typeface="Calibri Light"/>
              </a:rPr>
              <a:t>EPAM Systems, Inc.</a:t>
            </a:r>
          </a:p>
        </p:txBody>
      </p:sp>
    </p:spTree>
    <p:extLst>
      <p:ext uri="{BB962C8B-B14F-4D97-AF65-F5344CB8AC3E}">
        <p14:creationId xmlns:p14="http://schemas.microsoft.com/office/powerpoint/2010/main" val="934085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nodeType="clickEffect">
                                  <p:stCondLst>
                                    <p:cond delay="0"/>
                                  </p:stCondLst>
                                  <p:childTnLst>
                                    <p:animClr clrSpc="rgb" dir="cw">
                                      <p:cBhvr override="childStyle">
                                        <p:cTn id="6" dur="2000" fill="hold"/>
                                        <p:tgtEl>
                                          <p:spTgt spid="9">
                                            <p:txEl>
                                              <p:pRg st="1" end="1"/>
                                            </p:txEl>
                                          </p:spTgt>
                                        </p:tgtEl>
                                        <p:attrNameLst>
                                          <p:attrName>style.color</p:attrName>
                                        </p:attrNameLst>
                                      </p:cBhvr>
                                      <p:to>
                                        <a:srgbClr val="FF0000"/>
                                      </p:to>
                                    </p:animClr>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anim calcmode="lin" valueType="num">
                                      <p:cBhvr additive="base">
                                        <p:cTn id="11" dur="1500" fill="hold"/>
                                        <p:tgtEl>
                                          <p:spTgt spid="9">
                                            <p:txEl>
                                              <p:pRg st="2" end="2"/>
                                            </p:txEl>
                                          </p:spTgt>
                                        </p:tgtEl>
                                        <p:attrNameLst>
                                          <p:attrName>ppt_x</p:attrName>
                                        </p:attrNameLst>
                                      </p:cBhvr>
                                      <p:tavLst>
                                        <p:tav tm="0">
                                          <p:val>
                                            <p:strVal val="#ppt_x"/>
                                          </p:val>
                                        </p:tav>
                                        <p:tav tm="100000">
                                          <p:val>
                                            <p:strVal val="#ppt_x"/>
                                          </p:val>
                                        </p:tav>
                                      </p:tavLst>
                                    </p:anim>
                                    <p:anim calcmode="lin" valueType="num">
                                      <p:cBhvr additive="base">
                                        <p:cTn id="12" dur="1500" fill="hold"/>
                                        <p:tgtEl>
                                          <p:spTgt spid="9">
                                            <p:txEl>
                                              <p:pRg st="2" end="2"/>
                                            </p:txEl>
                                          </p:spTgt>
                                        </p:tgtEl>
                                        <p:attrNameLst>
                                          <p:attrName>ppt_y</p:attrName>
                                        </p:attrNameLst>
                                      </p:cBhvr>
                                      <p:tavLst>
                                        <p:tav tm="0">
                                          <p:val>
                                            <p:strVal val="1+#ppt_h/2"/>
                                          </p:val>
                                        </p:tav>
                                        <p:tav tm="100000">
                                          <p:val>
                                            <p:strVal val="#ppt_y"/>
                                          </p:val>
                                        </p:tav>
                                      </p:tavLst>
                                    </p:anim>
                                  </p:childTnLst>
                                </p:cTn>
                              </p:par>
                              <p:par>
                                <p:cTn id="13" presetID="3" presetClass="emph" presetSubtype="2" fill="hold" nodeType="withEffect">
                                  <p:stCondLst>
                                    <p:cond delay="0"/>
                                  </p:stCondLst>
                                  <p:childTnLst>
                                    <p:animClr clrSpc="rgb" dir="cw">
                                      <p:cBhvr override="childStyle">
                                        <p:cTn id="14" dur="2000" fill="hold"/>
                                        <p:tgtEl>
                                          <p:spTgt spid="9">
                                            <p:txEl>
                                              <p:pRg st="2" end="2"/>
                                            </p:txEl>
                                          </p:spTgt>
                                        </p:tgtEl>
                                        <p:attrNameLst>
                                          <p:attrName>style.color</p:attrName>
                                        </p:attrNameLst>
                                      </p:cBhvr>
                                      <p:to>
                                        <a:srgbClr val="00B050"/>
                                      </p:to>
                                    </p:animClr>
                                  </p:childTnLst>
                                </p:cTn>
                              </p:par>
                            </p:childTnLst>
                          </p:cTn>
                        </p:par>
                      </p:childTnLst>
                    </p:cTn>
                  </p:par>
                  <p:par>
                    <p:cTn id="15" fill="hold">
                      <p:stCondLst>
                        <p:cond delay="indefinite"/>
                      </p:stCondLst>
                      <p:childTnLst>
                        <p:par>
                          <p:cTn id="16" fill="hold">
                            <p:stCondLst>
                              <p:cond delay="0"/>
                            </p:stCondLst>
                            <p:childTnLst>
                              <p:par>
                                <p:cTn id="17" presetID="3" presetClass="emph" presetSubtype="2" fill="hold" nodeType="clickEffect">
                                  <p:stCondLst>
                                    <p:cond delay="0"/>
                                  </p:stCondLst>
                                  <p:childTnLst>
                                    <p:animClr clrSpc="rgb" dir="cw">
                                      <p:cBhvr override="childStyle">
                                        <p:cTn id="18" dur="2000" fill="hold"/>
                                        <p:tgtEl>
                                          <p:spTgt spid="9">
                                            <p:txEl>
                                              <p:pRg st="4" end="4"/>
                                            </p:txEl>
                                          </p:spTgt>
                                        </p:tgtEl>
                                        <p:attrNameLst>
                                          <p:attrName>style.color</p:attrName>
                                        </p:attrNameLst>
                                      </p:cBhvr>
                                      <p:to>
                                        <a:srgbClr val="FF0000"/>
                                      </p:to>
                                    </p:animClr>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9">
                                            <p:txEl>
                                              <p:pRg st="5" end="5"/>
                                            </p:txEl>
                                          </p:spTgt>
                                        </p:tgtEl>
                                        <p:attrNameLst>
                                          <p:attrName>style.visibility</p:attrName>
                                        </p:attrNameLst>
                                      </p:cBhvr>
                                      <p:to>
                                        <p:strVal val="visible"/>
                                      </p:to>
                                    </p:set>
                                    <p:anim calcmode="lin" valueType="num">
                                      <p:cBhvr additive="base">
                                        <p:cTn id="23" dur="1500" fill="hold"/>
                                        <p:tgtEl>
                                          <p:spTgt spid="9">
                                            <p:txEl>
                                              <p:pRg st="5" end="5"/>
                                            </p:txEl>
                                          </p:spTgt>
                                        </p:tgtEl>
                                        <p:attrNameLst>
                                          <p:attrName>ppt_x</p:attrName>
                                        </p:attrNameLst>
                                      </p:cBhvr>
                                      <p:tavLst>
                                        <p:tav tm="0">
                                          <p:val>
                                            <p:strVal val="#ppt_x"/>
                                          </p:val>
                                        </p:tav>
                                        <p:tav tm="100000">
                                          <p:val>
                                            <p:strVal val="#ppt_x"/>
                                          </p:val>
                                        </p:tav>
                                      </p:tavLst>
                                    </p:anim>
                                    <p:anim calcmode="lin" valueType="num">
                                      <p:cBhvr additive="base">
                                        <p:cTn id="24" dur="1500" fill="hold"/>
                                        <p:tgtEl>
                                          <p:spTgt spid="9">
                                            <p:txEl>
                                              <p:pRg st="5" end="5"/>
                                            </p:txEl>
                                          </p:spTgt>
                                        </p:tgtEl>
                                        <p:attrNameLst>
                                          <p:attrName>ppt_y</p:attrName>
                                        </p:attrNameLst>
                                      </p:cBhvr>
                                      <p:tavLst>
                                        <p:tav tm="0">
                                          <p:val>
                                            <p:strVal val="1+#ppt_h/2"/>
                                          </p:val>
                                        </p:tav>
                                        <p:tav tm="100000">
                                          <p:val>
                                            <p:strVal val="#ppt_y"/>
                                          </p:val>
                                        </p:tav>
                                      </p:tavLst>
                                    </p:anim>
                                  </p:childTnLst>
                                </p:cTn>
                              </p:par>
                              <p:par>
                                <p:cTn id="25" presetID="3" presetClass="emph" presetSubtype="2" fill="hold" nodeType="withEffect">
                                  <p:stCondLst>
                                    <p:cond delay="0"/>
                                  </p:stCondLst>
                                  <p:childTnLst>
                                    <p:animClr clrSpc="rgb" dir="cw">
                                      <p:cBhvr override="childStyle">
                                        <p:cTn id="26" dur="2000" fill="hold"/>
                                        <p:tgtEl>
                                          <p:spTgt spid="9">
                                            <p:txEl>
                                              <p:pRg st="5" end="5"/>
                                            </p:txEl>
                                          </p:spTgt>
                                        </p:tgtEl>
                                        <p:attrNameLst>
                                          <p:attrName>style.color</p:attrName>
                                        </p:attrNameLst>
                                      </p:cBhvr>
                                      <p:to>
                                        <a:srgbClr val="00B050"/>
                                      </p:to>
                                    </p:animClr>
                                  </p:childTnLst>
                                </p:cTn>
                              </p:par>
                            </p:childTnLst>
                          </p:cTn>
                        </p:par>
                      </p:childTnLst>
                    </p:cTn>
                  </p:par>
                  <p:par>
                    <p:cTn id="27" fill="hold">
                      <p:stCondLst>
                        <p:cond delay="indefinite"/>
                      </p:stCondLst>
                      <p:childTnLst>
                        <p:par>
                          <p:cTn id="28" fill="hold">
                            <p:stCondLst>
                              <p:cond delay="0"/>
                            </p:stCondLst>
                            <p:childTnLst>
                              <p:par>
                                <p:cTn id="29" presetID="3" presetClass="emph" presetSubtype="2" fill="hold" nodeType="clickEffect">
                                  <p:stCondLst>
                                    <p:cond delay="0"/>
                                  </p:stCondLst>
                                  <p:childTnLst>
                                    <p:animClr clrSpc="rgb" dir="cw">
                                      <p:cBhvr override="childStyle">
                                        <p:cTn id="30" dur="2000" fill="hold"/>
                                        <p:tgtEl>
                                          <p:spTgt spid="9">
                                            <p:txEl>
                                              <p:pRg st="7" end="7"/>
                                            </p:txEl>
                                          </p:spTgt>
                                        </p:tgtEl>
                                        <p:attrNameLst>
                                          <p:attrName>style.color</p:attrName>
                                        </p:attrNameLst>
                                      </p:cBhvr>
                                      <p:to>
                                        <a:srgbClr val="FF0000"/>
                                      </p:to>
                                    </p:animClr>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9">
                                            <p:txEl>
                                              <p:pRg st="8" end="8"/>
                                            </p:txEl>
                                          </p:spTgt>
                                        </p:tgtEl>
                                        <p:attrNameLst>
                                          <p:attrName>style.visibility</p:attrName>
                                        </p:attrNameLst>
                                      </p:cBhvr>
                                      <p:to>
                                        <p:strVal val="visible"/>
                                      </p:to>
                                    </p:set>
                                    <p:anim calcmode="lin" valueType="num">
                                      <p:cBhvr additive="base">
                                        <p:cTn id="35" dur="1500" fill="hold"/>
                                        <p:tgtEl>
                                          <p:spTgt spid="9">
                                            <p:txEl>
                                              <p:pRg st="8" end="8"/>
                                            </p:txEl>
                                          </p:spTgt>
                                        </p:tgtEl>
                                        <p:attrNameLst>
                                          <p:attrName>ppt_x</p:attrName>
                                        </p:attrNameLst>
                                      </p:cBhvr>
                                      <p:tavLst>
                                        <p:tav tm="0">
                                          <p:val>
                                            <p:strVal val="#ppt_x"/>
                                          </p:val>
                                        </p:tav>
                                        <p:tav tm="100000">
                                          <p:val>
                                            <p:strVal val="#ppt_x"/>
                                          </p:val>
                                        </p:tav>
                                      </p:tavLst>
                                    </p:anim>
                                    <p:anim calcmode="lin" valueType="num">
                                      <p:cBhvr additive="base">
                                        <p:cTn id="36" dur="1500" fill="hold"/>
                                        <p:tgtEl>
                                          <p:spTgt spid="9">
                                            <p:txEl>
                                              <p:pRg st="8" end="8"/>
                                            </p:txEl>
                                          </p:spTgt>
                                        </p:tgtEl>
                                        <p:attrNameLst>
                                          <p:attrName>ppt_y</p:attrName>
                                        </p:attrNameLst>
                                      </p:cBhvr>
                                      <p:tavLst>
                                        <p:tav tm="0">
                                          <p:val>
                                            <p:strVal val="1+#ppt_h/2"/>
                                          </p:val>
                                        </p:tav>
                                        <p:tav tm="100000">
                                          <p:val>
                                            <p:strVal val="#ppt_y"/>
                                          </p:val>
                                        </p:tav>
                                      </p:tavLst>
                                    </p:anim>
                                  </p:childTnLst>
                                </p:cTn>
                              </p:par>
                              <p:par>
                                <p:cTn id="37" presetID="3" presetClass="emph" presetSubtype="2" fill="hold" nodeType="withEffect">
                                  <p:stCondLst>
                                    <p:cond delay="0"/>
                                  </p:stCondLst>
                                  <p:childTnLst>
                                    <p:animClr clrSpc="rgb" dir="cw">
                                      <p:cBhvr override="childStyle">
                                        <p:cTn id="38" dur="2000" fill="hold"/>
                                        <p:tgtEl>
                                          <p:spTgt spid="9">
                                            <p:txEl>
                                              <p:pRg st="8" end="8"/>
                                            </p:txEl>
                                          </p:spTgt>
                                        </p:tgtEl>
                                        <p:attrNameLst>
                                          <p:attrName>style.color</p:attrName>
                                        </p:attrNameLst>
                                      </p:cBhvr>
                                      <p:to>
                                        <a:srgbClr val="00B05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06512-2036-4D33-9165-4328D3B404D0}"/>
              </a:ext>
            </a:extLst>
          </p:cNvPr>
          <p:cNvSpPr>
            <a:spLocks noGrp="1"/>
          </p:cNvSpPr>
          <p:nvPr>
            <p:ph type="title"/>
          </p:nvPr>
        </p:nvSpPr>
        <p:spPr/>
        <p:txBody>
          <a:bodyPr/>
          <a:lstStyle/>
          <a:p>
            <a:r>
              <a:rPr lang="hu-HU" sz="2100" dirty="0"/>
              <a:t>Documenting Requirements</a:t>
            </a:r>
            <a:endParaRPr lang="en-US" dirty="0"/>
          </a:p>
        </p:txBody>
      </p:sp>
      <p:sp>
        <p:nvSpPr>
          <p:cNvPr id="5" name="Slide Number Placeholder 4">
            <a:extLst>
              <a:ext uri="{FF2B5EF4-FFF2-40B4-BE49-F238E27FC236}">
                <a16:creationId xmlns:a16="http://schemas.microsoft.com/office/drawing/2014/main" id="{DB8CE0D5-5370-4EAD-95C6-C9C38FAF7E29}"/>
              </a:ext>
            </a:extLst>
          </p:cNvPr>
          <p:cNvSpPr>
            <a:spLocks noGrp="1"/>
          </p:cNvSpPr>
          <p:nvPr>
            <p:ph type="sldNum" sz="quarter" idx="4"/>
          </p:nvPr>
        </p:nvSpPr>
        <p:spPr/>
        <p:txBody>
          <a:bodyPr/>
          <a:lstStyle/>
          <a:p>
            <a:pPr defTabSz="685783"/>
            <a:fld id="{3A707DD9-E92B-45E8-BE0A-E6B2EDF345EB}" type="slidenum">
              <a:rPr lang="en-US">
                <a:latin typeface="Calibri Light"/>
              </a:rPr>
              <a:pPr defTabSz="685783"/>
              <a:t>14</a:t>
            </a:fld>
            <a:endParaRPr lang="en-US">
              <a:latin typeface="Calibri Light"/>
            </a:endParaRPr>
          </a:p>
        </p:txBody>
      </p:sp>
      <p:sp>
        <p:nvSpPr>
          <p:cNvPr id="7" name="Text Placeholder 3">
            <a:extLst>
              <a:ext uri="{FF2B5EF4-FFF2-40B4-BE49-F238E27FC236}">
                <a16:creationId xmlns:a16="http://schemas.microsoft.com/office/drawing/2014/main" id="{94BD0D7D-A459-4098-BAE1-8A110DD933DD}"/>
              </a:ext>
            </a:extLst>
          </p:cNvPr>
          <p:cNvSpPr txBox="1">
            <a:spLocks/>
          </p:cNvSpPr>
          <p:nvPr/>
        </p:nvSpPr>
        <p:spPr>
          <a:xfrm>
            <a:off x="357188" y="804926"/>
            <a:ext cx="8429625" cy="342900"/>
          </a:xfrm>
          <a:prstGeom prst="rect">
            <a:avLst/>
          </a:prstGeom>
        </p:spPr>
        <p:txBody>
          <a:bodyPr vert="horz" wrap="none" lIns="0" tIns="0" rIns="0" bIns="0" rtlCol="0">
            <a:noAutofit/>
          </a:bodyPr>
          <a:lstStyle>
            <a:lvl1pPr marL="0" indent="0" algn="l" defTabSz="914400" rtl="0" eaLnBrk="1" latinLnBrk="0" hangingPunct="1">
              <a:lnSpc>
                <a:spcPts val="1600"/>
              </a:lnSpc>
              <a:spcBef>
                <a:spcPts val="288"/>
              </a:spcBef>
              <a:spcAft>
                <a:spcPts val="300"/>
              </a:spcAft>
              <a:buFont typeface="Arial" panose="020B0604020202020204" pitchFamily="34" charset="0"/>
              <a:buNone/>
              <a:defRPr sz="1200" b="1" i="0" kern="1200" cap="all" spc="200" baseline="0">
                <a:solidFill>
                  <a:schemeClr val="accent2"/>
                </a:solidFill>
                <a:latin typeface="+mn-lt"/>
                <a:ea typeface="+mn-ea"/>
                <a:cs typeface="+mn-cs"/>
              </a:defRPr>
            </a:lvl1pPr>
            <a:lvl2pPr marL="6286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5250" defTabSz="685800">
              <a:lnSpc>
                <a:spcPts val="1200"/>
              </a:lnSpc>
              <a:spcBef>
                <a:spcPts val="216"/>
              </a:spcBef>
              <a:spcAft>
                <a:spcPts val="225"/>
              </a:spcAft>
            </a:pPr>
            <a:r>
              <a:rPr lang="en-US" sz="1800" spc="150" dirty="0">
                <a:solidFill>
                  <a:srgbClr val="76CDD8"/>
                </a:solidFill>
                <a:latin typeface="Calibri"/>
              </a:rPr>
              <a:t>Natural Language, Transformational </a:t>
            </a:r>
            <a:r>
              <a:rPr lang="en-US" sz="1800" spc="150" dirty="0">
                <a:solidFill>
                  <a:srgbClr val="76CDD8"/>
                </a:solidFill>
                <a:latin typeface="Calibri"/>
              </a:rPr>
              <a:t>Processes</a:t>
            </a:r>
            <a:r>
              <a:rPr lang="hu-HU" sz="1800" spc="150" dirty="0">
                <a:solidFill>
                  <a:srgbClr val="76CDD8"/>
                </a:solidFill>
                <a:latin typeface="Calibri"/>
              </a:rPr>
              <a:t> - examples</a:t>
            </a:r>
            <a:endParaRPr lang="en-US" sz="1800" spc="150" dirty="0">
              <a:solidFill>
                <a:srgbClr val="76CDD8"/>
              </a:solidFill>
              <a:latin typeface="Calibri"/>
            </a:endParaRPr>
          </a:p>
        </p:txBody>
      </p:sp>
      <p:sp>
        <p:nvSpPr>
          <p:cNvPr id="9" name="Content Placeholder 5">
            <a:extLst>
              <a:ext uri="{FF2B5EF4-FFF2-40B4-BE49-F238E27FC236}">
                <a16:creationId xmlns:a16="http://schemas.microsoft.com/office/drawing/2014/main" id="{96E2460F-395C-4FBB-864E-73DAD5796919}"/>
              </a:ext>
            </a:extLst>
          </p:cNvPr>
          <p:cNvSpPr>
            <a:spLocks noGrp="1"/>
          </p:cNvSpPr>
          <p:nvPr>
            <p:ph sz="quarter" idx="10"/>
          </p:nvPr>
        </p:nvSpPr>
        <p:spPr>
          <a:xfrm>
            <a:off x="357188" y="1422401"/>
            <a:ext cx="8536089" cy="2654649"/>
          </a:xfrm>
        </p:spPr>
        <p:txBody>
          <a:bodyPr/>
          <a:lstStyle/>
          <a:p>
            <a:r>
              <a:rPr lang="hu-HU" sz="1350" dirty="0"/>
              <a:t>Incompletely specified conditions</a:t>
            </a:r>
          </a:p>
          <a:p>
            <a:pPr lvl="1"/>
            <a:r>
              <a:rPr lang="hu-HU" sz="1350" dirty="0"/>
              <a:t>The system displays an error message</a:t>
            </a:r>
          </a:p>
          <a:p>
            <a:pPr lvl="1"/>
            <a:r>
              <a:rPr lang="en-US" sz="1350" dirty="0"/>
              <a:t>If the user enters the wrong password three times, the system displays a red warning message and blocks login for 5 minutes</a:t>
            </a:r>
            <a:endParaRPr lang="hu-HU" sz="1350" dirty="0"/>
          </a:p>
          <a:p>
            <a:r>
              <a:rPr lang="hu-HU" sz="1350" dirty="0"/>
              <a:t>Incompletely specified process verbs</a:t>
            </a:r>
          </a:p>
          <a:p>
            <a:pPr lvl="1"/>
            <a:r>
              <a:rPr lang="en-US" sz="1350" dirty="0"/>
              <a:t>The system checks the data</a:t>
            </a:r>
            <a:endParaRPr lang="hu-HU" sz="1350" dirty="0"/>
          </a:p>
          <a:p>
            <a:pPr lvl="1"/>
            <a:r>
              <a:rPr lang="en-US" sz="1350" dirty="0"/>
              <a:t>The system checks that the entered e-mail address contains an @ symbol and a valid domain name</a:t>
            </a:r>
            <a:endParaRPr lang="hu-HU" sz="1350" dirty="0"/>
          </a:p>
          <a:p>
            <a:endParaRPr lang="hu-HU" sz="1350" dirty="0"/>
          </a:p>
          <a:p>
            <a:endParaRPr lang="hu-HU" sz="1350" dirty="0"/>
          </a:p>
        </p:txBody>
      </p:sp>
      <p:sp>
        <p:nvSpPr>
          <p:cNvPr id="11" name="TextBox 10">
            <a:extLst>
              <a:ext uri="{FF2B5EF4-FFF2-40B4-BE49-F238E27FC236}">
                <a16:creationId xmlns:a16="http://schemas.microsoft.com/office/drawing/2014/main" id="{75566065-950B-4EF0-AA98-F45A5175A3CE}"/>
              </a:ext>
            </a:extLst>
          </p:cNvPr>
          <p:cNvSpPr txBox="1"/>
          <p:nvPr/>
        </p:nvSpPr>
        <p:spPr>
          <a:xfrm>
            <a:off x="926695" y="4874178"/>
            <a:ext cx="2422187" cy="200055"/>
          </a:xfrm>
          <a:prstGeom prst="rect">
            <a:avLst/>
          </a:prstGeom>
          <a:solidFill>
            <a:srgbClr val="133C41"/>
          </a:solidFill>
        </p:spPr>
        <p:txBody>
          <a:bodyPr wrap="square" lIns="91440" tIns="45720" rIns="91440" bIns="45720" rtlCol="0" anchor="t">
            <a:spAutoFit/>
          </a:bodyPr>
          <a:lstStyle/>
          <a:p>
            <a:pPr defTabSz="685783">
              <a:defRPr/>
            </a:pPr>
            <a:r>
              <a:rPr lang="en-US" sz="700" dirty="0">
                <a:solidFill>
                  <a:srgbClr val="FFFFFF"/>
                </a:solidFill>
                <a:latin typeface="Calibri Light"/>
              </a:rPr>
              <a:t>CONFIDENTIAL  |  © 20</a:t>
            </a:r>
            <a:r>
              <a:rPr lang="hu-HU" sz="700" dirty="0">
                <a:solidFill>
                  <a:srgbClr val="FFFFFF"/>
                </a:solidFill>
                <a:latin typeface="Calibri Light"/>
              </a:rPr>
              <a:t>25</a:t>
            </a:r>
            <a:r>
              <a:rPr lang="en-US" sz="700" dirty="0">
                <a:solidFill>
                  <a:srgbClr val="FFFFFF"/>
                </a:solidFill>
                <a:latin typeface="Calibri Light"/>
              </a:rPr>
              <a:t> </a:t>
            </a:r>
            <a:r>
              <a:rPr lang="en-US" sz="700" dirty="0">
                <a:solidFill>
                  <a:srgbClr val="FFFFFF"/>
                </a:solidFill>
                <a:latin typeface="Calibri Light"/>
              </a:rPr>
              <a:t>EPAM Systems, Inc.</a:t>
            </a:r>
          </a:p>
        </p:txBody>
      </p:sp>
    </p:spTree>
    <p:extLst>
      <p:ext uri="{BB962C8B-B14F-4D97-AF65-F5344CB8AC3E}">
        <p14:creationId xmlns:p14="http://schemas.microsoft.com/office/powerpoint/2010/main" val="2563920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nodeType="clickEffect">
                                  <p:stCondLst>
                                    <p:cond delay="0"/>
                                  </p:stCondLst>
                                  <p:childTnLst>
                                    <p:animClr clrSpc="rgb" dir="cw">
                                      <p:cBhvr override="childStyle">
                                        <p:cTn id="6" dur="2000" fill="hold"/>
                                        <p:tgtEl>
                                          <p:spTgt spid="9">
                                            <p:txEl>
                                              <p:pRg st="1" end="1"/>
                                            </p:txEl>
                                          </p:spTgt>
                                        </p:tgtEl>
                                        <p:attrNameLst>
                                          <p:attrName>style.color</p:attrName>
                                        </p:attrNameLst>
                                      </p:cBhvr>
                                      <p:to>
                                        <a:srgbClr val="FF0000"/>
                                      </p:to>
                                    </p:animClr>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anim calcmode="lin" valueType="num">
                                      <p:cBhvr additive="base">
                                        <p:cTn id="11" dur="1500" fill="hold"/>
                                        <p:tgtEl>
                                          <p:spTgt spid="9">
                                            <p:txEl>
                                              <p:pRg st="2" end="2"/>
                                            </p:txEl>
                                          </p:spTgt>
                                        </p:tgtEl>
                                        <p:attrNameLst>
                                          <p:attrName>ppt_x</p:attrName>
                                        </p:attrNameLst>
                                      </p:cBhvr>
                                      <p:tavLst>
                                        <p:tav tm="0">
                                          <p:val>
                                            <p:strVal val="#ppt_x"/>
                                          </p:val>
                                        </p:tav>
                                        <p:tav tm="100000">
                                          <p:val>
                                            <p:strVal val="#ppt_x"/>
                                          </p:val>
                                        </p:tav>
                                      </p:tavLst>
                                    </p:anim>
                                    <p:anim calcmode="lin" valueType="num">
                                      <p:cBhvr additive="base">
                                        <p:cTn id="12" dur="1500" fill="hold"/>
                                        <p:tgtEl>
                                          <p:spTgt spid="9">
                                            <p:txEl>
                                              <p:pRg st="2" end="2"/>
                                            </p:txEl>
                                          </p:spTgt>
                                        </p:tgtEl>
                                        <p:attrNameLst>
                                          <p:attrName>ppt_y</p:attrName>
                                        </p:attrNameLst>
                                      </p:cBhvr>
                                      <p:tavLst>
                                        <p:tav tm="0">
                                          <p:val>
                                            <p:strVal val="1+#ppt_h/2"/>
                                          </p:val>
                                        </p:tav>
                                        <p:tav tm="100000">
                                          <p:val>
                                            <p:strVal val="#ppt_y"/>
                                          </p:val>
                                        </p:tav>
                                      </p:tavLst>
                                    </p:anim>
                                  </p:childTnLst>
                                </p:cTn>
                              </p:par>
                              <p:par>
                                <p:cTn id="13" presetID="3" presetClass="emph" presetSubtype="2" fill="hold" nodeType="withEffect">
                                  <p:stCondLst>
                                    <p:cond delay="0"/>
                                  </p:stCondLst>
                                  <p:childTnLst>
                                    <p:animClr clrSpc="rgb" dir="cw">
                                      <p:cBhvr override="childStyle">
                                        <p:cTn id="14" dur="2000" fill="hold"/>
                                        <p:tgtEl>
                                          <p:spTgt spid="9">
                                            <p:txEl>
                                              <p:pRg st="2" end="2"/>
                                            </p:txEl>
                                          </p:spTgt>
                                        </p:tgtEl>
                                        <p:attrNameLst>
                                          <p:attrName>style.color</p:attrName>
                                        </p:attrNameLst>
                                      </p:cBhvr>
                                      <p:to>
                                        <a:srgbClr val="00B050"/>
                                      </p:to>
                                    </p:animClr>
                                  </p:childTnLst>
                                </p:cTn>
                              </p:par>
                            </p:childTnLst>
                          </p:cTn>
                        </p:par>
                      </p:childTnLst>
                    </p:cTn>
                  </p:par>
                  <p:par>
                    <p:cTn id="15" fill="hold">
                      <p:stCondLst>
                        <p:cond delay="indefinite"/>
                      </p:stCondLst>
                      <p:childTnLst>
                        <p:par>
                          <p:cTn id="16" fill="hold">
                            <p:stCondLst>
                              <p:cond delay="0"/>
                            </p:stCondLst>
                            <p:childTnLst>
                              <p:par>
                                <p:cTn id="17" presetID="3" presetClass="emph" presetSubtype="2" fill="hold" nodeType="clickEffect">
                                  <p:stCondLst>
                                    <p:cond delay="0"/>
                                  </p:stCondLst>
                                  <p:childTnLst>
                                    <p:animClr clrSpc="rgb" dir="cw">
                                      <p:cBhvr override="childStyle">
                                        <p:cTn id="18" dur="2000" fill="hold"/>
                                        <p:tgtEl>
                                          <p:spTgt spid="9">
                                            <p:txEl>
                                              <p:pRg st="4" end="4"/>
                                            </p:txEl>
                                          </p:spTgt>
                                        </p:tgtEl>
                                        <p:attrNameLst>
                                          <p:attrName>style.color</p:attrName>
                                        </p:attrNameLst>
                                      </p:cBhvr>
                                      <p:to>
                                        <a:srgbClr val="FF0000"/>
                                      </p:to>
                                    </p:animClr>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9">
                                            <p:txEl>
                                              <p:pRg st="5" end="5"/>
                                            </p:txEl>
                                          </p:spTgt>
                                        </p:tgtEl>
                                        <p:attrNameLst>
                                          <p:attrName>style.visibility</p:attrName>
                                        </p:attrNameLst>
                                      </p:cBhvr>
                                      <p:to>
                                        <p:strVal val="visible"/>
                                      </p:to>
                                    </p:set>
                                    <p:anim calcmode="lin" valueType="num">
                                      <p:cBhvr additive="base">
                                        <p:cTn id="23" dur="1500" fill="hold"/>
                                        <p:tgtEl>
                                          <p:spTgt spid="9">
                                            <p:txEl>
                                              <p:pRg st="5" end="5"/>
                                            </p:txEl>
                                          </p:spTgt>
                                        </p:tgtEl>
                                        <p:attrNameLst>
                                          <p:attrName>ppt_x</p:attrName>
                                        </p:attrNameLst>
                                      </p:cBhvr>
                                      <p:tavLst>
                                        <p:tav tm="0">
                                          <p:val>
                                            <p:strVal val="#ppt_x"/>
                                          </p:val>
                                        </p:tav>
                                        <p:tav tm="100000">
                                          <p:val>
                                            <p:strVal val="#ppt_x"/>
                                          </p:val>
                                        </p:tav>
                                      </p:tavLst>
                                    </p:anim>
                                    <p:anim calcmode="lin" valueType="num">
                                      <p:cBhvr additive="base">
                                        <p:cTn id="24" dur="1500" fill="hold"/>
                                        <p:tgtEl>
                                          <p:spTgt spid="9">
                                            <p:txEl>
                                              <p:pRg st="5" end="5"/>
                                            </p:txEl>
                                          </p:spTgt>
                                        </p:tgtEl>
                                        <p:attrNameLst>
                                          <p:attrName>ppt_y</p:attrName>
                                        </p:attrNameLst>
                                      </p:cBhvr>
                                      <p:tavLst>
                                        <p:tav tm="0">
                                          <p:val>
                                            <p:strVal val="1+#ppt_h/2"/>
                                          </p:val>
                                        </p:tav>
                                        <p:tav tm="100000">
                                          <p:val>
                                            <p:strVal val="#ppt_y"/>
                                          </p:val>
                                        </p:tav>
                                      </p:tavLst>
                                    </p:anim>
                                  </p:childTnLst>
                                </p:cTn>
                              </p:par>
                              <p:par>
                                <p:cTn id="25" presetID="3" presetClass="emph" presetSubtype="2" fill="hold" nodeType="withEffect">
                                  <p:stCondLst>
                                    <p:cond delay="0"/>
                                  </p:stCondLst>
                                  <p:childTnLst>
                                    <p:animClr clrSpc="rgb" dir="cw">
                                      <p:cBhvr override="childStyle">
                                        <p:cTn id="26" dur="2000" fill="hold"/>
                                        <p:tgtEl>
                                          <p:spTgt spid="9">
                                            <p:txEl>
                                              <p:pRg st="5" end="5"/>
                                            </p:txEl>
                                          </p:spTgt>
                                        </p:tgtEl>
                                        <p:attrNameLst>
                                          <p:attrName>style.color</p:attrName>
                                        </p:attrNameLst>
                                      </p:cBhvr>
                                      <p:to>
                                        <a:srgbClr val="00B05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chor="ctr"/>
          <a:lstStyle/>
          <a:p>
            <a:r>
              <a:rPr lang="hu-HU" sz="1800" dirty="0" smtClean="0"/>
              <a:t>Next lesson (5) summary</a:t>
            </a:r>
            <a:endParaRPr lang="hu-HU" sz="1800" dirty="0"/>
          </a:p>
        </p:txBody>
      </p:sp>
    </p:spTree>
    <p:extLst>
      <p:ext uri="{BB962C8B-B14F-4D97-AF65-F5344CB8AC3E}">
        <p14:creationId xmlns:p14="http://schemas.microsoft.com/office/powerpoint/2010/main" val="119386839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hu-HU" sz="2800"/>
              <a:t>Architect</a:t>
            </a:r>
            <a:endParaRPr lang="en-US" sz="2800"/>
          </a:p>
        </p:txBody>
      </p:sp>
      <p:sp>
        <p:nvSpPr>
          <p:cNvPr id="4" name="Content Placeholder 3"/>
          <p:cNvSpPr>
            <a:spLocks noGrp="1"/>
          </p:cNvSpPr>
          <p:nvPr>
            <p:ph sz="quarter" idx="10"/>
          </p:nvPr>
        </p:nvSpPr>
        <p:spPr/>
        <p:txBody>
          <a:bodyPr/>
          <a:lstStyle/>
          <a:p>
            <a:r>
              <a:rPr lang="en-US"/>
              <a:t>Conceive</a:t>
            </a:r>
            <a:r>
              <a:rPr lang="hu-HU"/>
              <a:t>s the perfect design</a:t>
            </a:r>
          </a:p>
          <a:p>
            <a:r>
              <a:rPr lang="hu-HU"/>
              <a:t>Spends months or years producing big up-front design</a:t>
            </a:r>
          </a:p>
          <a:p>
            <a:r>
              <a:rPr lang="hu-HU"/>
              <a:t>Drawbacks</a:t>
            </a:r>
          </a:p>
          <a:p>
            <a:pPr lvl="1"/>
            <a:r>
              <a:rPr lang="hu-HU"/>
              <a:t>Big and complex designs</a:t>
            </a:r>
          </a:p>
          <a:p>
            <a:pPr lvl="2"/>
            <a:r>
              <a:rPr lang="hu-HU"/>
              <a:t>Code is written after design</a:t>
            </a:r>
          </a:p>
          <a:p>
            <a:pPr lvl="2"/>
            <a:r>
              <a:rPr lang="hu-HU"/>
              <a:t>Doesn’t capture the users’s true needs</a:t>
            </a:r>
          </a:p>
          <a:p>
            <a:pPr lvl="2"/>
            <a:r>
              <a:rPr lang="hu-HU"/>
              <a:t>Doesn’t allow for learning</a:t>
            </a:r>
          </a:p>
          <a:p>
            <a:pPr lvl="1"/>
            <a:r>
              <a:rPr lang="hu-HU"/>
              <a:t>Lack of flexibility</a:t>
            </a:r>
          </a:p>
          <a:p>
            <a:pPr lvl="2"/>
            <a:r>
              <a:rPr lang="hu-HU"/>
              <a:t>Painful bureaucratic processes</a:t>
            </a:r>
          </a:p>
          <a:p>
            <a:pPr lvl="2"/>
            <a:r>
              <a:rPr lang="hu-HU"/>
              <a:t>Not following the design</a:t>
            </a:r>
          </a:p>
          <a:p>
            <a:pPr lvl="2"/>
            <a:r>
              <a:rPr lang="hu-HU"/>
              <a:t>Random improvisation</a:t>
            </a:r>
          </a:p>
          <a:p>
            <a:pPr lvl="1"/>
            <a:r>
              <a:rPr lang="hu-HU"/>
              <a:t>Slow development process</a:t>
            </a:r>
          </a:p>
          <a:p>
            <a:pPr lvl="2"/>
            <a:r>
              <a:rPr lang="hu-HU"/>
              <a:t>Centralized architect-making decisions</a:t>
            </a:r>
          </a:p>
          <a:p>
            <a:pPr lvl="1"/>
            <a:endParaRPr lang="en-US"/>
          </a:p>
        </p:txBody>
      </p:sp>
      <p:sp>
        <p:nvSpPr>
          <p:cNvPr id="11" name="Text Placeholder 10"/>
          <p:cNvSpPr>
            <a:spLocks noGrp="1"/>
          </p:cNvSpPr>
          <p:nvPr>
            <p:ph type="body" sz="quarter" idx="11"/>
          </p:nvPr>
        </p:nvSpPr>
        <p:spPr/>
        <p:txBody>
          <a:bodyPr/>
          <a:lstStyle/>
          <a:p>
            <a:r>
              <a:rPr lang="hu-HU"/>
              <a:t>Traditional (waterfall organization)</a:t>
            </a:r>
            <a:endParaRPr lang="en-US"/>
          </a:p>
        </p:txBody>
      </p:sp>
      <p:sp>
        <p:nvSpPr>
          <p:cNvPr id="12" name="Content Placeholder 11"/>
          <p:cNvSpPr>
            <a:spLocks noGrp="1"/>
          </p:cNvSpPr>
          <p:nvPr>
            <p:ph sz="quarter" idx="12"/>
          </p:nvPr>
        </p:nvSpPr>
        <p:spPr/>
        <p:txBody>
          <a:bodyPr/>
          <a:lstStyle/>
          <a:p>
            <a:r>
              <a:rPr lang="hu-HU"/>
              <a:t>Doesn’t want to settle on a particular design too soon</a:t>
            </a:r>
          </a:p>
          <a:p>
            <a:pPr lvl="1"/>
            <a:r>
              <a:rPr lang="hu-HU"/>
              <a:t>You’ll learn about the problems as you solve them</a:t>
            </a:r>
          </a:p>
          <a:p>
            <a:r>
              <a:rPr lang="hu-HU"/>
              <a:t>Instead of it</a:t>
            </a:r>
          </a:p>
          <a:p>
            <a:pPr lvl="1"/>
            <a:r>
              <a:rPr lang="hu-HU"/>
              <a:t>Build very small things</a:t>
            </a:r>
          </a:p>
          <a:p>
            <a:pPr lvl="1"/>
            <a:r>
              <a:rPr lang="hu-HU"/>
              <a:t>Release them constantly</a:t>
            </a:r>
          </a:p>
          <a:p>
            <a:pPr lvl="1"/>
            <a:r>
              <a:rPr lang="hu-HU"/>
              <a:t>Evolve based on feedback</a:t>
            </a:r>
          </a:p>
          <a:p>
            <a:r>
              <a:rPr lang="hu-HU"/>
              <a:t>Prefers incremental design</a:t>
            </a:r>
          </a:p>
          <a:p>
            <a:r>
              <a:rPr lang="hu-HU"/>
              <a:t>Notion of experimentation</a:t>
            </a:r>
          </a:p>
          <a:p>
            <a:pPr lvl="1"/>
            <a:r>
              <a:rPr lang="hu-HU"/>
              <a:t>If you are not sure, run an experiment</a:t>
            </a:r>
          </a:p>
          <a:p>
            <a:pPr lvl="1"/>
            <a:r>
              <a:rPr lang="hu-HU"/>
              <a:t>If experiment succeeds, adopt</a:t>
            </a:r>
          </a:p>
          <a:p>
            <a:pPr lvl="1"/>
            <a:r>
              <a:rPr lang="hu-HU"/>
              <a:t>If it doesn’t throw the code and the architectute</a:t>
            </a:r>
          </a:p>
          <a:p>
            <a:r>
              <a:rPr lang="hu-HU"/>
              <a:t>Looks at rebuilding as less costly than building the wrong thing</a:t>
            </a:r>
          </a:p>
          <a:p>
            <a:r>
              <a:rPr lang="hu-HU"/>
              <a:t>Part of the team: teaching, coaching, coordinating</a:t>
            </a:r>
            <a:endParaRPr lang="en-US"/>
          </a:p>
        </p:txBody>
      </p:sp>
      <p:sp>
        <p:nvSpPr>
          <p:cNvPr id="13" name="Text Placeholder 12"/>
          <p:cNvSpPr>
            <a:spLocks noGrp="1"/>
          </p:cNvSpPr>
          <p:nvPr>
            <p:ph type="body" sz="quarter" idx="13"/>
          </p:nvPr>
        </p:nvSpPr>
        <p:spPr/>
        <p:txBody>
          <a:bodyPr/>
          <a:lstStyle/>
          <a:p>
            <a:r>
              <a:rPr lang="hu-HU"/>
              <a:t>Modern (agile)</a:t>
            </a:r>
            <a:endParaRPr lang="en-US"/>
          </a:p>
        </p:txBody>
      </p:sp>
      <p:sp>
        <p:nvSpPr>
          <p:cNvPr id="5" name="Slide Number Placeholder 4">
            <a:extLst>
              <a:ext uri="{FF2B5EF4-FFF2-40B4-BE49-F238E27FC236}">
                <a16:creationId xmlns:a16="http://schemas.microsoft.com/office/drawing/2014/main" id="{E20845A9-188B-8049-BCF6-C7A00D112623}"/>
              </a:ext>
            </a:extLst>
          </p:cNvPr>
          <p:cNvSpPr>
            <a:spLocks noGrp="1"/>
          </p:cNvSpPr>
          <p:nvPr>
            <p:ph type="sldNum" sz="quarter" idx="4"/>
          </p:nvPr>
        </p:nvSpPr>
        <p:spPr/>
        <p:txBody>
          <a:bodyPr/>
          <a:lstStyle/>
          <a:p>
            <a:fld id="{3A707DD9-E92B-45E8-BE0A-E6B2EDF345EB}" type="slidenum">
              <a:rPr lang="en-US" smtClean="0"/>
              <a:pPr/>
              <a:t>16</a:t>
            </a:fld>
            <a:endParaRPr lang="en-US"/>
          </a:p>
        </p:txBody>
      </p:sp>
    </p:spTree>
    <p:extLst>
      <p:ext uri="{BB962C8B-B14F-4D97-AF65-F5344CB8AC3E}">
        <p14:creationId xmlns:p14="http://schemas.microsoft.com/office/powerpoint/2010/main" val="18076390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2"/>
          </p:nvPr>
        </p:nvSpPr>
        <p:spPr>
          <a:xfrm>
            <a:off x="4106770" y="1780394"/>
            <a:ext cx="3993357" cy="2696355"/>
          </a:xfrm>
        </p:spPr>
        <p:txBody>
          <a:bodyPr/>
          <a:lstStyle/>
          <a:p>
            <a:pPr marL="0" indent="0">
              <a:buNone/>
            </a:pPr>
            <a:r>
              <a:rPr lang="hu-HU" sz="2000"/>
              <a:t>Instead of horizontal silos</a:t>
            </a:r>
          </a:p>
          <a:p>
            <a:r>
              <a:rPr lang="hu-HU" sz="2000"/>
              <a:t>Cross-functional teams</a:t>
            </a:r>
          </a:p>
          <a:p>
            <a:pPr lvl="1"/>
            <a:r>
              <a:rPr lang="hu-HU" sz="2000"/>
              <a:t>Have </a:t>
            </a:r>
            <a:r>
              <a:rPr lang="hu-HU" sz="2000" err="1"/>
              <a:t>all</a:t>
            </a:r>
            <a:r>
              <a:rPr lang="hu-HU" sz="2000"/>
              <a:t> </a:t>
            </a:r>
            <a:r>
              <a:rPr lang="hu-HU" sz="2000" err="1"/>
              <a:t>the</a:t>
            </a:r>
            <a:r>
              <a:rPr lang="hu-HU" sz="2000"/>
              <a:t> skills</a:t>
            </a:r>
          </a:p>
          <a:p>
            <a:pPr lvl="1"/>
            <a:r>
              <a:rPr lang="hu-HU" sz="2000"/>
              <a:t>Own complete vertical slice of the system</a:t>
            </a:r>
          </a:p>
          <a:p>
            <a:r>
              <a:rPr lang="hu-HU" sz="2000" err="1"/>
              <a:t>Move</a:t>
            </a:r>
            <a:r>
              <a:rPr lang="hu-HU" sz="2000"/>
              <a:t> to agile-friendly architectures</a:t>
            </a:r>
          </a:p>
          <a:p>
            <a:pPr lvl="1"/>
            <a:r>
              <a:rPr lang="hu-HU" sz="2000" err="1"/>
              <a:t>Lets</a:t>
            </a:r>
            <a:r>
              <a:rPr lang="hu-HU" sz="2000"/>
              <a:t> the team work faster</a:t>
            </a:r>
          </a:p>
          <a:p>
            <a:endParaRPr lang="hu-HU" sz="2000"/>
          </a:p>
          <a:p>
            <a:endParaRPr lang="hu-HU" sz="2000"/>
          </a:p>
          <a:p>
            <a:pPr lvl="1"/>
            <a:endParaRPr lang="en-US" sz="2000"/>
          </a:p>
        </p:txBody>
      </p:sp>
      <p:sp>
        <p:nvSpPr>
          <p:cNvPr id="5" name="Text Placeholder 4"/>
          <p:cNvSpPr>
            <a:spLocks noGrp="1"/>
          </p:cNvSpPr>
          <p:nvPr>
            <p:ph type="body" sz="quarter" idx="13"/>
          </p:nvPr>
        </p:nvSpPr>
        <p:spPr>
          <a:xfrm>
            <a:off x="4106585" y="1087604"/>
            <a:ext cx="3986213" cy="342900"/>
          </a:xfrm>
        </p:spPr>
        <p:txBody>
          <a:bodyPr/>
          <a:lstStyle/>
          <a:p>
            <a:r>
              <a:rPr lang="hu-HU" sz="2000"/>
              <a:t>Conway’s Law</a:t>
            </a:r>
            <a:endParaRPr lang="en-US" sz="2000"/>
          </a:p>
        </p:txBody>
      </p:sp>
      <p:sp>
        <p:nvSpPr>
          <p:cNvPr id="11" name="Text Placeholder 10"/>
          <p:cNvSpPr>
            <a:spLocks noGrp="1"/>
          </p:cNvSpPr>
          <p:nvPr>
            <p:ph type="body" sz="quarter" idx="15"/>
          </p:nvPr>
        </p:nvSpPr>
        <p:spPr>
          <a:xfrm>
            <a:off x="4106585" y="1437494"/>
            <a:ext cx="3993542" cy="342900"/>
          </a:xfrm>
        </p:spPr>
        <p:txBody>
          <a:bodyPr/>
          <a:lstStyle/>
          <a:p>
            <a:r>
              <a:rPr lang="hu-HU" sz="1200"/>
              <a:t>Change the structure of the organization to match agile methods.</a:t>
            </a:r>
          </a:p>
        </p:txBody>
      </p:sp>
      <p:sp>
        <p:nvSpPr>
          <p:cNvPr id="4" name="Slide Number Placeholder 3">
            <a:extLst>
              <a:ext uri="{FF2B5EF4-FFF2-40B4-BE49-F238E27FC236}">
                <a16:creationId xmlns:a16="http://schemas.microsoft.com/office/drawing/2014/main" id="{CAD771C0-F829-7149-B81C-0B9C21F15936}"/>
              </a:ext>
            </a:extLst>
          </p:cNvPr>
          <p:cNvSpPr>
            <a:spLocks noGrp="1"/>
          </p:cNvSpPr>
          <p:nvPr>
            <p:ph type="sldNum" sz="quarter" idx="4"/>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3A707DD9-E92B-45E8-BE0A-E6B2EDF345EB}" type="slidenum">
              <a:rPr kumimoji="0" lang="en-US" sz="800" b="1" i="0" u="none" strike="noStrike" kern="1200" cap="none" spc="0" normalizeH="0" baseline="0" noProof="0" smtClean="0">
                <a:ln>
                  <a:noFill/>
                </a:ln>
                <a:solidFill>
                  <a:srgbClr val="FEFEFE"/>
                </a:solidFill>
                <a:effectLst/>
                <a:uLnTx/>
                <a:uFillTx/>
                <a:latin typeface="Calibri Light"/>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17</a:t>
            </a:fld>
            <a:endParaRPr kumimoji="0" lang="en-US" sz="800" b="1" i="0" u="none" strike="noStrike" kern="1200" cap="none" spc="0" normalizeH="0" baseline="0" noProof="0">
              <a:ln>
                <a:noFill/>
              </a:ln>
              <a:solidFill>
                <a:srgbClr val="FEFEFE"/>
              </a:solidFill>
              <a:effectLst/>
              <a:uLnTx/>
              <a:uFillTx/>
              <a:latin typeface="Calibri Light"/>
              <a:ea typeface="+mn-ea"/>
              <a:cs typeface="+mn-cs"/>
            </a:endParaRPr>
          </a:p>
        </p:txBody>
      </p:sp>
      <p:pic>
        <p:nvPicPr>
          <p:cNvPr id="14" name="Picture Placeholder 13" descr="A picture containing drawing, clock&#10;&#10;Description automatically generated">
            <a:extLst>
              <a:ext uri="{FF2B5EF4-FFF2-40B4-BE49-F238E27FC236}">
                <a16:creationId xmlns:a16="http://schemas.microsoft.com/office/drawing/2014/main" id="{B00F8A21-14D3-45C4-A45D-4011E46B7070}"/>
              </a:ext>
            </a:extLst>
          </p:cNvPr>
          <p:cNvPicPr>
            <a:picLocks noGrp="1" noChangeAspect="1"/>
          </p:cNvPicPr>
          <p:nvPr>
            <p:ph type="pic" sz="quarter" idx="14"/>
          </p:nvPr>
        </p:nvPicPr>
        <p:blipFill rotWithShape="1">
          <a:blip r:embed="rId2" cstate="print">
            <a:extLst>
              <a:ext uri="{28A0092B-C50C-407E-A947-70E740481C1C}">
                <a14:useLocalDpi xmlns:a14="http://schemas.microsoft.com/office/drawing/2010/main" val="0"/>
              </a:ext>
            </a:extLst>
          </a:blip>
          <a:srcRect l="-15308" t="-14764" r="-6873" b="-8139"/>
          <a:stretch/>
        </p:blipFill>
        <p:spPr>
          <a:xfrm>
            <a:off x="818146" y="1335504"/>
            <a:ext cx="2033337" cy="2045369"/>
          </a:xfrm>
        </p:spPr>
      </p:pic>
    </p:spTree>
    <p:extLst>
      <p:ext uri="{BB962C8B-B14F-4D97-AF65-F5344CB8AC3E}">
        <p14:creationId xmlns:p14="http://schemas.microsoft.com/office/powerpoint/2010/main" val="18210940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2">
            <a:extLst>
              <a:ext uri="{FF2B5EF4-FFF2-40B4-BE49-F238E27FC236}">
                <a16:creationId xmlns:a16="http://schemas.microsoft.com/office/drawing/2014/main" id="{C77122B3-5AC5-6240-9ABA-ADBFF1753321}"/>
              </a:ext>
            </a:extLst>
          </p:cNvPr>
          <p:cNvSpPr>
            <a:spLocks noGrp="1"/>
          </p:cNvSpPr>
          <p:nvPr>
            <p:ph type="title"/>
          </p:nvPr>
        </p:nvSpPr>
        <p:spPr>
          <a:xfrm>
            <a:off x="360364" y="228600"/>
            <a:ext cx="8426449" cy="301752"/>
          </a:xfrm>
        </p:spPr>
        <p:txBody>
          <a:bodyPr/>
          <a:lstStyle/>
          <a:p>
            <a:r>
              <a:rPr lang="hu-HU" sz="2800"/>
              <a:t>Monoliths</a:t>
            </a:r>
            <a:endParaRPr lang="en-US" sz="2800"/>
          </a:p>
        </p:txBody>
      </p:sp>
      <p:sp>
        <p:nvSpPr>
          <p:cNvPr id="15" name="Content Placeholder 3">
            <a:extLst>
              <a:ext uri="{FF2B5EF4-FFF2-40B4-BE49-F238E27FC236}">
                <a16:creationId xmlns:a16="http://schemas.microsoft.com/office/drawing/2014/main" id="{069DF2B2-A9F2-8F4B-937C-94B0BAE2A6EC}"/>
              </a:ext>
            </a:extLst>
          </p:cNvPr>
          <p:cNvSpPr>
            <a:spLocks noGrp="1"/>
          </p:cNvSpPr>
          <p:nvPr>
            <p:ph sz="quarter" idx="10"/>
          </p:nvPr>
        </p:nvSpPr>
        <p:spPr>
          <a:xfrm>
            <a:off x="357188" y="1422400"/>
            <a:ext cx="8429625" cy="3054350"/>
          </a:xfrm>
        </p:spPr>
        <p:txBody>
          <a:bodyPr/>
          <a:lstStyle/>
          <a:p>
            <a:r>
              <a:rPr lang="hu-HU" sz="1400"/>
              <a:t>Specified with hundreds and tousands of lines of source code</a:t>
            </a:r>
          </a:p>
          <a:p>
            <a:r>
              <a:rPr lang="hu-HU" sz="1400"/>
              <a:t>Mostly N-Tiered applications</a:t>
            </a:r>
          </a:p>
          <a:p>
            <a:r>
              <a:rPr lang="hu-HU" sz="1400"/>
              <a:t>Vetical and horizontal divisions</a:t>
            </a:r>
          </a:p>
          <a:p>
            <a:r>
              <a:rPr lang="hu-HU" sz="1400"/>
              <a:t>Strengths</a:t>
            </a:r>
          </a:p>
          <a:p>
            <a:pPr lvl="1"/>
            <a:r>
              <a:rPr lang="hu-HU" sz="1400"/>
              <a:t>Homogeneous structure</a:t>
            </a:r>
          </a:p>
          <a:p>
            <a:r>
              <a:rPr lang="hu-HU" sz="1400"/>
              <a:t>Challenges</a:t>
            </a:r>
          </a:p>
          <a:p>
            <a:pPr lvl="1"/>
            <a:r>
              <a:rPr lang="hu-HU" sz="1400"/>
              <a:t>Homogeneous structure</a:t>
            </a:r>
          </a:p>
          <a:p>
            <a:pPr lvl="1"/>
            <a:r>
              <a:rPr lang="hu-HU" sz="1400"/>
              <a:t>Nobody understands the whole program</a:t>
            </a:r>
          </a:p>
          <a:p>
            <a:pPr lvl="1"/>
            <a:r>
              <a:rPr lang="hu-HU" sz="1400"/>
              <a:t>Long test-and-deploy process</a:t>
            </a:r>
          </a:p>
          <a:p>
            <a:pPr lvl="1"/>
            <a:r>
              <a:rPr lang="hu-HU" sz="1400"/>
              <a:t>Agility is nearly impossible</a:t>
            </a:r>
          </a:p>
          <a:p>
            <a:pPr marL="0" indent="0">
              <a:buNone/>
            </a:pPr>
            <a:endParaRPr lang="hu-HU" sz="1400"/>
          </a:p>
        </p:txBody>
      </p:sp>
      <p:sp>
        <p:nvSpPr>
          <p:cNvPr id="16" name="Text Placeholder 8">
            <a:extLst>
              <a:ext uri="{FF2B5EF4-FFF2-40B4-BE49-F238E27FC236}">
                <a16:creationId xmlns:a16="http://schemas.microsoft.com/office/drawing/2014/main" id="{CAD9E921-AE68-A041-AE37-4A8405068B26}"/>
              </a:ext>
            </a:extLst>
          </p:cNvPr>
          <p:cNvSpPr>
            <a:spLocks noGrp="1"/>
          </p:cNvSpPr>
          <p:nvPr>
            <p:ph type="body" sz="quarter" idx="11"/>
          </p:nvPr>
        </p:nvSpPr>
        <p:spPr>
          <a:xfrm>
            <a:off x="357188" y="1079500"/>
            <a:ext cx="8429625" cy="342900"/>
          </a:xfrm>
        </p:spPr>
        <p:txBody>
          <a:bodyPr/>
          <a:lstStyle/>
          <a:p>
            <a:r>
              <a:rPr lang="hu-HU" sz="1800"/>
              <a:t>The entire program is one large executable unit</a:t>
            </a:r>
          </a:p>
        </p:txBody>
      </p:sp>
      <p:sp>
        <p:nvSpPr>
          <p:cNvPr id="17" name="Slide Number Placeholder 4">
            <a:extLst>
              <a:ext uri="{FF2B5EF4-FFF2-40B4-BE49-F238E27FC236}">
                <a16:creationId xmlns:a16="http://schemas.microsoft.com/office/drawing/2014/main" id="{22126660-850D-2840-8061-8E27C90C85F1}"/>
              </a:ext>
            </a:extLst>
          </p:cNvPr>
          <p:cNvSpPr>
            <a:spLocks noGrp="1"/>
          </p:cNvSpPr>
          <p:nvPr>
            <p:ph type="sldNum" sz="quarter" idx="4"/>
          </p:nvPr>
        </p:nvSpPr>
        <p:spPr>
          <a:xfrm>
            <a:off x="7413441" y="4826639"/>
            <a:ext cx="1373372" cy="316862"/>
          </a:xfrm>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3A707DD9-E92B-45E8-BE0A-E6B2EDF345EB}" type="slidenum">
              <a:rPr kumimoji="0" lang="en-US" sz="800" b="1" i="0" u="none" strike="noStrike" kern="1200" cap="none" spc="0" normalizeH="0" baseline="0" noProof="0" smtClean="0">
                <a:ln>
                  <a:noFill/>
                </a:ln>
                <a:solidFill>
                  <a:srgbClr val="FEFEFE"/>
                </a:solidFill>
                <a:effectLst/>
                <a:uLnTx/>
                <a:uFillTx/>
                <a:latin typeface="Calibri Light"/>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18</a:t>
            </a:fld>
            <a:endParaRPr kumimoji="0" lang="en-US" sz="800" b="1" i="0" u="none" strike="noStrike" kern="1200" cap="none" spc="0" normalizeH="0" baseline="0" noProof="0">
              <a:ln>
                <a:noFill/>
              </a:ln>
              <a:solidFill>
                <a:srgbClr val="FEFEFE"/>
              </a:solidFill>
              <a:effectLst/>
              <a:uLnTx/>
              <a:uFillTx/>
              <a:latin typeface="Calibri Light"/>
              <a:ea typeface="+mn-ea"/>
              <a:cs typeface="+mn-cs"/>
            </a:endParaRPr>
          </a:p>
        </p:txBody>
      </p:sp>
    </p:spTree>
    <p:extLst>
      <p:ext uri="{BB962C8B-B14F-4D97-AF65-F5344CB8AC3E}">
        <p14:creationId xmlns:p14="http://schemas.microsoft.com/office/powerpoint/2010/main" val="9592121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hu-HU" sz="2800"/>
              <a:t>Microkernel (plugin) architectures</a:t>
            </a:r>
            <a:endParaRPr lang="en-US" sz="2800"/>
          </a:p>
        </p:txBody>
      </p:sp>
      <p:sp>
        <p:nvSpPr>
          <p:cNvPr id="4" name="Content Placeholder 3"/>
          <p:cNvSpPr>
            <a:spLocks noGrp="1"/>
          </p:cNvSpPr>
          <p:nvPr>
            <p:ph sz="quarter" idx="10"/>
          </p:nvPr>
        </p:nvSpPr>
        <p:spPr>
          <a:xfrm>
            <a:off x="357189" y="1422400"/>
            <a:ext cx="4214812" cy="3054350"/>
          </a:xfrm>
        </p:spPr>
        <p:txBody>
          <a:bodyPr/>
          <a:lstStyle/>
          <a:p>
            <a:r>
              <a:rPr lang="hu-HU"/>
              <a:t>The first microkernel realization was an operating system</a:t>
            </a:r>
          </a:p>
          <a:p>
            <a:r>
              <a:rPr lang="hu-HU"/>
              <a:t>The idea is to put essential capabilities of your system into</a:t>
            </a:r>
          </a:p>
          <a:p>
            <a:pPr marL="0" indent="0">
              <a:buNone/>
            </a:pPr>
            <a:r>
              <a:rPr lang="hu-HU"/>
              <a:t>a single stand-alone executable called the kernel</a:t>
            </a:r>
          </a:p>
          <a:p>
            <a:r>
              <a:rPr lang="hu-HU" err="1"/>
              <a:t>Strengths</a:t>
            </a:r>
            <a:endParaRPr lang="hu-HU"/>
          </a:p>
          <a:p>
            <a:pPr lvl="1"/>
            <a:r>
              <a:rPr lang="hu-HU"/>
              <a:t>Isolation prevents big ball-of-mud dependencies</a:t>
            </a:r>
          </a:p>
          <a:p>
            <a:pPr lvl="1"/>
            <a:r>
              <a:rPr lang="hu-HU"/>
              <a:t>Plugin are small and easy to write, debug and maintain</a:t>
            </a:r>
          </a:p>
          <a:p>
            <a:r>
              <a:rPr lang="hu-HU"/>
              <a:t>Challenges</a:t>
            </a:r>
          </a:p>
          <a:p>
            <a:pPr lvl="1"/>
            <a:r>
              <a:rPr lang="hu-HU"/>
              <a:t>APIs to the kernel are delicate</a:t>
            </a:r>
          </a:p>
          <a:p>
            <a:pPr lvl="1"/>
            <a:r>
              <a:rPr lang="hu-HU"/>
              <a:t>New APIs may require re-writing plugins</a:t>
            </a:r>
          </a:p>
          <a:p>
            <a:pPr lvl="1"/>
            <a:r>
              <a:rPr lang="hu-HU"/>
              <a:t>Problems within a kernel can bring the system down</a:t>
            </a:r>
          </a:p>
          <a:p>
            <a:pPr lvl="1"/>
            <a:r>
              <a:rPr lang="hu-HU"/>
              <a:t>Plugins are indirectly coupled through the kernel</a:t>
            </a:r>
          </a:p>
          <a:p>
            <a:pPr marL="0" indent="0">
              <a:buNone/>
            </a:pPr>
            <a:endParaRPr lang="hu-HU"/>
          </a:p>
        </p:txBody>
      </p:sp>
      <p:sp>
        <p:nvSpPr>
          <p:cNvPr id="9" name="Text Placeholder 8"/>
          <p:cNvSpPr>
            <a:spLocks noGrp="1"/>
          </p:cNvSpPr>
          <p:nvPr>
            <p:ph type="body" sz="quarter" idx="11"/>
          </p:nvPr>
        </p:nvSpPr>
        <p:spPr/>
        <p:txBody>
          <a:bodyPr/>
          <a:lstStyle/>
          <a:p>
            <a:r>
              <a:rPr lang="hu-HU"/>
              <a:t>A Step up from a pure monolith</a:t>
            </a:r>
            <a:endParaRPr lang="en-US"/>
          </a:p>
        </p:txBody>
      </p:sp>
      <p:sp>
        <p:nvSpPr>
          <p:cNvPr id="5" name="Slide Number Placeholder 4">
            <a:extLst>
              <a:ext uri="{FF2B5EF4-FFF2-40B4-BE49-F238E27FC236}">
                <a16:creationId xmlns:a16="http://schemas.microsoft.com/office/drawing/2014/main" id="{D695E08B-236F-5B4F-801C-4C75369E005C}"/>
              </a:ext>
            </a:extLst>
          </p:cNvPr>
          <p:cNvSpPr>
            <a:spLocks noGrp="1"/>
          </p:cNvSpPr>
          <p:nvPr>
            <p:ph type="sldNum" sz="quarter" idx="4"/>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3A707DD9-E92B-45E8-BE0A-E6B2EDF345EB}" type="slidenum">
              <a:rPr kumimoji="0" lang="en-US" sz="800" b="1" i="0" u="none" strike="noStrike" kern="1200" cap="none" spc="0" normalizeH="0" baseline="0" noProof="0" smtClean="0">
                <a:ln>
                  <a:noFill/>
                </a:ln>
                <a:solidFill>
                  <a:srgbClr val="FEFEFE"/>
                </a:solidFill>
                <a:effectLst/>
                <a:uLnTx/>
                <a:uFillTx/>
                <a:latin typeface="Calibri Light"/>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19</a:t>
            </a:fld>
            <a:endParaRPr kumimoji="0" lang="en-US" sz="800" b="1" i="0" u="none" strike="noStrike" kern="1200" cap="none" spc="0" normalizeH="0" baseline="0" noProof="0">
              <a:ln>
                <a:noFill/>
              </a:ln>
              <a:solidFill>
                <a:srgbClr val="FEFEFE"/>
              </a:solidFill>
              <a:effectLst/>
              <a:uLnTx/>
              <a:uFillTx/>
              <a:latin typeface="Calibri Light"/>
              <a:ea typeface="+mn-ea"/>
              <a:cs typeface="+mn-cs"/>
            </a:endParaRPr>
          </a:p>
        </p:txBody>
      </p:sp>
      <p:pic>
        <p:nvPicPr>
          <p:cNvPr id="2" name="Picture 1">
            <a:extLst>
              <a:ext uri="{FF2B5EF4-FFF2-40B4-BE49-F238E27FC236}">
                <a16:creationId xmlns:a16="http://schemas.microsoft.com/office/drawing/2014/main" id="{A50FF90A-51C7-47AA-92F3-A1DBA526647D}"/>
              </a:ext>
            </a:extLst>
          </p:cNvPr>
          <p:cNvPicPr>
            <a:picLocks noChangeAspect="1"/>
          </p:cNvPicPr>
          <p:nvPr/>
        </p:nvPicPr>
        <p:blipFill>
          <a:blip r:embed="rId2"/>
          <a:stretch>
            <a:fillRect/>
          </a:stretch>
        </p:blipFill>
        <p:spPr>
          <a:xfrm>
            <a:off x="4463718" y="1079500"/>
            <a:ext cx="4323095" cy="3250113"/>
          </a:xfrm>
          <a:prstGeom prst="rect">
            <a:avLst/>
          </a:prstGeom>
        </p:spPr>
      </p:pic>
    </p:spTree>
    <p:extLst>
      <p:ext uri="{BB962C8B-B14F-4D97-AF65-F5344CB8AC3E}">
        <p14:creationId xmlns:p14="http://schemas.microsoft.com/office/powerpoint/2010/main" val="32586787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hu-HU" sz="2800"/>
              <a:t>Message-based architectures</a:t>
            </a:r>
            <a:endParaRPr lang="en-US" sz="2800"/>
          </a:p>
        </p:txBody>
      </p:sp>
      <p:sp>
        <p:nvSpPr>
          <p:cNvPr id="4" name="Content Placeholder 3"/>
          <p:cNvSpPr>
            <a:spLocks noGrp="1"/>
          </p:cNvSpPr>
          <p:nvPr>
            <p:ph sz="quarter" idx="10"/>
          </p:nvPr>
        </p:nvSpPr>
        <p:spPr>
          <a:xfrm>
            <a:off x="357188" y="1422399"/>
            <a:ext cx="4370527" cy="3185696"/>
          </a:xfrm>
        </p:spPr>
        <p:txBody>
          <a:bodyPr/>
          <a:lstStyle/>
          <a:p>
            <a:r>
              <a:rPr lang="hu-HU"/>
              <a:t>Ease problems associated with network communication</a:t>
            </a:r>
          </a:p>
          <a:p>
            <a:r>
              <a:rPr lang="hu-HU"/>
              <a:t>Forge into a single system things that aren’t designed to work together</a:t>
            </a:r>
          </a:p>
          <a:p>
            <a:r>
              <a:rPr lang="hu-HU"/>
              <a:t>A common message bus control the flow of communication</a:t>
            </a:r>
          </a:p>
          <a:p>
            <a:r>
              <a:rPr lang="hu-HU"/>
              <a:t>Publish / Subscriber model</a:t>
            </a:r>
          </a:p>
          <a:p>
            <a:r>
              <a:rPr lang="hu-HU"/>
              <a:t>Strengths</a:t>
            </a:r>
          </a:p>
          <a:p>
            <a:pPr lvl="1"/>
            <a:r>
              <a:rPr lang="hu-HU"/>
              <a:t>More maintainable than monolith</a:t>
            </a:r>
          </a:p>
          <a:p>
            <a:pPr lvl="1"/>
            <a:r>
              <a:rPr lang="hu-HU"/>
              <a:t>Solve dependency problems in microkernel systems</a:t>
            </a:r>
          </a:p>
          <a:p>
            <a:r>
              <a:rPr lang="hu-HU"/>
              <a:t>Challenges</a:t>
            </a:r>
          </a:p>
          <a:p>
            <a:pPr lvl="1"/>
            <a:r>
              <a:rPr lang="hu-HU"/>
              <a:t>Managing a highly complex system</a:t>
            </a:r>
          </a:p>
          <a:p>
            <a:pPr lvl="1"/>
            <a:r>
              <a:rPr lang="hu-HU"/>
              <a:t>Can be very slow and time consuming</a:t>
            </a:r>
          </a:p>
          <a:p>
            <a:pPr lvl="1"/>
            <a:r>
              <a:rPr lang="hu-HU"/>
              <a:t>Messages have to be stored on disk, replicated, backed up and so on</a:t>
            </a:r>
          </a:p>
          <a:p>
            <a:endParaRPr lang="hu-HU"/>
          </a:p>
          <a:p>
            <a:pPr marL="0" indent="0">
              <a:buNone/>
            </a:pPr>
            <a:endParaRPr lang="hu-HU"/>
          </a:p>
        </p:txBody>
      </p:sp>
      <p:sp>
        <p:nvSpPr>
          <p:cNvPr id="9" name="Text Placeholder 8"/>
          <p:cNvSpPr>
            <a:spLocks noGrp="1"/>
          </p:cNvSpPr>
          <p:nvPr>
            <p:ph type="body" sz="quarter" idx="11"/>
          </p:nvPr>
        </p:nvSpPr>
        <p:spPr/>
        <p:txBody>
          <a:bodyPr/>
          <a:lstStyle/>
          <a:p>
            <a:r>
              <a:rPr lang="hu-HU"/>
              <a:t>Formalizing the communication paths between elements and isolating them</a:t>
            </a:r>
          </a:p>
        </p:txBody>
      </p:sp>
      <p:sp>
        <p:nvSpPr>
          <p:cNvPr id="5" name="Slide Number Placeholder 4">
            <a:extLst>
              <a:ext uri="{FF2B5EF4-FFF2-40B4-BE49-F238E27FC236}">
                <a16:creationId xmlns:a16="http://schemas.microsoft.com/office/drawing/2014/main" id="{D695E08B-236F-5B4F-801C-4C75369E005C}"/>
              </a:ext>
            </a:extLst>
          </p:cNvPr>
          <p:cNvSpPr>
            <a:spLocks noGrp="1"/>
          </p:cNvSpPr>
          <p:nvPr>
            <p:ph type="sldNum" sz="quarter" idx="4"/>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3A707DD9-E92B-45E8-BE0A-E6B2EDF345EB}" type="slidenum">
              <a:rPr kumimoji="0" lang="en-US" sz="800" b="1" i="0" u="none" strike="noStrike" kern="1200" cap="none" spc="0" normalizeH="0" baseline="0" noProof="0" smtClean="0">
                <a:ln>
                  <a:noFill/>
                </a:ln>
                <a:solidFill>
                  <a:srgbClr val="FEFEFE"/>
                </a:solidFill>
                <a:effectLst/>
                <a:uLnTx/>
                <a:uFillTx/>
                <a:latin typeface="Calibri Light"/>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20</a:t>
            </a:fld>
            <a:endParaRPr kumimoji="0" lang="en-US" sz="800" b="1" i="0" u="none" strike="noStrike" kern="1200" cap="none" spc="0" normalizeH="0" baseline="0" noProof="0">
              <a:ln>
                <a:noFill/>
              </a:ln>
              <a:solidFill>
                <a:srgbClr val="FEFEFE"/>
              </a:solidFill>
              <a:effectLst/>
              <a:uLnTx/>
              <a:uFillTx/>
              <a:latin typeface="Calibri Light"/>
              <a:ea typeface="+mn-ea"/>
              <a:cs typeface="+mn-cs"/>
            </a:endParaRPr>
          </a:p>
        </p:txBody>
      </p:sp>
      <p:pic>
        <p:nvPicPr>
          <p:cNvPr id="2" name="Picture 1">
            <a:extLst>
              <a:ext uri="{FF2B5EF4-FFF2-40B4-BE49-F238E27FC236}">
                <a16:creationId xmlns:a16="http://schemas.microsoft.com/office/drawing/2014/main" id="{0376F2FB-A8C2-4EB1-A4F2-0B4C9A533709}"/>
              </a:ext>
            </a:extLst>
          </p:cNvPr>
          <p:cNvPicPr>
            <a:picLocks noChangeAspect="1"/>
          </p:cNvPicPr>
          <p:nvPr/>
        </p:nvPicPr>
        <p:blipFill>
          <a:blip r:embed="rId2"/>
          <a:stretch>
            <a:fillRect/>
          </a:stretch>
        </p:blipFill>
        <p:spPr>
          <a:xfrm>
            <a:off x="5136510" y="3151630"/>
            <a:ext cx="3241508" cy="1615661"/>
          </a:xfrm>
          <a:prstGeom prst="rect">
            <a:avLst/>
          </a:prstGeom>
        </p:spPr>
      </p:pic>
      <p:pic>
        <p:nvPicPr>
          <p:cNvPr id="6" name="Picture 5">
            <a:extLst>
              <a:ext uri="{FF2B5EF4-FFF2-40B4-BE49-F238E27FC236}">
                <a16:creationId xmlns:a16="http://schemas.microsoft.com/office/drawing/2014/main" id="{6DE68D8E-03F0-4424-9924-1E39D36B14A1}"/>
              </a:ext>
            </a:extLst>
          </p:cNvPr>
          <p:cNvPicPr>
            <a:picLocks noChangeAspect="1"/>
          </p:cNvPicPr>
          <p:nvPr/>
        </p:nvPicPr>
        <p:blipFill>
          <a:blip r:embed="rId3"/>
          <a:stretch>
            <a:fillRect/>
          </a:stretch>
        </p:blipFill>
        <p:spPr>
          <a:xfrm>
            <a:off x="5136510" y="1367533"/>
            <a:ext cx="3241508" cy="1729876"/>
          </a:xfrm>
          <a:prstGeom prst="rect">
            <a:avLst/>
          </a:prstGeom>
        </p:spPr>
      </p:pic>
    </p:spTree>
    <p:extLst>
      <p:ext uri="{BB962C8B-B14F-4D97-AF65-F5344CB8AC3E}">
        <p14:creationId xmlns:p14="http://schemas.microsoft.com/office/powerpoint/2010/main" val="9257563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hu-HU" sz="2800"/>
              <a:t>Microservice and miniservices</a:t>
            </a:r>
            <a:endParaRPr lang="en-US" sz="2800"/>
          </a:p>
        </p:txBody>
      </p:sp>
      <p:sp>
        <p:nvSpPr>
          <p:cNvPr id="4" name="Content Placeholder 3"/>
          <p:cNvSpPr>
            <a:spLocks noGrp="1"/>
          </p:cNvSpPr>
          <p:nvPr>
            <p:ph sz="quarter" idx="10"/>
          </p:nvPr>
        </p:nvSpPr>
        <p:spPr>
          <a:xfrm>
            <a:off x="357189" y="1422400"/>
            <a:ext cx="4214812" cy="3054350"/>
          </a:xfrm>
        </p:spPr>
        <p:txBody>
          <a:bodyPr/>
          <a:lstStyle/>
          <a:p>
            <a:r>
              <a:rPr lang="hu-HU"/>
              <a:t>Supports distributed deployment and complex real-time interactions</a:t>
            </a:r>
          </a:p>
          <a:p>
            <a:r>
              <a:rPr lang="hu-HU"/>
              <a:t>Main requirements</a:t>
            </a:r>
          </a:p>
          <a:p>
            <a:pPr lvl="1"/>
            <a:r>
              <a:rPr lang="hu-HU"/>
              <a:t>Small (few hundred lines of source code)</a:t>
            </a:r>
          </a:p>
          <a:p>
            <a:pPr lvl="1"/>
            <a:r>
              <a:rPr lang="hu-HU"/>
              <a:t>Independently deployable</a:t>
            </a:r>
          </a:p>
          <a:p>
            <a:pPr lvl="1"/>
            <a:r>
              <a:rPr lang="hu-HU"/>
              <a:t>Fully autonomous</a:t>
            </a:r>
          </a:p>
          <a:p>
            <a:pPr lvl="1"/>
            <a:r>
              <a:rPr lang="hu-HU"/>
              <a:t>Hides implementation details</a:t>
            </a:r>
          </a:p>
          <a:p>
            <a:pPr lvl="1"/>
            <a:r>
              <a:rPr lang="hu-HU"/>
              <a:t>Distributed</a:t>
            </a:r>
          </a:p>
          <a:p>
            <a:pPr lvl="1"/>
            <a:r>
              <a:rPr lang="hu-HU"/>
              <a:t>Highly observable</a:t>
            </a:r>
          </a:p>
          <a:p>
            <a:pPr lvl="1"/>
            <a:r>
              <a:rPr lang="hu-HU"/>
              <a:t>Modeled around business concepts</a:t>
            </a:r>
          </a:p>
          <a:p>
            <a:r>
              <a:rPr lang="hu-HU"/>
              <a:t>Strengths</a:t>
            </a:r>
          </a:p>
          <a:p>
            <a:pPr lvl="1"/>
            <a:r>
              <a:rPr lang="hu-HU"/>
              <a:t>Independent services</a:t>
            </a:r>
          </a:p>
          <a:p>
            <a:pPr lvl="1"/>
            <a:r>
              <a:rPr lang="hu-HU"/>
              <a:t>Changes do no affect the rest of the system</a:t>
            </a:r>
          </a:p>
          <a:p>
            <a:pPr lvl="1"/>
            <a:r>
              <a:rPr lang="hu-HU"/>
              <a:t>Changes can occur quickly</a:t>
            </a:r>
          </a:p>
          <a:p>
            <a:pPr marL="0" indent="0">
              <a:buNone/>
            </a:pPr>
            <a:endParaRPr lang="hu-HU"/>
          </a:p>
        </p:txBody>
      </p:sp>
      <p:sp>
        <p:nvSpPr>
          <p:cNvPr id="9" name="Text Placeholder 8"/>
          <p:cNvSpPr>
            <a:spLocks noGrp="1"/>
          </p:cNvSpPr>
          <p:nvPr>
            <p:ph type="body" sz="quarter" idx="11"/>
          </p:nvPr>
        </p:nvSpPr>
        <p:spPr>
          <a:xfrm>
            <a:off x="357188" y="890337"/>
            <a:ext cx="8429625" cy="532063"/>
          </a:xfrm>
        </p:spPr>
        <p:txBody>
          <a:bodyPr/>
          <a:lstStyle/>
          <a:p>
            <a:r>
              <a:rPr lang="hu-HU"/>
              <a:t>The large system is made up of a cloud of very small independent services that</a:t>
            </a:r>
          </a:p>
          <a:p>
            <a:r>
              <a:rPr lang="hu-HU"/>
              <a:t>cooperate as peers to get the larger work done</a:t>
            </a:r>
          </a:p>
        </p:txBody>
      </p:sp>
      <p:sp>
        <p:nvSpPr>
          <p:cNvPr id="5" name="Slide Number Placeholder 4">
            <a:extLst>
              <a:ext uri="{FF2B5EF4-FFF2-40B4-BE49-F238E27FC236}">
                <a16:creationId xmlns:a16="http://schemas.microsoft.com/office/drawing/2014/main" id="{D695E08B-236F-5B4F-801C-4C75369E005C}"/>
              </a:ext>
            </a:extLst>
          </p:cNvPr>
          <p:cNvSpPr>
            <a:spLocks noGrp="1"/>
          </p:cNvSpPr>
          <p:nvPr>
            <p:ph type="sldNum" sz="quarter" idx="4"/>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3A707DD9-E92B-45E8-BE0A-E6B2EDF345EB}" type="slidenum">
              <a:rPr kumimoji="0" lang="en-US" sz="800" b="1" i="0" u="none" strike="noStrike" kern="1200" cap="none" spc="0" normalizeH="0" baseline="0" noProof="0" smtClean="0">
                <a:ln>
                  <a:noFill/>
                </a:ln>
                <a:solidFill>
                  <a:srgbClr val="FEFEFE"/>
                </a:solidFill>
                <a:effectLst/>
                <a:uLnTx/>
                <a:uFillTx/>
                <a:latin typeface="Calibri Light"/>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21</a:t>
            </a:fld>
            <a:endParaRPr kumimoji="0" lang="en-US" sz="800" b="1" i="0" u="none" strike="noStrike" kern="1200" cap="none" spc="0" normalizeH="0" baseline="0" noProof="0">
              <a:ln>
                <a:noFill/>
              </a:ln>
              <a:solidFill>
                <a:srgbClr val="FEFEFE"/>
              </a:solidFill>
              <a:effectLst/>
              <a:uLnTx/>
              <a:uFillTx/>
              <a:latin typeface="Calibri Light"/>
              <a:ea typeface="+mn-ea"/>
              <a:cs typeface="+mn-cs"/>
            </a:endParaRPr>
          </a:p>
        </p:txBody>
      </p:sp>
      <p:pic>
        <p:nvPicPr>
          <p:cNvPr id="2" name="Picture 1">
            <a:extLst>
              <a:ext uri="{FF2B5EF4-FFF2-40B4-BE49-F238E27FC236}">
                <a16:creationId xmlns:a16="http://schemas.microsoft.com/office/drawing/2014/main" id="{B7BE60F1-6B34-4681-8D10-B77883F20CDC}"/>
              </a:ext>
            </a:extLst>
          </p:cNvPr>
          <p:cNvPicPr>
            <a:picLocks noChangeAspect="1"/>
          </p:cNvPicPr>
          <p:nvPr/>
        </p:nvPicPr>
        <p:blipFill>
          <a:blip r:embed="rId2"/>
          <a:stretch>
            <a:fillRect/>
          </a:stretch>
        </p:blipFill>
        <p:spPr>
          <a:xfrm>
            <a:off x="4668252" y="2807339"/>
            <a:ext cx="4338638" cy="2019300"/>
          </a:xfrm>
          <a:prstGeom prst="rect">
            <a:avLst/>
          </a:prstGeom>
        </p:spPr>
      </p:pic>
      <p:sp>
        <p:nvSpPr>
          <p:cNvPr id="7" name="Content Placeholder 3">
            <a:extLst>
              <a:ext uri="{FF2B5EF4-FFF2-40B4-BE49-F238E27FC236}">
                <a16:creationId xmlns:a16="http://schemas.microsoft.com/office/drawing/2014/main" id="{8BDDDB21-C523-4EE3-B6DF-5FDB68FA33A7}"/>
              </a:ext>
            </a:extLst>
          </p:cNvPr>
          <p:cNvSpPr txBox="1">
            <a:spLocks/>
          </p:cNvSpPr>
          <p:nvPr/>
        </p:nvSpPr>
        <p:spPr>
          <a:xfrm>
            <a:off x="4668252" y="1422400"/>
            <a:ext cx="4214812" cy="1384939"/>
          </a:xfrm>
          <a:prstGeom prst="rect">
            <a:avLst/>
          </a:prstGeom>
        </p:spPr>
        <p:txBody>
          <a:bodyPr vert="horz" lIns="0" tIns="0" rIns="0" bIns="0" rtlCol="0">
            <a:noAutofit/>
          </a:bodyPr>
          <a:lstStyle>
            <a:lvl1pPr marL="171450" marR="0" indent="-171450" algn="l" defTabSz="914400" rtl="0" eaLnBrk="1" fontAlgn="auto" latinLnBrk="0" hangingPunct="1">
              <a:lnSpc>
                <a:spcPts val="1600"/>
              </a:lnSpc>
              <a:spcBef>
                <a:spcPts val="264"/>
              </a:spcBef>
              <a:spcAft>
                <a:spcPts val="300"/>
              </a:spcAft>
              <a:buClrTx/>
              <a:buSzTx/>
              <a:buFont typeface="Arial" panose="020B0604020202020204" pitchFamily="34" charset="0"/>
              <a:buChar char="•"/>
              <a:tabLst/>
              <a:defRPr sz="1100" kern="1200">
                <a:solidFill>
                  <a:schemeClr val="tx1"/>
                </a:solidFill>
                <a:latin typeface="+mj-lt"/>
                <a:ea typeface="+mn-ea"/>
                <a:cs typeface="+mn-cs"/>
              </a:defRPr>
            </a:lvl1pPr>
            <a:lvl2pPr marL="6286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marR="0" lvl="0" indent="-171450" algn="l" defTabSz="914400" rtl="0" eaLnBrk="1" fontAlgn="auto" latinLnBrk="0" hangingPunct="1">
              <a:lnSpc>
                <a:spcPts val="1600"/>
              </a:lnSpc>
              <a:spcBef>
                <a:spcPts val="264"/>
              </a:spcBef>
              <a:spcAft>
                <a:spcPts val="300"/>
              </a:spcAft>
              <a:buClrTx/>
              <a:buSzTx/>
              <a:buFont typeface="Arial" panose="020B0604020202020204" pitchFamily="34" charset="0"/>
              <a:buChar char="•"/>
              <a:tabLst/>
              <a:defRPr/>
            </a:pPr>
            <a:r>
              <a:rPr kumimoji="0" lang="hu-HU" sz="1100" b="0" i="0" u="none" strike="noStrike" kern="1200" cap="none" spc="0" normalizeH="0" baseline="0" noProof="0">
                <a:ln>
                  <a:noFill/>
                </a:ln>
                <a:solidFill>
                  <a:srgbClr val="222222"/>
                </a:solidFill>
                <a:effectLst/>
                <a:uLnTx/>
                <a:uFillTx/>
                <a:latin typeface="Calibri Light"/>
                <a:ea typeface="+mn-ea"/>
                <a:cs typeface="+mn-cs"/>
              </a:rPr>
              <a:t>Challenges</a:t>
            </a:r>
          </a:p>
          <a:p>
            <a:pPr marL="628650" marR="0" lvl="1" indent="-17145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hu-HU" sz="1100" b="0" i="0" u="none" strike="noStrike" kern="1200" cap="none" spc="0" normalizeH="0" baseline="0" noProof="0">
                <a:ln>
                  <a:noFill/>
                </a:ln>
                <a:solidFill>
                  <a:srgbClr val="222222"/>
                </a:solidFill>
                <a:effectLst/>
                <a:uLnTx/>
                <a:uFillTx/>
                <a:latin typeface="Calibri"/>
                <a:ea typeface="+mn-ea"/>
                <a:cs typeface="+mn-cs"/>
              </a:rPr>
              <a:t>Design and runtime complexity</a:t>
            </a:r>
          </a:p>
          <a:p>
            <a:pPr marL="628650" marR="0" lvl="1" indent="-17145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hu-HU" sz="1100" b="0" i="0" u="none" strike="noStrike" kern="1200" cap="none" spc="0" normalizeH="0" baseline="0" noProof="0">
                <a:ln>
                  <a:noFill/>
                </a:ln>
                <a:solidFill>
                  <a:srgbClr val="222222"/>
                </a:solidFill>
                <a:effectLst/>
                <a:uLnTx/>
                <a:uFillTx/>
                <a:latin typeface="Calibri"/>
                <a:ea typeface="+mn-ea"/>
                <a:cs typeface="+mn-cs"/>
              </a:rPr>
              <a:t>Network are slow compared to alternatives</a:t>
            </a:r>
          </a:p>
          <a:p>
            <a:pPr marL="0" marR="0" lvl="0" indent="0" algn="l" defTabSz="914400" rtl="0" eaLnBrk="1" fontAlgn="auto" latinLnBrk="0" hangingPunct="1">
              <a:lnSpc>
                <a:spcPts val="1600"/>
              </a:lnSpc>
              <a:spcBef>
                <a:spcPts val="264"/>
              </a:spcBef>
              <a:spcAft>
                <a:spcPts val="300"/>
              </a:spcAft>
              <a:buClrTx/>
              <a:buSzTx/>
              <a:buFont typeface="Arial" panose="020B0604020202020204" pitchFamily="34" charset="0"/>
              <a:buNone/>
              <a:tabLst/>
              <a:defRPr/>
            </a:pPr>
            <a:endParaRPr kumimoji="0" lang="hu-HU" sz="1100" b="0" i="0" u="none" strike="noStrike" kern="1200" cap="none" spc="0" normalizeH="0" baseline="0" noProof="0">
              <a:ln>
                <a:noFill/>
              </a:ln>
              <a:solidFill>
                <a:srgbClr val="222222"/>
              </a:solidFill>
              <a:effectLst/>
              <a:uLnTx/>
              <a:uFillTx/>
              <a:latin typeface="Calibri Light"/>
              <a:ea typeface="+mn-ea"/>
              <a:cs typeface="+mn-cs"/>
            </a:endParaRPr>
          </a:p>
        </p:txBody>
      </p:sp>
    </p:spTree>
    <p:extLst>
      <p:ext uri="{BB962C8B-B14F-4D97-AF65-F5344CB8AC3E}">
        <p14:creationId xmlns:p14="http://schemas.microsoft.com/office/powerpoint/2010/main" val="15408220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chor="ctr"/>
          <a:lstStyle/>
          <a:p>
            <a:r>
              <a:rPr lang="hu-HU" sz="1800" dirty="0" smtClean="0"/>
              <a:t>Next lesson (6) summary</a:t>
            </a:r>
            <a:endParaRPr lang="hu-HU" sz="1800" dirty="0"/>
          </a:p>
        </p:txBody>
      </p:sp>
    </p:spTree>
    <p:extLst>
      <p:ext uri="{BB962C8B-B14F-4D97-AF65-F5344CB8AC3E}">
        <p14:creationId xmlns:p14="http://schemas.microsoft.com/office/powerpoint/2010/main" val="368807996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21"/>
          <p:cNvSpPr txBox="1">
            <a:spLocks noGrp="1"/>
          </p:cNvSpPr>
          <p:nvPr>
            <p:ph type="title"/>
          </p:nvPr>
        </p:nvSpPr>
        <p:spPr>
          <a:xfrm>
            <a:off x="311700" y="445025"/>
            <a:ext cx="8520600" cy="572700"/>
          </a:xfrm>
          <a:prstGeom prst="rect">
            <a:avLst/>
          </a:prstGeom>
        </p:spPr>
        <p:txBody>
          <a:bodyPr spcFirstLastPara="1" vert="horz" wrap="square" lIns="91425" tIns="91425" rIns="91425" bIns="91425" rtlCol="0" anchor="t" anchorCtr="0">
            <a:noAutofit/>
          </a:bodyPr>
          <a:lstStyle/>
          <a:p>
            <a:pPr algn="ctr"/>
            <a:r>
              <a:rPr lang="hu" dirty="0">
                <a:latin typeface="Arial" panose="020B0604020202020204" pitchFamily="34" charset="0"/>
                <a:cs typeface="Arial" panose="020B0604020202020204" pitchFamily="34" charset="0"/>
              </a:rPr>
              <a:t>Mi a modell?</a:t>
            </a:r>
            <a:endParaRPr dirty="0">
              <a:latin typeface="Arial" panose="020B0604020202020204" pitchFamily="34" charset="0"/>
              <a:cs typeface="Arial" panose="020B0604020202020204" pitchFamily="34" charset="0"/>
            </a:endParaRPr>
          </a:p>
        </p:txBody>
      </p:sp>
      <p:sp>
        <p:nvSpPr>
          <p:cNvPr id="103" name="Google Shape;103;p21"/>
          <p:cNvSpPr txBox="1">
            <a:spLocks noGrp="1"/>
          </p:cNvSpPr>
          <p:nvPr>
            <p:ph type="body" idx="1"/>
          </p:nvPr>
        </p:nvSpPr>
        <p:spPr>
          <a:xfrm>
            <a:off x="311700" y="1152475"/>
            <a:ext cx="8520600" cy="3416400"/>
          </a:xfrm>
          <a:prstGeom prst="rect">
            <a:avLst/>
          </a:prstGeom>
        </p:spPr>
        <p:txBody>
          <a:bodyPr spcFirstLastPara="1" vert="horz" wrap="square" lIns="91425" tIns="91425" rIns="91425" bIns="91425" rtlCol="0" anchor="t" anchorCtr="0">
            <a:noAutofit/>
          </a:bodyPr>
          <a:lstStyle/>
          <a:p>
            <a:r>
              <a:rPr lang="hu" dirty="0">
                <a:latin typeface="Arial" panose="020B0604020202020204" pitchFamily="34" charset="0"/>
                <a:cs typeface="Arial" panose="020B0604020202020204" pitchFamily="34" charset="0"/>
              </a:rPr>
              <a:t>A modell egy “eredeti” leképezése, mely alapján könnyebben, olcsóbban, gyorsabban vagy egyáltalán korábban tehetők előrejelzések az eredetiről.</a:t>
            </a:r>
            <a:endParaRPr dirty="0">
              <a:latin typeface="Arial" panose="020B0604020202020204" pitchFamily="34" charset="0"/>
              <a:cs typeface="Arial" panose="020B0604020202020204" pitchFamily="34" charset="0"/>
            </a:endParaRPr>
          </a:p>
          <a:p>
            <a:pPr lvl="1">
              <a:spcBef>
                <a:spcPts val="0"/>
              </a:spcBef>
            </a:pPr>
            <a:r>
              <a:rPr lang="hu" dirty="0">
                <a:latin typeface="Arial" panose="020B0604020202020204" pitchFamily="34" charset="0"/>
                <a:cs typeface="Arial" panose="020B0604020202020204" pitchFamily="34" charset="0"/>
              </a:rPr>
              <a:t>szervezeti és/vagy műszaki folyamatok → elmezés és tervezés</a:t>
            </a:r>
            <a:endParaRPr dirty="0">
              <a:latin typeface="Arial" panose="020B0604020202020204" pitchFamily="34" charset="0"/>
              <a:cs typeface="Arial" panose="020B0604020202020204" pitchFamily="34" charset="0"/>
            </a:endParaRPr>
          </a:p>
          <a:p>
            <a:pPr lvl="1">
              <a:spcBef>
                <a:spcPts val="0"/>
              </a:spcBef>
            </a:pPr>
            <a:r>
              <a:rPr lang="hu" dirty="0">
                <a:latin typeface="Arial" panose="020B0604020202020204" pitchFamily="34" charset="0"/>
                <a:cs typeface="Arial" panose="020B0604020202020204" pitchFamily="34" charset="0"/>
              </a:rPr>
              <a:t>egy meglévő alkalmazásrendszer → dokumentáció</a:t>
            </a:r>
            <a:endParaRPr dirty="0">
              <a:latin typeface="Arial" panose="020B0604020202020204" pitchFamily="34" charset="0"/>
              <a:cs typeface="Arial" panose="020B0604020202020204" pitchFamily="34" charset="0"/>
            </a:endParaRPr>
          </a:p>
          <a:p>
            <a:r>
              <a:rPr lang="hu" dirty="0">
                <a:latin typeface="Arial" panose="020B0604020202020204" pitchFamily="34" charset="0"/>
                <a:cs typeface="Arial" panose="020B0604020202020204" pitchFamily="34" charset="0"/>
              </a:rPr>
              <a:t>A rendszert minden esetben egy adott nézőpontból írja le</a:t>
            </a:r>
            <a:endParaRPr dirty="0">
              <a:latin typeface="Arial" panose="020B0604020202020204" pitchFamily="34" charset="0"/>
              <a:cs typeface="Arial" panose="020B0604020202020204" pitchFamily="34" charset="0"/>
            </a:endParaRPr>
          </a:p>
          <a:p>
            <a:r>
              <a:rPr lang="hu" dirty="0">
                <a:latin typeface="Arial" panose="020B0604020202020204" pitchFamily="34" charset="0"/>
                <a:cs typeface="Arial" panose="020B0604020202020204" pitchFamily="34" charset="0"/>
              </a:rPr>
              <a:t>A modellezés értelmezhető a szoftverfejlesztési életciklus minden fázisában</a:t>
            </a:r>
            <a:endParaRPr dirty="0">
              <a:latin typeface="Arial" panose="020B0604020202020204" pitchFamily="34" charset="0"/>
              <a:cs typeface="Arial" panose="020B0604020202020204" pitchFamily="34" charset="0"/>
            </a:endParaRPr>
          </a:p>
          <a:p>
            <a:pPr lvl="1">
              <a:spcBef>
                <a:spcPts val="0"/>
              </a:spcBef>
            </a:pPr>
            <a:r>
              <a:rPr lang="hu" dirty="0">
                <a:latin typeface="Arial" panose="020B0604020202020204" pitchFamily="34" charset="0"/>
                <a:cs typeface="Arial" panose="020B0604020202020204" pitchFamily="34" charset="0"/>
              </a:rPr>
              <a:t>Jelentős hangsúlya azo</a:t>
            </a:r>
            <a:r>
              <a:rPr lang="en-US" dirty="0">
                <a:latin typeface="Arial" panose="020B0604020202020204" pitchFamily="34" charset="0"/>
                <a:cs typeface="Arial" panose="020B0604020202020204" pitchFamily="34" charset="0"/>
              </a:rPr>
              <a:t>n</a:t>
            </a:r>
            <a:r>
              <a:rPr lang="hu" dirty="0">
                <a:latin typeface="Arial" panose="020B0604020202020204" pitchFamily="34" charset="0"/>
                <a:cs typeface="Arial" panose="020B0604020202020204" pitchFamily="34" charset="0"/>
              </a:rPr>
              <a:t>ban a korai szakaszokban van</a:t>
            </a:r>
            <a:endParaRPr dirty="0">
              <a:latin typeface="Arial" panose="020B0604020202020204" pitchFamily="34" charset="0"/>
              <a:cs typeface="Arial" panose="020B0604020202020204" pitchFamily="34" charset="0"/>
            </a:endParaRPr>
          </a:p>
        </p:txBody>
      </p:sp>
      <p:pic>
        <p:nvPicPr>
          <p:cNvPr id="6" name="Picture 5" descr="Logo&#10;&#10;Description automatically generated">
            <a:extLst>
              <a:ext uri="{FF2B5EF4-FFF2-40B4-BE49-F238E27FC236}">
                <a16:creationId xmlns:a16="http://schemas.microsoft.com/office/drawing/2014/main" id="{68757364-8718-49CA-8AA0-6C2CDE3B98E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294" y="130481"/>
            <a:ext cx="557213" cy="196238"/>
          </a:xfrm>
          <a:prstGeom prst="rect">
            <a:avLst/>
          </a:prstGeom>
        </p:spPr>
      </p:pic>
    </p:spTree>
    <p:extLst>
      <p:ext uri="{BB962C8B-B14F-4D97-AF65-F5344CB8AC3E}">
        <p14:creationId xmlns:p14="http://schemas.microsoft.com/office/powerpoint/2010/main" val="36996319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27"/>
          <p:cNvSpPr txBox="1">
            <a:spLocks noGrp="1"/>
          </p:cNvSpPr>
          <p:nvPr>
            <p:ph type="title"/>
          </p:nvPr>
        </p:nvSpPr>
        <p:spPr>
          <a:xfrm>
            <a:off x="311700" y="445025"/>
            <a:ext cx="8520600" cy="572700"/>
          </a:xfrm>
          <a:prstGeom prst="rect">
            <a:avLst/>
          </a:prstGeom>
        </p:spPr>
        <p:txBody>
          <a:bodyPr spcFirstLastPara="1" vert="horz" wrap="square" lIns="91425" tIns="91425" rIns="91425" bIns="91425" rtlCol="0" anchor="t" anchorCtr="0">
            <a:noAutofit/>
          </a:bodyPr>
          <a:lstStyle/>
          <a:p>
            <a:pPr algn="ctr"/>
            <a:r>
              <a:rPr lang="hu" dirty="0">
                <a:latin typeface="Arial" panose="020B0604020202020204" pitchFamily="34" charset="0"/>
                <a:cs typeface="Arial" panose="020B0604020202020204" pitchFamily="34" charset="0"/>
              </a:rPr>
              <a:t>UML diagramok</a:t>
            </a:r>
            <a:endParaRPr dirty="0">
              <a:latin typeface="Arial" panose="020B0604020202020204" pitchFamily="34" charset="0"/>
              <a:cs typeface="Arial" panose="020B0604020202020204" pitchFamily="34" charset="0"/>
            </a:endParaRPr>
          </a:p>
        </p:txBody>
      </p:sp>
      <p:sp>
        <p:nvSpPr>
          <p:cNvPr id="140" name="Google Shape;140;p27"/>
          <p:cNvSpPr txBox="1">
            <a:spLocks noGrp="1"/>
          </p:cNvSpPr>
          <p:nvPr>
            <p:ph type="body" idx="1"/>
          </p:nvPr>
        </p:nvSpPr>
        <p:spPr>
          <a:xfrm>
            <a:off x="311700" y="1152475"/>
            <a:ext cx="8520600" cy="3416400"/>
          </a:xfrm>
          <a:prstGeom prst="rect">
            <a:avLst/>
          </a:prstGeom>
        </p:spPr>
        <p:txBody>
          <a:bodyPr spcFirstLastPara="1" vert="horz" wrap="square" lIns="91425" tIns="91425" rIns="91425" bIns="91425" rtlCol="0" anchor="t" anchorCtr="0">
            <a:noAutofit/>
          </a:bodyPr>
          <a:lstStyle/>
          <a:p>
            <a:pPr marL="0" indent="0">
              <a:buNone/>
            </a:pPr>
            <a:r>
              <a:rPr lang="hu"/>
              <a:t> A diagramoknak két fő típusa van: </a:t>
            </a:r>
            <a:endParaRPr/>
          </a:p>
          <a:p>
            <a:pPr>
              <a:spcBef>
                <a:spcPts val="1600"/>
              </a:spcBef>
            </a:pPr>
            <a:r>
              <a:rPr lang="hu"/>
              <a:t>Szerkezeti diagramok: statikus viselkedést, állapotot ír le </a:t>
            </a:r>
            <a:endParaRPr/>
          </a:p>
          <a:p>
            <a:r>
              <a:rPr lang="hu"/>
              <a:t>Viselkedési diagramok: egy rendszeren belüli dinamikus viselkedését írják, együttműködést, tevékenységeket, állapotváltozásokat. </a:t>
            </a:r>
            <a:endParaRPr/>
          </a:p>
          <a:p>
            <a:pPr marL="0" indent="0">
              <a:spcBef>
                <a:spcPts val="1600"/>
              </a:spcBef>
              <a:buNone/>
            </a:pPr>
            <a:r>
              <a:rPr lang="hu"/>
              <a:t>A rendszer dinamikus viselkedése a rendszerben történő időbeli változások sorozataként írható le. </a:t>
            </a:r>
            <a:endParaRPr/>
          </a:p>
          <a:p>
            <a:pPr marL="0" indent="0">
              <a:spcBef>
                <a:spcPts val="1600"/>
              </a:spcBef>
              <a:spcAft>
                <a:spcPts val="1600"/>
              </a:spcAft>
              <a:buNone/>
            </a:pPr>
            <a:r>
              <a:rPr lang="hu"/>
              <a:t>A fenti felosztás nem zárja ki a különböző fajta diagramtípusok keverését.</a:t>
            </a:r>
            <a:endParaRPr/>
          </a:p>
        </p:txBody>
      </p:sp>
      <p:pic>
        <p:nvPicPr>
          <p:cNvPr id="4" name="Picture 3" descr="Logo&#10;&#10;Description automatically generated">
            <a:extLst>
              <a:ext uri="{FF2B5EF4-FFF2-40B4-BE49-F238E27FC236}">
                <a16:creationId xmlns:a16="http://schemas.microsoft.com/office/drawing/2014/main" id="{6E92CFDC-AA39-473E-B7D8-D0C3A1B7713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294" y="130481"/>
            <a:ext cx="557213" cy="196238"/>
          </a:xfrm>
          <a:prstGeom prst="rect">
            <a:avLst/>
          </a:prstGeom>
        </p:spPr>
      </p:pic>
    </p:spTree>
    <p:extLst>
      <p:ext uri="{BB962C8B-B14F-4D97-AF65-F5344CB8AC3E}">
        <p14:creationId xmlns:p14="http://schemas.microsoft.com/office/powerpoint/2010/main" val="14382986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9"/>
          <p:cNvSpPr txBox="1">
            <a:spLocks noGrp="1"/>
          </p:cNvSpPr>
          <p:nvPr>
            <p:ph type="title"/>
          </p:nvPr>
        </p:nvSpPr>
        <p:spPr>
          <a:xfrm>
            <a:off x="311700" y="445025"/>
            <a:ext cx="8520600" cy="572700"/>
          </a:xfrm>
          <a:prstGeom prst="rect">
            <a:avLst/>
          </a:prstGeom>
        </p:spPr>
        <p:txBody>
          <a:bodyPr spcFirstLastPara="1" vert="horz" wrap="square" lIns="91425" tIns="91425" rIns="91425" bIns="91425" rtlCol="0" anchor="t" anchorCtr="0">
            <a:noAutofit/>
          </a:bodyPr>
          <a:lstStyle/>
          <a:p>
            <a:r>
              <a:rPr lang="hu" dirty="0">
                <a:latin typeface="Arial" panose="020B0604020202020204" pitchFamily="34" charset="0"/>
                <a:cs typeface="Arial" panose="020B0604020202020204" pitchFamily="34" charset="0"/>
              </a:rPr>
              <a:t>UML diagramok </a:t>
            </a:r>
            <a:endParaRPr dirty="0">
              <a:latin typeface="Arial" panose="020B0604020202020204" pitchFamily="34" charset="0"/>
              <a:cs typeface="Arial" panose="020B0604020202020204" pitchFamily="34" charset="0"/>
            </a:endParaRPr>
          </a:p>
        </p:txBody>
      </p:sp>
      <p:pic>
        <p:nvPicPr>
          <p:cNvPr id="154" name="Google Shape;154;p29"/>
          <p:cNvPicPr preferRelativeResize="0"/>
          <p:nvPr/>
        </p:nvPicPr>
        <p:blipFill>
          <a:blip r:embed="rId3">
            <a:alphaModFix/>
          </a:blip>
          <a:stretch>
            <a:fillRect/>
          </a:stretch>
        </p:blipFill>
        <p:spPr>
          <a:xfrm>
            <a:off x="3736951" y="389426"/>
            <a:ext cx="4114375" cy="4457251"/>
          </a:xfrm>
          <a:prstGeom prst="rect">
            <a:avLst/>
          </a:prstGeom>
          <a:noFill/>
          <a:ln>
            <a:noFill/>
          </a:ln>
        </p:spPr>
      </p:pic>
      <p:pic>
        <p:nvPicPr>
          <p:cNvPr id="5" name="Picture 4" descr="Logo&#10;&#10;Description automatically generated">
            <a:extLst>
              <a:ext uri="{FF2B5EF4-FFF2-40B4-BE49-F238E27FC236}">
                <a16:creationId xmlns:a16="http://schemas.microsoft.com/office/drawing/2014/main" id="{5F656C96-A937-449B-983B-2BDB5AB8366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4294" y="130481"/>
            <a:ext cx="557213" cy="196238"/>
          </a:xfrm>
          <a:prstGeom prst="rect">
            <a:avLst/>
          </a:prstGeom>
        </p:spPr>
      </p:pic>
    </p:spTree>
    <p:extLst>
      <p:ext uri="{BB962C8B-B14F-4D97-AF65-F5344CB8AC3E}">
        <p14:creationId xmlns:p14="http://schemas.microsoft.com/office/powerpoint/2010/main" val="24118128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34"/>
          <p:cNvSpPr txBox="1">
            <a:spLocks noGrp="1"/>
          </p:cNvSpPr>
          <p:nvPr>
            <p:ph type="title"/>
          </p:nvPr>
        </p:nvSpPr>
        <p:spPr>
          <a:xfrm>
            <a:off x="311700" y="445025"/>
            <a:ext cx="8520600" cy="572700"/>
          </a:xfrm>
          <a:prstGeom prst="rect">
            <a:avLst/>
          </a:prstGeom>
        </p:spPr>
        <p:txBody>
          <a:bodyPr spcFirstLastPara="1" vert="horz" wrap="square" lIns="91425" tIns="91425" rIns="91425" bIns="91425" rtlCol="0" anchor="t" anchorCtr="0">
            <a:noAutofit/>
          </a:bodyPr>
          <a:lstStyle/>
          <a:p>
            <a:pPr algn="ctr"/>
            <a:r>
              <a:rPr lang="hu" dirty="0">
                <a:latin typeface="Arial" panose="020B0604020202020204" pitchFamily="34" charset="0"/>
                <a:cs typeface="Arial" panose="020B0604020202020204" pitchFamily="34" charset="0"/>
              </a:rPr>
              <a:t>Osztálydiagramok</a:t>
            </a:r>
            <a:endParaRPr dirty="0">
              <a:latin typeface="Arial" panose="020B0604020202020204" pitchFamily="34" charset="0"/>
              <a:cs typeface="Arial" panose="020B0604020202020204" pitchFamily="34" charset="0"/>
            </a:endParaRPr>
          </a:p>
          <a:p>
            <a:pPr algn="ctr"/>
            <a:endParaRPr dirty="0">
              <a:latin typeface="Arial" panose="020B0604020202020204" pitchFamily="34" charset="0"/>
              <a:cs typeface="Arial" panose="020B0604020202020204" pitchFamily="34" charset="0"/>
            </a:endParaRPr>
          </a:p>
        </p:txBody>
      </p:sp>
      <p:sp>
        <p:nvSpPr>
          <p:cNvPr id="187" name="Google Shape;187;p34"/>
          <p:cNvSpPr txBox="1">
            <a:spLocks noGrp="1"/>
          </p:cNvSpPr>
          <p:nvPr>
            <p:ph type="body" idx="1"/>
          </p:nvPr>
        </p:nvSpPr>
        <p:spPr>
          <a:xfrm>
            <a:off x="311700" y="1152475"/>
            <a:ext cx="8520600" cy="3416400"/>
          </a:xfrm>
          <a:prstGeom prst="rect">
            <a:avLst/>
          </a:prstGeom>
        </p:spPr>
        <p:txBody>
          <a:bodyPr spcFirstLastPara="1" vert="horz" wrap="square" lIns="91425" tIns="91425" rIns="91425" bIns="91425" rtlCol="0" anchor="t" anchorCtr="0">
            <a:noAutofit/>
          </a:bodyPr>
          <a:lstStyle/>
          <a:p>
            <a:r>
              <a:rPr lang="hu"/>
              <a:t>A modellben szereplő osztályok és az osztályok között kölcsönhatások leírását szolgáló eszköz</a:t>
            </a:r>
            <a:endParaRPr/>
          </a:p>
          <a:p>
            <a:r>
              <a:rPr lang="hu"/>
              <a:t>Statikus </a:t>
            </a:r>
            <a:endParaRPr/>
          </a:p>
          <a:p>
            <a:r>
              <a:rPr lang="hu"/>
              <a:t>Három típusát különítünk el:</a:t>
            </a:r>
            <a:endParaRPr/>
          </a:p>
          <a:p>
            <a:pPr lvl="1">
              <a:spcBef>
                <a:spcPts val="0"/>
              </a:spcBef>
            </a:pPr>
            <a:r>
              <a:rPr lang="hu"/>
              <a:t>elemzési osztálydiagram: </a:t>
            </a:r>
            <a:endParaRPr/>
          </a:p>
          <a:p>
            <a:pPr lvl="2">
              <a:spcBef>
                <a:spcPts val="0"/>
              </a:spcBef>
            </a:pPr>
            <a:r>
              <a:rPr lang="hu"/>
              <a:t>a szakterület felépítését reprezentálja</a:t>
            </a:r>
            <a:endParaRPr/>
          </a:p>
          <a:p>
            <a:pPr lvl="1">
              <a:spcBef>
                <a:spcPts val="0"/>
              </a:spcBef>
            </a:pPr>
            <a:r>
              <a:rPr lang="hu"/>
              <a:t>tervezési osztálydiagram: </a:t>
            </a:r>
            <a:endParaRPr/>
          </a:p>
          <a:p>
            <a:pPr lvl="2">
              <a:spcBef>
                <a:spcPts val="0"/>
              </a:spcBef>
            </a:pPr>
            <a:r>
              <a:rPr lang="hu"/>
              <a:t>a megvalósítás jövőbeli részletei is megjelennek a modellben</a:t>
            </a:r>
            <a:endParaRPr/>
          </a:p>
          <a:p>
            <a:pPr lvl="1">
              <a:spcBef>
                <a:spcPts val="0"/>
              </a:spcBef>
            </a:pPr>
            <a:r>
              <a:rPr lang="hu"/>
              <a:t>megvalósítási osztálydiagram: </a:t>
            </a:r>
            <a:endParaRPr/>
          </a:p>
          <a:p>
            <a:pPr lvl="2">
              <a:spcBef>
                <a:spcPts val="0"/>
              </a:spcBef>
            </a:pPr>
            <a:r>
              <a:rPr lang="hu"/>
              <a:t>már egy valós implementációs nyelv osztály fogalmával ekvivalens modell</a:t>
            </a:r>
            <a:endParaRPr/>
          </a:p>
        </p:txBody>
      </p:sp>
      <p:pic>
        <p:nvPicPr>
          <p:cNvPr id="4" name="Picture 3" descr="Logo&#10;&#10;Description automatically generated">
            <a:extLst>
              <a:ext uri="{FF2B5EF4-FFF2-40B4-BE49-F238E27FC236}">
                <a16:creationId xmlns:a16="http://schemas.microsoft.com/office/drawing/2014/main" id="{8E5D08D7-C378-4B30-8EE0-D709D5E0C24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294" y="130481"/>
            <a:ext cx="557213" cy="196238"/>
          </a:xfrm>
          <a:prstGeom prst="rect">
            <a:avLst/>
          </a:prstGeom>
        </p:spPr>
      </p:pic>
    </p:spTree>
    <p:extLst>
      <p:ext uri="{BB962C8B-B14F-4D97-AF65-F5344CB8AC3E}">
        <p14:creationId xmlns:p14="http://schemas.microsoft.com/office/powerpoint/2010/main" val="37948735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38"/>
          <p:cNvSpPr txBox="1">
            <a:spLocks noGrp="1"/>
          </p:cNvSpPr>
          <p:nvPr>
            <p:ph type="title"/>
          </p:nvPr>
        </p:nvSpPr>
        <p:spPr>
          <a:xfrm>
            <a:off x="311700" y="445025"/>
            <a:ext cx="8520600" cy="572700"/>
          </a:xfrm>
          <a:prstGeom prst="rect">
            <a:avLst/>
          </a:prstGeom>
        </p:spPr>
        <p:txBody>
          <a:bodyPr spcFirstLastPara="1" vert="horz" wrap="square" lIns="91425" tIns="91425" rIns="91425" bIns="91425" rtlCol="0" anchor="t" anchorCtr="0">
            <a:noAutofit/>
          </a:bodyPr>
          <a:lstStyle/>
          <a:p>
            <a:pPr algn="ctr"/>
            <a:r>
              <a:rPr lang="hu" dirty="0">
                <a:latin typeface="Arial" panose="020B0604020202020204" pitchFamily="34" charset="0"/>
                <a:cs typeface="Arial" panose="020B0604020202020204" pitchFamily="34" charset="0"/>
              </a:rPr>
              <a:t>Osztályok jelölései</a:t>
            </a:r>
            <a:endParaRPr dirty="0">
              <a:latin typeface="Arial" panose="020B0604020202020204" pitchFamily="34" charset="0"/>
              <a:cs typeface="Arial" panose="020B0604020202020204" pitchFamily="34" charset="0"/>
            </a:endParaRPr>
          </a:p>
          <a:p>
            <a:r>
              <a:rPr lang="hu" dirty="0"/>
              <a:t> </a:t>
            </a:r>
            <a:endParaRPr dirty="0"/>
          </a:p>
        </p:txBody>
      </p:sp>
      <p:sp>
        <p:nvSpPr>
          <p:cNvPr id="221" name="Google Shape;221;p38"/>
          <p:cNvSpPr txBox="1">
            <a:spLocks noGrp="1"/>
          </p:cNvSpPr>
          <p:nvPr>
            <p:ph type="body" idx="1"/>
          </p:nvPr>
        </p:nvSpPr>
        <p:spPr>
          <a:xfrm>
            <a:off x="311700" y="1152475"/>
            <a:ext cx="8520600" cy="3416400"/>
          </a:xfrm>
          <a:prstGeom prst="rect">
            <a:avLst/>
          </a:prstGeom>
        </p:spPr>
        <p:txBody>
          <a:bodyPr spcFirstLastPara="1" vert="horz" wrap="square" lIns="91425" tIns="91425" rIns="91425" bIns="91425" rtlCol="0" anchor="t" anchorCtr="0">
            <a:noAutofit/>
          </a:bodyPr>
          <a:lstStyle/>
          <a:p>
            <a:r>
              <a:rPr lang="hu"/>
              <a:t>Láthatóság</a:t>
            </a:r>
            <a:endParaRPr/>
          </a:p>
          <a:p>
            <a:pPr marL="1371566" lvl="1">
              <a:spcBef>
                <a:spcPts val="0"/>
              </a:spcBef>
            </a:pPr>
            <a:r>
              <a:rPr lang="hu"/>
              <a:t>+ (nyilvános) </a:t>
            </a:r>
            <a:endParaRPr/>
          </a:p>
          <a:p>
            <a:pPr marL="1371566" lvl="1">
              <a:spcBef>
                <a:spcPts val="0"/>
              </a:spcBef>
            </a:pPr>
            <a:r>
              <a:rPr lang="hu"/>
              <a:t>- (privát) </a:t>
            </a:r>
            <a:endParaRPr/>
          </a:p>
          <a:p>
            <a:pPr marL="1371566" lvl="1">
              <a:spcBef>
                <a:spcPts val="0"/>
              </a:spcBef>
            </a:pPr>
            <a:r>
              <a:rPr lang="hu"/>
              <a:t># (védett) </a:t>
            </a:r>
            <a:endParaRPr/>
          </a:p>
          <a:p>
            <a:pPr marL="1371566" lvl="1">
              <a:spcBef>
                <a:spcPts val="0"/>
              </a:spcBef>
            </a:pPr>
            <a:r>
              <a:rPr lang="hu"/>
              <a:t>~ (csomagszintű)</a:t>
            </a:r>
            <a:endParaRPr/>
          </a:p>
        </p:txBody>
      </p:sp>
      <p:pic>
        <p:nvPicPr>
          <p:cNvPr id="222" name="Google Shape;222;p38"/>
          <p:cNvPicPr preferRelativeResize="0"/>
          <p:nvPr/>
        </p:nvPicPr>
        <p:blipFill>
          <a:blip r:embed="rId3">
            <a:alphaModFix/>
          </a:blip>
          <a:stretch>
            <a:fillRect/>
          </a:stretch>
        </p:blipFill>
        <p:spPr>
          <a:xfrm>
            <a:off x="4457625" y="1336251"/>
            <a:ext cx="2636500" cy="2316925"/>
          </a:xfrm>
          <a:prstGeom prst="rect">
            <a:avLst/>
          </a:prstGeom>
          <a:noFill/>
          <a:ln>
            <a:noFill/>
          </a:ln>
        </p:spPr>
      </p:pic>
      <p:pic>
        <p:nvPicPr>
          <p:cNvPr id="5" name="Picture 4" descr="Logo&#10;&#10;Description automatically generated">
            <a:extLst>
              <a:ext uri="{FF2B5EF4-FFF2-40B4-BE49-F238E27FC236}">
                <a16:creationId xmlns:a16="http://schemas.microsoft.com/office/drawing/2014/main" id="{F478564E-BD98-4D3D-9259-0B87DE191D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4294" y="130481"/>
            <a:ext cx="557213" cy="196238"/>
          </a:xfrm>
          <a:prstGeom prst="rect">
            <a:avLst/>
          </a:prstGeom>
        </p:spPr>
      </p:pic>
    </p:spTree>
    <p:extLst>
      <p:ext uri="{BB962C8B-B14F-4D97-AF65-F5344CB8AC3E}">
        <p14:creationId xmlns:p14="http://schemas.microsoft.com/office/powerpoint/2010/main" val="33808108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51"/>
          <p:cNvSpPr txBox="1">
            <a:spLocks noGrp="1"/>
          </p:cNvSpPr>
          <p:nvPr>
            <p:ph type="title"/>
          </p:nvPr>
        </p:nvSpPr>
        <p:spPr>
          <a:xfrm>
            <a:off x="311700" y="445025"/>
            <a:ext cx="8520600" cy="572700"/>
          </a:xfrm>
          <a:prstGeom prst="rect">
            <a:avLst/>
          </a:prstGeom>
        </p:spPr>
        <p:txBody>
          <a:bodyPr spcFirstLastPara="1" vert="horz" wrap="square" lIns="91425" tIns="91425" rIns="91425" bIns="91425" rtlCol="0" anchor="t" anchorCtr="0">
            <a:noAutofit/>
          </a:bodyPr>
          <a:lstStyle/>
          <a:p>
            <a:pPr algn="ctr"/>
            <a:r>
              <a:rPr lang="hu" dirty="0">
                <a:latin typeface="Arial" panose="020B0604020202020204" pitchFamily="34" charset="0"/>
                <a:cs typeface="Arial" panose="020B0604020202020204" pitchFamily="34" charset="0"/>
              </a:rPr>
              <a:t>Állapotgép diagram</a:t>
            </a:r>
            <a:endParaRPr dirty="0">
              <a:latin typeface="Arial" panose="020B0604020202020204" pitchFamily="34" charset="0"/>
              <a:cs typeface="Arial" panose="020B0604020202020204" pitchFamily="34" charset="0"/>
            </a:endParaRPr>
          </a:p>
        </p:txBody>
      </p:sp>
      <p:sp>
        <p:nvSpPr>
          <p:cNvPr id="317" name="Google Shape;317;p51"/>
          <p:cNvSpPr txBox="1">
            <a:spLocks noGrp="1"/>
          </p:cNvSpPr>
          <p:nvPr>
            <p:ph type="body" idx="1"/>
          </p:nvPr>
        </p:nvSpPr>
        <p:spPr>
          <a:xfrm>
            <a:off x="311700" y="1152475"/>
            <a:ext cx="8520600" cy="3416400"/>
          </a:xfrm>
          <a:prstGeom prst="rect">
            <a:avLst/>
          </a:prstGeom>
        </p:spPr>
        <p:txBody>
          <a:bodyPr spcFirstLastPara="1" vert="horz" wrap="square" lIns="91425" tIns="91425" rIns="91425" bIns="91425" rtlCol="0" anchor="t" anchorCtr="0">
            <a:noAutofit/>
          </a:bodyPr>
          <a:lstStyle/>
          <a:p>
            <a:r>
              <a:rPr lang="hu" dirty="0"/>
              <a:t>Az állapotgép diagram egy osztály objektumainak az életciklusuk alatt felvehető lehetséges állapotait és az állapotok közötti lehetséges átmeneteket ábrázolja. </a:t>
            </a:r>
            <a:endParaRPr dirty="0"/>
          </a:p>
          <a:p>
            <a:r>
              <a:rPr lang="hu" dirty="0"/>
              <a:t>Az állapotgép diagram esetén absztrakt állapotokkal foglalkozunk. </a:t>
            </a:r>
            <a:endParaRPr dirty="0"/>
          </a:p>
          <a:p>
            <a:r>
              <a:rPr lang="hu" dirty="0"/>
              <a:t>Az objektum orientált szemlélet szerint egy objektum állapotát az attribútumainak a pillanatnyi értékhalmaza határozza meg. → Konkrét állapot </a:t>
            </a:r>
            <a:endParaRPr dirty="0"/>
          </a:p>
          <a:p>
            <a:r>
              <a:rPr lang="hu" dirty="0"/>
              <a:t>A modellezés során egy bizonyos szempontból a konkrét állapotok meghatározott halmazai egyenértékűnek tekinthetők, egy állapot jelleget határoznak meg. </a:t>
            </a:r>
            <a:endParaRPr dirty="0"/>
          </a:p>
          <a:p>
            <a:pPr indent="0">
              <a:spcBef>
                <a:spcPts val="1600"/>
              </a:spcBef>
              <a:spcAft>
                <a:spcPts val="1600"/>
              </a:spcAft>
              <a:buNone/>
            </a:pPr>
            <a:endParaRPr dirty="0"/>
          </a:p>
        </p:txBody>
      </p:sp>
      <p:pic>
        <p:nvPicPr>
          <p:cNvPr id="4" name="Picture 3" descr="Logo&#10;&#10;Description automatically generated">
            <a:extLst>
              <a:ext uri="{FF2B5EF4-FFF2-40B4-BE49-F238E27FC236}">
                <a16:creationId xmlns:a16="http://schemas.microsoft.com/office/drawing/2014/main" id="{75CF5189-9D61-4CB3-9CDF-A972B52D4FB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294" y="130481"/>
            <a:ext cx="557213" cy="196238"/>
          </a:xfrm>
          <a:prstGeom prst="rect">
            <a:avLst/>
          </a:prstGeom>
        </p:spPr>
      </p:pic>
    </p:spTree>
    <p:extLst>
      <p:ext uri="{BB962C8B-B14F-4D97-AF65-F5344CB8AC3E}">
        <p14:creationId xmlns:p14="http://schemas.microsoft.com/office/powerpoint/2010/main" val="31669011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p52"/>
          <p:cNvSpPr txBox="1">
            <a:spLocks noGrp="1"/>
          </p:cNvSpPr>
          <p:nvPr>
            <p:ph type="title"/>
          </p:nvPr>
        </p:nvSpPr>
        <p:spPr>
          <a:xfrm>
            <a:off x="311700" y="445025"/>
            <a:ext cx="8520600" cy="572700"/>
          </a:xfrm>
          <a:prstGeom prst="rect">
            <a:avLst/>
          </a:prstGeom>
        </p:spPr>
        <p:txBody>
          <a:bodyPr spcFirstLastPara="1" vert="horz" wrap="square" lIns="91425" tIns="91425" rIns="91425" bIns="91425" rtlCol="0" anchor="t" anchorCtr="0">
            <a:noAutofit/>
          </a:bodyPr>
          <a:lstStyle/>
          <a:p>
            <a:pPr algn="ctr"/>
            <a:r>
              <a:rPr lang="hu" dirty="0">
                <a:latin typeface="Arial" panose="020B0604020202020204" pitchFamily="34" charset="0"/>
                <a:cs typeface="Arial" panose="020B0604020202020204" pitchFamily="34" charset="0"/>
              </a:rPr>
              <a:t>Állapotgép diagram </a:t>
            </a:r>
            <a:endParaRPr dirty="0">
              <a:latin typeface="Arial" panose="020B0604020202020204" pitchFamily="34" charset="0"/>
              <a:cs typeface="Arial" panose="020B0604020202020204" pitchFamily="34" charset="0"/>
            </a:endParaRPr>
          </a:p>
        </p:txBody>
      </p:sp>
      <p:sp>
        <p:nvSpPr>
          <p:cNvPr id="323" name="Google Shape;323;p52"/>
          <p:cNvSpPr txBox="1">
            <a:spLocks noGrp="1"/>
          </p:cNvSpPr>
          <p:nvPr>
            <p:ph type="body" idx="1"/>
          </p:nvPr>
        </p:nvSpPr>
        <p:spPr>
          <a:xfrm>
            <a:off x="311700" y="1152475"/>
            <a:ext cx="8520600" cy="3416400"/>
          </a:xfrm>
          <a:prstGeom prst="rect">
            <a:avLst/>
          </a:prstGeom>
        </p:spPr>
        <p:txBody>
          <a:bodyPr spcFirstLastPara="1" vert="horz" wrap="square" lIns="91425" tIns="91425" rIns="91425" bIns="91425" rtlCol="0" anchor="t" anchorCtr="0">
            <a:noAutofit/>
          </a:bodyPr>
          <a:lstStyle/>
          <a:p>
            <a:r>
              <a:rPr lang="hu" dirty="0"/>
              <a:t>Ezt absztrakt állapotnak nevezzük. Például egy hallgatónak abból a szempontból, hogy teljesítette-e a tárgyat, két absztrakt állapota lehet:</a:t>
            </a:r>
            <a:endParaRPr dirty="0"/>
          </a:p>
          <a:p>
            <a:pPr lvl="1">
              <a:spcBef>
                <a:spcPts val="0"/>
              </a:spcBef>
            </a:pPr>
            <a:r>
              <a:rPr lang="hu" dirty="0"/>
              <a:t>teljesítette: aláírása és legalább elégséges vizsgajegye van (ez négy lehetséges konkrét állapotot fog össze),</a:t>
            </a:r>
            <a:endParaRPr dirty="0"/>
          </a:p>
          <a:p>
            <a:pPr lvl="1">
              <a:spcBef>
                <a:spcPts val="0"/>
              </a:spcBef>
            </a:pPr>
            <a:r>
              <a:rPr lang="hu" dirty="0"/>
              <a:t>nem teljesítette: nincs aláírása, vagy van aláírása, de nincs vizsgajegye, vagy elégtelen vizsgajegye van (ami három lehetséges konkrét állapot).</a:t>
            </a:r>
            <a:endParaRPr dirty="0"/>
          </a:p>
          <a:p>
            <a:r>
              <a:rPr lang="hu" dirty="0"/>
              <a:t>Ez a két absztrakt állapot elegendő ahhoz, hogy eldönthessük, egy ráépülő tárgyat felvehet-e. (Bár természetesen más szempontból nem lényegtelen, hogy a vizsgajegye elégséges vagy jeles</a:t>
            </a:r>
            <a:r>
              <a:rPr lang="hu" dirty="0" smtClean="0"/>
              <a:t>.)</a:t>
            </a:r>
          </a:p>
          <a:p>
            <a:r>
              <a:rPr lang="hu" dirty="0" smtClean="0"/>
              <a:t>Másik példa: „Hétvége vagy hétköznap van ma?”</a:t>
            </a:r>
          </a:p>
          <a:p>
            <a:pPr lvl="1"/>
            <a:r>
              <a:rPr lang="hu" dirty="0" smtClean="0"/>
              <a:t>Hétköznap van, ez egy absztrakt, és 5 konkrét állapot</a:t>
            </a:r>
            <a:br>
              <a:rPr lang="hu" dirty="0" smtClean="0"/>
            </a:br>
            <a:r>
              <a:rPr lang="hu" dirty="0" smtClean="0"/>
              <a:t>Hétvége van, ez szintén egy absztrakt, de már csak 2 konkrét állapot</a:t>
            </a:r>
            <a:endParaRPr dirty="0"/>
          </a:p>
          <a:p>
            <a:pPr marL="0" indent="0">
              <a:spcBef>
                <a:spcPts val="1600"/>
              </a:spcBef>
              <a:spcAft>
                <a:spcPts val="1600"/>
              </a:spcAft>
              <a:buNone/>
            </a:pPr>
            <a:endParaRPr dirty="0"/>
          </a:p>
        </p:txBody>
      </p:sp>
      <p:pic>
        <p:nvPicPr>
          <p:cNvPr id="4" name="Picture 3" descr="Logo&#10;&#10;Description automatically generated">
            <a:extLst>
              <a:ext uri="{FF2B5EF4-FFF2-40B4-BE49-F238E27FC236}">
                <a16:creationId xmlns:a16="http://schemas.microsoft.com/office/drawing/2014/main" id="{7F274AB1-B575-432D-AF6E-C95C92BA676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294" y="130481"/>
            <a:ext cx="557213" cy="196238"/>
          </a:xfrm>
          <a:prstGeom prst="rect">
            <a:avLst/>
          </a:prstGeom>
        </p:spPr>
      </p:pic>
    </p:spTree>
    <p:extLst>
      <p:ext uri="{BB962C8B-B14F-4D97-AF65-F5344CB8AC3E}">
        <p14:creationId xmlns:p14="http://schemas.microsoft.com/office/powerpoint/2010/main" val="13245226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p54"/>
          <p:cNvSpPr txBox="1">
            <a:spLocks noGrp="1"/>
          </p:cNvSpPr>
          <p:nvPr>
            <p:ph type="title"/>
          </p:nvPr>
        </p:nvSpPr>
        <p:spPr>
          <a:xfrm>
            <a:off x="311700" y="445025"/>
            <a:ext cx="8520600" cy="572700"/>
          </a:xfrm>
          <a:prstGeom prst="rect">
            <a:avLst/>
          </a:prstGeom>
        </p:spPr>
        <p:txBody>
          <a:bodyPr spcFirstLastPara="1" vert="horz" wrap="square" lIns="91425" tIns="91425" rIns="91425" bIns="91425" rtlCol="0" anchor="t" anchorCtr="0">
            <a:noAutofit/>
          </a:bodyPr>
          <a:lstStyle/>
          <a:p>
            <a:r>
              <a:rPr lang="hu" dirty="0">
                <a:latin typeface="Arial" panose="020B0604020202020204" pitchFamily="34" charset="0"/>
                <a:cs typeface="Arial" panose="020B0604020202020204" pitchFamily="34" charset="0"/>
              </a:rPr>
              <a:t>Állapotgép diagram</a:t>
            </a:r>
            <a:endParaRPr dirty="0">
              <a:latin typeface="Arial" panose="020B0604020202020204" pitchFamily="34" charset="0"/>
              <a:cs typeface="Arial" panose="020B0604020202020204" pitchFamily="34" charset="0"/>
            </a:endParaRPr>
          </a:p>
        </p:txBody>
      </p:sp>
      <p:sp>
        <p:nvSpPr>
          <p:cNvPr id="336" name="Google Shape;336;p54"/>
          <p:cNvSpPr txBox="1">
            <a:spLocks noGrp="1"/>
          </p:cNvSpPr>
          <p:nvPr>
            <p:ph type="body" idx="1"/>
          </p:nvPr>
        </p:nvSpPr>
        <p:spPr>
          <a:xfrm>
            <a:off x="311700" y="1152475"/>
            <a:ext cx="8520600" cy="3416400"/>
          </a:xfrm>
          <a:prstGeom prst="rect">
            <a:avLst/>
          </a:prstGeom>
        </p:spPr>
        <p:txBody>
          <a:bodyPr spcFirstLastPara="1" vert="horz" wrap="square" lIns="91425" tIns="91425" rIns="91425" bIns="91425" rtlCol="0" anchor="t" anchorCtr="0">
            <a:noAutofit/>
          </a:bodyPr>
          <a:lstStyle/>
          <a:p>
            <a:r>
              <a:rPr lang="hu" dirty="0"/>
              <a:t>Kezdő állapot (Initial  </a:t>
            </a:r>
            <a:r>
              <a:rPr lang="hu" dirty="0" smtClean="0"/>
              <a:t>pseudostate)</a:t>
            </a:r>
            <a:br>
              <a:rPr lang="hu" dirty="0" smtClean="0"/>
            </a:br>
            <a:r>
              <a:rPr lang="hu" dirty="0" smtClean="0"/>
              <a:t>	</a:t>
            </a:r>
            <a:r>
              <a:rPr lang="hu" sz="1500" dirty="0">
                <a:solidFill>
                  <a:srgbClr val="FF0000"/>
                </a:solidFill>
              </a:rPr>
              <a:t>Ennek mindig léteznie kell</a:t>
            </a:r>
            <a:endParaRPr sz="1500" dirty="0">
              <a:solidFill>
                <a:srgbClr val="FF0000"/>
              </a:solidFill>
            </a:endParaRPr>
          </a:p>
          <a:p>
            <a:pPr lvl="0"/>
            <a:r>
              <a:rPr lang="hu" dirty="0" smtClean="0"/>
              <a:t>Végállapot (Final state)</a:t>
            </a:r>
            <a:br>
              <a:rPr lang="hu" dirty="0" smtClean="0"/>
            </a:br>
            <a:r>
              <a:rPr lang="hu" dirty="0" smtClean="0"/>
              <a:t>	</a:t>
            </a:r>
            <a:r>
              <a:rPr lang="hu-HU" sz="1500" dirty="0">
                <a:solidFill>
                  <a:srgbClr val="FF0000"/>
                </a:solidFill>
              </a:rPr>
              <a:t>Ennek mindig léteznie kell</a:t>
            </a:r>
            <a:endParaRPr dirty="0" smtClean="0"/>
          </a:p>
          <a:p>
            <a:r>
              <a:rPr lang="hu" b="1" dirty="0" smtClean="0"/>
              <a:t>Elágaztató </a:t>
            </a:r>
            <a:r>
              <a:rPr lang="hu" b="1" dirty="0"/>
              <a:t>csúcs (fork pseudostate)</a:t>
            </a:r>
            <a:endParaRPr b="1" dirty="0"/>
          </a:p>
          <a:p>
            <a:r>
              <a:rPr lang="hu" b="1" dirty="0"/>
              <a:t>Szinkronizációs csúcs (join pseudostate)</a:t>
            </a:r>
            <a:endParaRPr b="1" dirty="0"/>
          </a:p>
          <a:p>
            <a:r>
              <a:rPr lang="hu" b="1" dirty="0"/>
              <a:t>Szétválasztó csúcs (choice pseudostate)</a:t>
            </a:r>
            <a:endParaRPr b="1" dirty="0"/>
          </a:p>
          <a:p>
            <a:r>
              <a:rPr lang="hu" b="1" dirty="0"/>
              <a:t>Összefuttató csúcs (merge pseudostate)</a:t>
            </a:r>
            <a:endParaRPr b="1" dirty="0"/>
          </a:p>
        </p:txBody>
      </p:sp>
      <p:pic>
        <p:nvPicPr>
          <p:cNvPr id="337" name="Google Shape;337;p54"/>
          <p:cNvPicPr preferRelativeResize="0"/>
          <p:nvPr/>
        </p:nvPicPr>
        <p:blipFill>
          <a:blip r:embed="rId3">
            <a:alphaModFix/>
          </a:blip>
          <a:stretch>
            <a:fillRect/>
          </a:stretch>
        </p:blipFill>
        <p:spPr>
          <a:xfrm>
            <a:off x="5460700" y="1721350"/>
            <a:ext cx="2789694" cy="1428750"/>
          </a:xfrm>
          <a:prstGeom prst="rect">
            <a:avLst/>
          </a:prstGeom>
          <a:noFill/>
          <a:ln>
            <a:noFill/>
          </a:ln>
        </p:spPr>
      </p:pic>
      <p:pic>
        <p:nvPicPr>
          <p:cNvPr id="338" name="Google Shape;338;p54"/>
          <p:cNvPicPr preferRelativeResize="0"/>
          <p:nvPr/>
        </p:nvPicPr>
        <p:blipFill>
          <a:blip r:embed="rId4">
            <a:alphaModFix/>
          </a:blip>
          <a:stretch>
            <a:fillRect/>
          </a:stretch>
        </p:blipFill>
        <p:spPr>
          <a:xfrm>
            <a:off x="5460700" y="102100"/>
            <a:ext cx="1619250" cy="2000250"/>
          </a:xfrm>
          <a:prstGeom prst="rect">
            <a:avLst/>
          </a:prstGeom>
          <a:noFill/>
          <a:ln>
            <a:noFill/>
          </a:ln>
        </p:spPr>
      </p:pic>
      <p:pic>
        <p:nvPicPr>
          <p:cNvPr id="339" name="Google Shape;339;p54"/>
          <p:cNvPicPr preferRelativeResize="0"/>
          <p:nvPr/>
        </p:nvPicPr>
        <p:blipFill>
          <a:blip r:embed="rId5">
            <a:alphaModFix/>
          </a:blip>
          <a:stretch>
            <a:fillRect/>
          </a:stretch>
        </p:blipFill>
        <p:spPr>
          <a:xfrm>
            <a:off x="7012144" y="102100"/>
            <a:ext cx="1238250" cy="1619250"/>
          </a:xfrm>
          <a:prstGeom prst="rect">
            <a:avLst/>
          </a:prstGeom>
          <a:noFill/>
          <a:ln>
            <a:noFill/>
          </a:ln>
        </p:spPr>
      </p:pic>
      <p:pic>
        <p:nvPicPr>
          <p:cNvPr id="340" name="Google Shape;340;p54"/>
          <p:cNvPicPr preferRelativeResize="0"/>
          <p:nvPr/>
        </p:nvPicPr>
        <p:blipFill>
          <a:blip r:embed="rId6">
            <a:alphaModFix/>
          </a:blip>
          <a:stretch>
            <a:fillRect/>
          </a:stretch>
        </p:blipFill>
        <p:spPr>
          <a:xfrm>
            <a:off x="5460700" y="3041151"/>
            <a:ext cx="2789694" cy="1428750"/>
          </a:xfrm>
          <a:prstGeom prst="rect">
            <a:avLst/>
          </a:prstGeom>
          <a:noFill/>
          <a:ln>
            <a:noFill/>
          </a:ln>
        </p:spPr>
      </p:pic>
      <p:pic>
        <p:nvPicPr>
          <p:cNvPr id="8" name="Picture 7" descr="Logo&#10;&#10;Description automatically generated">
            <a:extLst>
              <a:ext uri="{FF2B5EF4-FFF2-40B4-BE49-F238E27FC236}">
                <a16:creationId xmlns:a16="http://schemas.microsoft.com/office/drawing/2014/main" id="{89FA3B73-C292-4943-BA01-512FEA6D0B4E}"/>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4294" y="130481"/>
            <a:ext cx="557213" cy="196238"/>
          </a:xfrm>
          <a:prstGeom prst="rect">
            <a:avLst/>
          </a:prstGeom>
        </p:spPr>
      </p:pic>
    </p:spTree>
    <p:extLst>
      <p:ext uri="{BB962C8B-B14F-4D97-AF65-F5344CB8AC3E}">
        <p14:creationId xmlns:p14="http://schemas.microsoft.com/office/powerpoint/2010/main" val="3531283818"/>
      </p:ext>
    </p:extLst>
  </p:cSld>
  <p:clrMapOvr>
    <a:masterClrMapping/>
  </p:clrMapOvr>
</p:sld>
</file>

<file path=ppt/theme/theme1.xml><?xml version="1.0" encoding="utf-8"?>
<a:theme xmlns:a="http://schemas.openxmlformats.org/drawingml/2006/main" name="Covers">
  <a:themeElements>
    <a:clrScheme name="Custom 6">
      <a:dk1>
        <a:srgbClr val="222222"/>
      </a:dk1>
      <a:lt1>
        <a:srgbClr val="FFFFFF"/>
      </a:lt1>
      <a:dk2>
        <a:srgbClr val="464547"/>
      </a:dk2>
      <a:lt2>
        <a:srgbClr val="CCCCCC"/>
      </a:lt2>
      <a:accent1>
        <a:srgbClr val="464547"/>
      </a:accent1>
      <a:accent2>
        <a:srgbClr val="76CDD8"/>
      </a:accent2>
      <a:accent3>
        <a:srgbClr val="008ACF"/>
      </a:accent3>
      <a:accent4>
        <a:srgbClr val="CEDB56"/>
      </a:accent4>
      <a:accent5>
        <a:srgbClr val="39C2D7"/>
      </a:accent5>
      <a:accent6>
        <a:srgbClr val="D35D47"/>
      </a:accent6>
      <a:hlink>
        <a:srgbClr val="76CDD8"/>
      </a:hlink>
      <a:folHlink>
        <a:srgbClr val="76CDD8"/>
      </a:folHlink>
    </a:clrScheme>
    <a:fontScheme name="EPAM September 2017 - PPT">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PAM PPTX Template" id="{07F0FB55-CFFA-47CA-99A0-A77E3213ACA6}" vid="{740A320D-646C-4C12-89B1-0B127236B0F7}"/>
    </a:ext>
  </a:extLst>
</a:theme>
</file>

<file path=ppt/theme/theme2.xml><?xml version="1.0" encoding="utf-8"?>
<a:theme xmlns:a="http://schemas.openxmlformats.org/drawingml/2006/main" name="General">
  <a:themeElements>
    <a:clrScheme name="Custom 7">
      <a:dk1>
        <a:srgbClr val="222222"/>
      </a:dk1>
      <a:lt1>
        <a:srgbClr val="FFFFFF"/>
      </a:lt1>
      <a:dk2>
        <a:srgbClr val="464547"/>
      </a:dk2>
      <a:lt2>
        <a:srgbClr val="CCCCCC"/>
      </a:lt2>
      <a:accent1>
        <a:srgbClr val="222222"/>
      </a:accent1>
      <a:accent2>
        <a:srgbClr val="76CDD8"/>
      </a:accent2>
      <a:accent3>
        <a:srgbClr val="008ACF"/>
      </a:accent3>
      <a:accent4>
        <a:srgbClr val="CEDB56"/>
      </a:accent4>
      <a:accent5>
        <a:srgbClr val="39C2D7"/>
      </a:accent5>
      <a:accent6>
        <a:srgbClr val="D35D47"/>
      </a:accent6>
      <a:hlink>
        <a:srgbClr val="76CDD8"/>
      </a:hlink>
      <a:folHlink>
        <a:srgbClr val="76CDD8"/>
      </a:folHlink>
    </a:clrScheme>
    <a:fontScheme name="EPAM September 2017 - PPT">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PAM PPTX Template" id="{07F0FB55-CFFA-47CA-99A0-A77E3213ACA6}" vid="{5C4EAAF8-284D-4A65-B20F-C47DE8AC2658}"/>
    </a:ext>
  </a:extLst>
</a:theme>
</file>

<file path=ppt/theme/theme3.xml><?xml version="1.0" encoding="utf-8"?>
<a:theme xmlns:a="http://schemas.openxmlformats.org/drawingml/2006/main" name="Breakers">
  <a:themeElements>
    <a:clrScheme name="Custom 8">
      <a:dk1>
        <a:srgbClr val="222222"/>
      </a:dk1>
      <a:lt1>
        <a:srgbClr val="FFFFFF"/>
      </a:lt1>
      <a:dk2>
        <a:srgbClr val="464547"/>
      </a:dk2>
      <a:lt2>
        <a:srgbClr val="CCCCCC"/>
      </a:lt2>
      <a:accent1>
        <a:srgbClr val="222222"/>
      </a:accent1>
      <a:accent2>
        <a:srgbClr val="76CDD8"/>
      </a:accent2>
      <a:accent3>
        <a:srgbClr val="008ACF"/>
      </a:accent3>
      <a:accent4>
        <a:srgbClr val="CEDB56"/>
      </a:accent4>
      <a:accent5>
        <a:srgbClr val="39C2D7"/>
      </a:accent5>
      <a:accent6>
        <a:srgbClr val="D35D47"/>
      </a:accent6>
      <a:hlink>
        <a:srgbClr val="76CDD8"/>
      </a:hlink>
      <a:folHlink>
        <a:srgbClr val="76CDD8"/>
      </a:folHlink>
    </a:clrScheme>
    <a:fontScheme name="EPAM September 2017 - PPT">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PAM PPTX Template" id="{07F0FB55-CFFA-47CA-99A0-A77E3213ACA6}" vid="{67367244-F583-44E6-8F01-4BEACD686630}"/>
    </a:ext>
  </a:extLst>
</a:theme>
</file>

<file path=ppt/theme/theme4.xml><?xml version="1.0" encoding="utf-8"?>
<a:theme xmlns:a="http://schemas.openxmlformats.org/drawingml/2006/main" name="2_Covers">
  <a:themeElements>
    <a:clrScheme name="Custom 6">
      <a:dk1>
        <a:srgbClr val="222222"/>
      </a:dk1>
      <a:lt1>
        <a:srgbClr val="FFFFFF"/>
      </a:lt1>
      <a:dk2>
        <a:srgbClr val="464547"/>
      </a:dk2>
      <a:lt2>
        <a:srgbClr val="CCCCCC"/>
      </a:lt2>
      <a:accent1>
        <a:srgbClr val="464547"/>
      </a:accent1>
      <a:accent2>
        <a:srgbClr val="76CDD8"/>
      </a:accent2>
      <a:accent3>
        <a:srgbClr val="008ACF"/>
      </a:accent3>
      <a:accent4>
        <a:srgbClr val="CEDB56"/>
      </a:accent4>
      <a:accent5>
        <a:srgbClr val="39C2D7"/>
      </a:accent5>
      <a:accent6>
        <a:srgbClr val="D35D47"/>
      </a:accent6>
      <a:hlink>
        <a:srgbClr val="76CDD8"/>
      </a:hlink>
      <a:folHlink>
        <a:srgbClr val="76CDD8"/>
      </a:folHlink>
    </a:clrScheme>
    <a:fontScheme name="EPAM September 2017 - PPT">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PAM PPTX Template" id="{07F0FB55-CFFA-47CA-99A0-A77E3213ACA6}" vid="{740A320D-646C-4C12-89B1-0B127236B0F7}"/>
    </a:ext>
  </a:extLst>
</a:theme>
</file>

<file path=ppt/theme/theme5.xml><?xml version="1.0" encoding="utf-8"?>
<a:theme xmlns:a="http://schemas.openxmlformats.org/drawingml/2006/main" name="1_General">
  <a:themeElements>
    <a:clrScheme name="Custom 7">
      <a:dk1>
        <a:srgbClr val="222222"/>
      </a:dk1>
      <a:lt1>
        <a:srgbClr val="FFFFFF"/>
      </a:lt1>
      <a:dk2>
        <a:srgbClr val="464547"/>
      </a:dk2>
      <a:lt2>
        <a:srgbClr val="CCCCCC"/>
      </a:lt2>
      <a:accent1>
        <a:srgbClr val="222222"/>
      </a:accent1>
      <a:accent2>
        <a:srgbClr val="76CDD8"/>
      </a:accent2>
      <a:accent3>
        <a:srgbClr val="008ACF"/>
      </a:accent3>
      <a:accent4>
        <a:srgbClr val="CEDB56"/>
      </a:accent4>
      <a:accent5>
        <a:srgbClr val="39C2D7"/>
      </a:accent5>
      <a:accent6>
        <a:srgbClr val="D35D47"/>
      </a:accent6>
      <a:hlink>
        <a:srgbClr val="76CDD8"/>
      </a:hlink>
      <a:folHlink>
        <a:srgbClr val="76CDD8"/>
      </a:folHlink>
    </a:clrScheme>
    <a:fontScheme name="EPAM September 2017 - PPT">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PAM PPTX Template" id="{07F0FB55-CFFA-47CA-99A0-A77E3213ACA6}" vid="{5C4EAAF8-284D-4A65-B20F-C47DE8AC2658}"/>
    </a:ext>
  </a:extLst>
</a:theme>
</file>

<file path=ppt/theme/theme6.xml><?xml version="1.0" encoding="utf-8"?>
<a:theme xmlns:a="http://schemas.openxmlformats.org/drawingml/2006/main" name="2_General">
  <a:themeElements>
    <a:clrScheme name="Custom 7">
      <a:dk1>
        <a:srgbClr val="222222"/>
      </a:dk1>
      <a:lt1>
        <a:srgbClr val="FFFFFF"/>
      </a:lt1>
      <a:dk2>
        <a:srgbClr val="464547"/>
      </a:dk2>
      <a:lt2>
        <a:srgbClr val="CCCCCC"/>
      </a:lt2>
      <a:accent1>
        <a:srgbClr val="222222"/>
      </a:accent1>
      <a:accent2>
        <a:srgbClr val="76CDD8"/>
      </a:accent2>
      <a:accent3>
        <a:srgbClr val="008ACF"/>
      </a:accent3>
      <a:accent4>
        <a:srgbClr val="CEDB56"/>
      </a:accent4>
      <a:accent5>
        <a:srgbClr val="39C2D7"/>
      </a:accent5>
      <a:accent6>
        <a:srgbClr val="D35D47"/>
      </a:accent6>
      <a:hlink>
        <a:srgbClr val="76CDD8"/>
      </a:hlink>
      <a:folHlink>
        <a:srgbClr val="76CDD8"/>
      </a:folHlink>
    </a:clrScheme>
    <a:fontScheme name="EPAM September 2017 - PPT">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PAM PPTX Template" id="{07F0FB55-CFFA-47CA-99A0-A77E3213ACA6}" vid="{5C4EAAF8-284D-4A65-B20F-C47DE8AC2658}"/>
    </a:ext>
  </a:extLst>
</a:theme>
</file>

<file path=ppt/theme/theme7.xml><?xml version="1.0" encoding="utf-8"?>
<a:theme xmlns:a="http://schemas.openxmlformats.org/drawingml/2006/main" name="3_General">
  <a:themeElements>
    <a:clrScheme name="Custom 7">
      <a:dk1>
        <a:srgbClr val="222222"/>
      </a:dk1>
      <a:lt1>
        <a:srgbClr val="FFFFFF"/>
      </a:lt1>
      <a:dk2>
        <a:srgbClr val="464547"/>
      </a:dk2>
      <a:lt2>
        <a:srgbClr val="CCCCCC"/>
      </a:lt2>
      <a:accent1>
        <a:srgbClr val="222222"/>
      </a:accent1>
      <a:accent2>
        <a:srgbClr val="76CDD8"/>
      </a:accent2>
      <a:accent3>
        <a:srgbClr val="008ACF"/>
      </a:accent3>
      <a:accent4>
        <a:srgbClr val="CEDB56"/>
      </a:accent4>
      <a:accent5>
        <a:srgbClr val="39C2D7"/>
      </a:accent5>
      <a:accent6>
        <a:srgbClr val="D35D47"/>
      </a:accent6>
      <a:hlink>
        <a:srgbClr val="76CDD8"/>
      </a:hlink>
      <a:folHlink>
        <a:srgbClr val="76CDD8"/>
      </a:folHlink>
    </a:clrScheme>
    <a:fontScheme name="EPAM September 2017 - PPT">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PAM PPTX Template" id="{07F0FB55-CFFA-47CA-99A0-A77E3213ACA6}" vid="{5C4EAAF8-284D-4A65-B20F-C47DE8AC2658}"/>
    </a:ext>
  </a:extLst>
</a:theme>
</file>

<file path=ppt/theme/theme8.xml><?xml version="1.0" encoding="utf-8"?>
<a:theme xmlns:a="http://schemas.openxmlformats.org/drawingml/2006/main" name="4_General">
  <a:themeElements>
    <a:clrScheme name="Custom 7">
      <a:dk1>
        <a:srgbClr val="222222"/>
      </a:dk1>
      <a:lt1>
        <a:srgbClr val="FFFFFF"/>
      </a:lt1>
      <a:dk2>
        <a:srgbClr val="464547"/>
      </a:dk2>
      <a:lt2>
        <a:srgbClr val="CCCCCC"/>
      </a:lt2>
      <a:accent1>
        <a:srgbClr val="222222"/>
      </a:accent1>
      <a:accent2>
        <a:srgbClr val="76CDD8"/>
      </a:accent2>
      <a:accent3>
        <a:srgbClr val="008ACF"/>
      </a:accent3>
      <a:accent4>
        <a:srgbClr val="CEDB56"/>
      </a:accent4>
      <a:accent5>
        <a:srgbClr val="39C2D7"/>
      </a:accent5>
      <a:accent6>
        <a:srgbClr val="D35D47"/>
      </a:accent6>
      <a:hlink>
        <a:srgbClr val="76CDD8"/>
      </a:hlink>
      <a:folHlink>
        <a:srgbClr val="76CDD8"/>
      </a:folHlink>
    </a:clrScheme>
    <a:fontScheme name="EPAM September 2017 - PPT">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PAM PPTX Template" id="{07F0FB55-CFFA-47CA-99A0-A77E3213ACA6}" vid="{5C4EAAF8-284D-4A65-B20F-C47DE8AC2658}"/>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3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4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5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5.xml><?xml version="1.0" encoding="utf-8"?>
<a:theme xmlns:a="http://schemas.openxmlformats.org/drawingml/2006/main" name="6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ba7f2db4-a52b-4d74-9216-ebf707ef889e" xsi:nil="true"/>
    <lcf76f155ced4ddcb4097134ff3c332f xmlns="11a5dca0-3636-42de-813f-044b243ee258">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CDA91ACF1AB8C4993940553662C3B6E" ma:contentTypeVersion="11" ma:contentTypeDescription="Create a new document." ma:contentTypeScope="" ma:versionID="bf3bf8a965f787e367483523250ecbb5">
  <xsd:schema xmlns:xsd="http://www.w3.org/2001/XMLSchema" xmlns:xs="http://www.w3.org/2001/XMLSchema" xmlns:p="http://schemas.microsoft.com/office/2006/metadata/properties" xmlns:ns2="11a5dca0-3636-42de-813f-044b243ee258" xmlns:ns3="ba7f2db4-a52b-4d74-9216-ebf707ef889e" targetNamespace="http://schemas.microsoft.com/office/2006/metadata/properties" ma:root="true" ma:fieldsID="dbefa7cd2c107c4ef5fc420f2c56ae7c" ns2:_="" ns3:_="">
    <xsd:import namespace="11a5dca0-3636-42de-813f-044b243ee258"/>
    <xsd:import namespace="ba7f2db4-a52b-4d74-9216-ebf707ef889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1a5dca0-3636-42de-813f-044b243ee25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05e7e27f-e892-4f83-94e1-90b55e231c05"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a7f2db4-a52b-4d74-9216-ebf707ef889e"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ea031927-144b-498f-9155-e035b0530e28}" ma:internalName="TaxCatchAll" ma:showField="CatchAllData" ma:web="ba7f2db4-a52b-4d74-9216-ebf707ef889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BF2D1CB-E79D-4C35-9109-185EA5F561D8}">
  <ds:schemaRefs>
    <ds:schemaRef ds:uri="http://schemas.microsoft.com/office/2006/documentManagement/types"/>
    <ds:schemaRef ds:uri="http://purl.org/dc/terms/"/>
    <ds:schemaRef ds:uri="11a5dca0-3636-42de-813f-044b243ee258"/>
    <ds:schemaRef ds:uri="http://purl.org/dc/dcmitype/"/>
    <ds:schemaRef ds:uri="http://purl.org/dc/elements/1.1/"/>
    <ds:schemaRef ds:uri="ba7f2db4-a52b-4d74-9216-ebf707ef889e"/>
    <ds:schemaRef ds:uri="http://schemas.openxmlformats.org/package/2006/metadata/core-properties"/>
    <ds:schemaRef ds:uri="http://schemas.microsoft.com/office/infopath/2007/PartnerControls"/>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FC492778-E249-4D7C-90A3-99E87CC642EE}">
  <ds:schemaRefs>
    <ds:schemaRef ds:uri="http://schemas.microsoft.com/sharepoint/v3/contenttype/forms"/>
  </ds:schemaRefs>
</ds:datastoreItem>
</file>

<file path=customXml/itemProps3.xml><?xml version="1.0" encoding="utf-8"?>
<ds:datastoreItem xmlns:ds="http://schemas.openxmlformats.org/officeDocument/2006/customXml" ds:itemID="{33395432-A1AA-483E-8CDB-B8E29BA9225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1a5dca0-3636-42de-813f-044b243ee258"/>
    <ds:schemaRef ds:uri="ba7f2db4-a52b-4d74-9216-ebf707ef889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Covers</Template>
  <TotalTime>438</TotalTime>
  <Words>1902</Words>
  <Application>Microsoft Office PowerPoint</Application>
  <PresentationFormat>On-screen Show (16:9)</PresentationFormat>
  <Paragraphs>272</Paragraphs>
  <Slides>30</Slides>
  <Notes>12</Notes>
  <HiddenSlides>0</HiddenSlides>
  <MMClips>0</MMClips>
  <ScaleCrop>false</ScaleCrop>
  <HeadingPairs>
    <vt:vector size="6" baseType="variant">
      <vt:variant>
        <vt:lpstr>Fonts Used</vt:lpstr>
      </vt:variant>
      <vt:variant>
        <vt:i4>6</vt:i4>
      </vt:variant>
      <vt:variant>
        <vt:lpstr>Theme</vt:lpstr>
      </vt:variant>
      <vt:variant>
        <vt:i4>15</vt:i4>
      </vt:variant>
      <vt:variant>
        <vt:lpstr>Slide Titles</vt:lpstr>
      </vt:variant>
      <vt:variant>
        <vt:i4>30</vt:i4>
      </vt:variant>
    </vt:vector>
  </HeadingPairs>
  <TitlesOfParts>
    <vt:vector size="51" baseType="lpstr">
      <vt:lpstr>Arial</vt:lpstr>
      <vt:lpstr>Calibri</vt:lpstr>
      <vt:lpstr>Calibri Light</vt:lpstr>
      <vt:lpstr>Human Sans ExtraLight</vt:lpstr>
      <vt:lpstr>Open Sans</vt:lpstr>
      <vt:lpstr>Oswald DemiBold</vt:lpstr>
      <vt:lpstr>Covers</vt:lpstr>
      <vt:lpstr>General</vt:lpstr>
      <vt:lpstr>Breakers</vt:lpstr>
      <vt:lpstr>2_Covers</vt:lpstr>
      <vt:lpstr>1_General</vt:lpstr>
      <vt:lpstr>2_General</vt:lpstr>
      <vt:lpstr>3_General</vt:lpstr>
      <vt:lpstr>4_General</vt:lpstr>
      <vt:lpstr>Office Theme</vt:lpstr>
      <vt:lpstr>1_Office Theme</vt:lpstr>
      <vt:lpstr>2_Office Theme</vt:lpstr>
      <vt:lpstr>3_Office Theme</vt:lpstr>
      <vt:lpstr>4_Office Theme</vt:lpstr>
      <vt:lpstr>5_Office Theme</vt:lpstr>
      <vt:lpstr>6_Office Theme</vt:lpstr>
      <vt:lpstr>Quick summary</vt:lpstr>
      <vt:lpstr>First lesson (3) summary</vt:lpstr>
      <vt:lpstr>Development models</vt:lpstr>
      <vt:lpstr>DoR and DoD</vt:lpstr>
      <vt:lpstr>Requirement management</vt:lpstr>
      <vt:lpstr>Atlassian Jira</vt:lpstr>
      <vt:lpstr>Kanban board and SCRUM board in Jira</vt:lpstr>
      <vt:lpstr>PowerPoint Presentation</vt:lpstr>
      <vt:lpstr>PowerPoint Presentation</vt:lpstr>
      <vt:lpstr>Next lesson (4) summary</vt:lpstr>
      <vt:lpstr>Requirements</vt:lpstr>
      <vt:lpstr>Requirements Engineering</vt:lpstr>
      <vt:lpstr>Documenting Requirements</vt:lpstr>
      <vt:lpstr>Documenting Requirements</vt:lpstr>
      <vt:lpstr>Next lesson (5) summary</vt:lpstr>
      <vt:lpstr>Architect</vt:lpstr>
      <vt:lpstr>PowerPoint Presentation</vt:lpstr>
      <vt:lpstr>Monoliths</vt:lpstr>
      <vt:lpstr>Microkernel (plugin) architectures</vt:lpstr>
      <vt:lpstr>Message-based architectures</vt:lpstr>
      <vt:lpstr>Microservice and miniservices</vt:lpstr>
      <vt:lpstr>Next lesson (6) summary</vt:lpstr>
      <vt:lpstr>Mi a modell?</vt:lpstr>
      <vt:lpstr>UML diagramok</vt:lpstr>
      <vt:lpstr>UML diagramok </vt:lpstr>
      <vt:lpstr>Osztálydiagramok </vt:lpstr>
      <vt:lpstr>Osztályok jelölései  </vt:lpstr>
      <vt:lpstr>Állapotgép diagram</vt:lpstr>
      <vt:lpstr>Állapotgép diagram </vt:lpstr>
      <vt:lpstr>Állapotgép diagram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Jennifer Markowitz</dc:creator>
  <cp:lastModifiedBy>Radócz Balázs</cp:lastModifiedBy>
  <cp:revision>21</cp:revision>
  <dcterms:created xsi:type="dcterms:W3CDTF">2018-01-26T19:23:30Z</dcterms:created>
  <dcterms:modified xsi:type="dcterms:W3CDTF">2025-10-13T12:04:16Z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0x0101008CDA91ACF1AB8C4993940553662C3B6E</vt:lpwstr>
  </property>
</Properties>
</file>