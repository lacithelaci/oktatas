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60" r:id="rId5"/>
  </p:sldMasterIdLst>
  <p:notesMasterIdLst>
    <p:notesMasterId r:id="rId56"/>
  </p:notesMasterIdLst>
  <p:sldIdLst>
    <p:sldId id="2142532386" r:id="rId6"/>
    <p:sldId id="2142532369" r:id="rId7"/>
    <p:sldId id="2142532368" r:id="rId8"/>
    <p:sldId id="2142532371" r:id="rId9"/>
    <p:sldId id="2142532372" r:id="rId10"/>
    <p:sldId id="2142532373" r:id="rId11"/>
    <p:sldId id="2142532374" r:id="rId12"/>
    <p:sldId id="346" r:id="rId13"/>
    <p:sldId id="347" r:id="rId14"/>
    <p:sldId id="348" r:id="rId15"/>
    <p:sldId id="281" r:id="rId16"/>
    <p:sldId id="282" r:id="rId17"/>
    <p:sldId id="283" r:id="rId18"/>
    <p:sldId id="284" r:id="rId19"/>
    <p:sldId id="285" r:id="rId20"/>
    <p:sldId id="286" r:id="rId21"/>
    <p:sldId id="349" r:id="rId22"/>
    <p:sldId id="292" r:id="rId23"/>
    <p:sldId id="350" r:id="rId24"/>
    <p:sldId id="2142532375" r:id="rId25"/>
    <p:sldId id="352" r:id="rId26"/>
    <p:sldId id="353" r:id="rId27"/>
    <p:sldId id="2142532376" r:id="rId28"/>
    <p:sldId id="354" r:id="rId29"/>
    <p:sldId id="355" r:id="rId30"/>
    <p:sldId id="357" r:id="rId31"/>
    <p:sldId id="2142532377" r:id="rId32"/>
    <p:sldId id="358" r:id="rId33"/>
    <p:sldId id="359" r:id="rId34"/>
    <p:sldId id="356" r:id="rId35"/>
    <p:sldId id="360" r:id="rId36"/>
    <p:sldId id="361" r:id="rId37"/>
    <p:sldId id="362" r:id="rId38"/>
    <p:sldId id="363" r:id="rId39"/>
    <p:sldId id="364" r:id="rId40"/>
    <p:sldId id="287" r:id="rId41"/>
    <p:sldId id="290" r:id="rId42"/>
    <p:sldId id="291" r:id="rId43"/>
    <p:sldId id="289" r:id="rId44"/>
    <p:sldId id="370" r:id="rId45"/>
    <p:sldId id="320" r:id="rId46"/>
    <p:sldId id="288" r:id="rId47"/>
    <p:sldId id="275" r:id="rId48"/>
    <p:sldId id="276" r:id="rId49"/>
    <p:sldId id="366" r:id="rId50"/>
    <p:sldId id="367" r:id="rId51"/>
    <p:sldId id="368" r:id="rId52"/>
    <p:sldId id="369" r:id="rId53"/>
    <p:sldId id="293" r:id="rId54"/>
    <p:sldId id="2142532387" r:id="rId55"/>
  </p:sldIdLst>
  <p:sldSz cx="9144000" cy="6858000" type="screen4x3"/>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067" autoAdjust="0"/>
  </p:normalViewPr>
  <p:slideViewPr>
    <p:cSldViewPr>
      <p:cViewPr varScale="1">
        <p:scale>
          <a:sx n="109" d="100"/>
          <a:sy n="109" d="100"/>
        </p:scale>
        <p:origin x="1674" y="102"/>
      </p:cViewPr>
      <p:guideLst>
        <p:guide orient="horz" pos="2160"/>
        <p:guide pos="2880"/>
      </p:guideLst>
    </p:cSldViewPr>
  </p:slideViewPr>
  <p:notesTextViewPr>
    <p:cViewPr>
      <p:scale>
        <a:sx n="1" d="1"/>
        <a:sy n="1" d="1"/>
      </p:scale>
      <p:origin x="0" y="0"/>
    </p:cViewPr>
  </p:notesTextViewPr>
  <p:sorterViewPr>
    <p:cViewPr>
      <p:scale>
        <a:sx n="200" d="100"/>
        <a:sy n="200" d="100"/>
      </p:scale>
      <p:origin x="0" y="-2944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presProps" Target="pres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hukundrz\Documents\Testing\Egyetem\DEIK_SW_Testing\ROI.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ROIOverall!$H$2</c:f>
              <c:strCache>
                <c:ptCount val="1"/>
                <c:pt idx="0">
                  <c:v>Befektetés/Ráfordítás ($)</c:v>
                </c:pt>
              </c:strCache>
            </c:strRef>
          </c:tx>
          <c:cat>
            <c:strRef>
              <c:f>ROIOverall!$A$3:$A$12</c:f>
              <c:strCache>
                <c:ptCount val="10"/>
                <c:pt idx="0">
                  <c:v>2007 Q3</c:v>
                </c:pt>
                <c:pt idx="1">
                  <c:v>2007 Q4</c:v>
                </c:pt>
                <c:pt idx="2">
                  <c:v>2008 Q1</c:v>
                </c:pt>
                <c:pt idx="3">
                  <c:v>2008 Q2</c:v>
                </c:pt>
                <c:pt idx="4">
                  <c:v>2008 Q3</c:v>
                </c:pt>
                <c:pt idx="5">
                  <c:v>2008 Q4</c:v>
                </c:pt>
                <c:pt idx="6">
                  <c:v>2009 Q1</c:v>
                </c:pt>
                <c:pt idx="7">
                  <c:v>2009 Q2</c:v>
                </c:pt>
                <c:pt idx="8">
                  <c:v>2009 Q3</c:v>
                </c:pt>
                <c:pt idx="9">
                  <c:v>2009 Q4</c:v>
                </c:pt>
              </c:strCache>
            </c:strRef>
          </c:cat>
          <c:val>
            <c:numRef>
              <c:f>ROIOverall!$H$3:$H$12</c:f>
              <c:numCache>
                <c:formatCode>[$$-409]#,##0</c:formatCode>
                <c:ptCount val="10"/>
                <c:pt idx="0">
                  <c:v>21200</c:v>
                </c:pt>
                <c:pt idx="1">
                  <c:v>12800</c:v>
                </c:pt>
                <c:pt idx="2">
                  <c:v>7600</c:v>
                </c:pt>
                <c:pt idx="3">
                  <c:v>6200</c:v>
                </c:pt>
                <c:pt idx="4">
                  <c:v>3100</c:v>
                </c:pt>
                <c:pt idx="5">
                  <c:v>1600</c:v>
                </c:pt>
                <c:pt idx="6">
                  <c:v>2400</c:v>
                </c:pt>
                <c:pt idx="7">
                  <c:v>850</c:v>
                </c:pt>
                <c:pt idx="8">
                  <c:v>2400</c:v>
                </c:pt>
                <c:pt idx="9">
                  <c:v>850</c:v>
                </c:pt>
              </c:numCache>
            </c:numRef>
          </c:val>
          <c:smooth val="0"/>
          <c:extLst>
            <c:ext xmlns:c16="http://schemas.microsoft.com/office/drawing/2014/chart" uri="{C3380CC4-5D6E-409C-BE32-E72D297353CC}">
              <c16:uniqueId val="{00000000-9A14-4A7D-BF33-4A2CF4E65AEA}"/>
            </c:ext>
          </c:extLst>
        </c:ser>
        <c:ser>
          <c:idx val="1"/>
          <c:order val="1"/>
          <c:tx>
            <c:strRef>
              <c:f>ROIOverall!$I$2</c:f>
              <c:strCache>
                <c:ptCount val="1"/>
                <c:pt idx="0">
                  <c:v>Összes befektetés/ráfordítás ($)</c:v>
                </c:pt>
              </c:strCache>
            </c:strRef>
          </c:tx>
          <c:cat>
            <c:strRef>
              <c:f>ROIOverall!$A$3:$A$12</c:f>
              <c:strCache>
                <c:ptCount val="10"/>
                <c:pt idx="0">
                  <c:v>2007 Q3</c:v>
                </c:pt>
                <c:pt idx="1">
                  <c:v>2007 Q4</c:v>
                </c:pt>
                <c:pt idx="2">
                  <c:v>2008 Q1</c:v>
                </c:pt>
                <c:pt idx="3">
                  <c:v>2008 Q2</c:v>
                </c:pt>
                <c:pt idx="4">
                  <c:v>2008 Q3</c:v>
                </c:pt>
                <c:pt idx="5">
                  <c:v>2008 Q4</c:v>
                </c:pt>
                <c:pt idx="6">
                  <c:v>2009 Q1</c:v>
                </c:pt>
                <c:pt idx="7">
                  <c:v>2009 Q2</c:v>
                </c:pt>
                <c:pt idx="8">
                  <c:v>2009 Q3</c:v>
                </c:pt>
                <c:pt idx="9">
                  <c:v>2009 Q4</c:v>
                </c:pt>
              </c:strCache>
            </c:strRef>
          </c:cat>
          <c:val>
            <c:numRef>
              <c:f>ROIOverall!$I$3:$I$12</c:f>
              <c:numCache>
                <c:formatCode>[$$-409]#,##0</c:formatCode>
                <c:ptCount val="10"/>
                <c:pt idx="0">
                  <c:v>21200</c:v>
                </c:pt>
                <c:pt idx="1">
                  <c:v>34000</c:v>
                </c:pt>
                <c:pt idx="2">
                  <c:v>41600</c:v>
                </c:pt>
                <c:pt idx="3">
                  <c:v>47800</c:v>
                </c:pt>
                <c:pt idx="4">
                  <c:v>50900</c:v>
                </c:pt>
                <c:pt idx="5">
                  <c:v>52500</c:v>
                </c:pt>
                <c:pt idx="6">
                  <c:v>54900</c:v>
                </c:pt>
                <c:pt idx="7">
                  <c:v>55750</c:v>
                </c:pt>
                <c:pt idx="8">
                  <c:v>58150</c:v>
                </c:pt>
                <c:pt idx="9">
                  <c:v>59000</c:v>
                </c:pt>
              </c:numCache>
            </c:numRef>
          </c:val>
          <c:smooth val="0"/>
          <c:extLst>
            <c:ext xmlns:c16="http://schemas.microsoft.com/office/drawing/2014/chart" uri="{C3380CC4-5D6E-409C-BE32-E72D297353CC}">
              <c16:uniqueId val="{00000001-9A14-4A7D-BF33-4A2CF4E65AEA}"/>
            </c:ext>
          </c:extLst>
        </c:ser>
        <c:ser>
          <c:idx val="2"/>
          <c:order val="2"/>
          <c:tx>
            <c:strRef>
              <c:f>ROIOverall!$K$2</c:f>
              <c:strCache>
                <c:ptCount val="1"/>
                <c:pt idx="0">
                  <c:v>Megtérülés ($)</c:v>
                </c:pt>
              </c:strCache>
            </c:strRef>
          </c:tx>
          <c:cat>
            <c:strRef>
              <c:f>ROIOverall!$A$3:$A$12</c:f>
              <c:strCache>
                <c:ptCount val="10"/>
                <c:pt idx="0">
                  <c:v>2007 Q3</c:v>
                </c:pt>
                <c:pt idx="1">
                  <c:v>2007 Q4</c:v>
                </c:pt>
                <c:pt idx="2">
                  <c:v>2008 Q1</c:v>
                </c:pt>
                <c:pt idx="3">
                  <c:v>2008 Q2</c:v>
                </c:pt>
                <c:pt idx="4">
                  <c:v>2008 Q3</c:v>
                </c:pt>
                <c:pt idx="5">
                  <c:v>2008 Q4</c:v>
                </c:pt>
                <c:pt idx="6">
                  <c:v>2009 Q1</c:v>
                </c:pt>
                <c:pt idx="7">
                  <c:v>2009 Q2</c:v>
                </c:pt>
                <c:pt idx="8">
                  <c:v>2009 Q3</c:v>
                </c:pt>
                <c:pt idx="9">
                  <c:v>2009 Q4</c:v>
                </c:pt>
              </c:strCache>
            </c:strRef>
          </c:cat>
          <c:val>
            <c:numRef>
              <c:f>ROIOverall!$K$3:$K$12</c:f>
              <c:numCache>
                <c:formatCode>[$$-409]#,##0</c:formatCode>
                <c:ptCount val="10"/>
                <c:pt idx="0">
                  <c:v>0</c:v>
                </c:pt>
                <c:pt idx="1">
                  <c:v>200</c:v>
                </c:pt>
                <c:pt idx="2">
                  <c:v>2000</c:v>
                </c:pt>
                <c:pt idx="3">
                  <c:v>2900</c:v>
                </c:pt>
                <c:pt idx="4">
                  <c:v>5000</c:v>
                </c:pt>
                <c:pt idx="5">
                  <c:v>9250</c:v>
                </c:pt>
                <c:pt idx="6">
                  <c:v>8600</c:v>
                </c:pt>
                <c:pt idx="7">
                  <c:v>9500</c:v>
                </c:pt>
                <c:pt idx="8">
                  <c:v>12500</c:v>
                </c:pt>
                <c:pt idx="9">
                  <c:v>17500</c:v>
                </c:pt>
              </c:numCache>
            </c:numRef>
          </c:val>
          <c:smooth val="0"/>
          <c:extLst>
            <c:ext xmlns:c16="http://schemas.microsoft.com/office/drawing/2014/chart" uri="{C3380CC4-5D6E-409C-BE32-E72D297353CC}">
              <c16:uniqueId val="{00000002-9A14-4A7D-BF33-4A2CF4E65AEA}"/>
            </c:ext>
          </c:extLst>
        </c:ser>
        <c:ser>
          <c:idx val="3"/>
          <c:order val="3"/>
          <c:tx>
            <c:strRef>
              <c:f>ROIOverall!$M$2</c:f>
              <c:strCache>
                <c:ptCount val="1"/>
                <c:pt idx="0">
                  <c:v>Összes megtérülés ($)</c:v>
                </c:pt>
              </c:strCache>
            </c:strRef>
          </c:tx>
          <c:cat>
            <c:strRef>
              <c:f>ROIOverall!$A$3:$A$12</c:f>
              <c:strCache>
                <c:ptCount val="10"/>
                <c:pt idx="0">
                  <c:v>2007 Q3</c:v>
                </c:pt>
                <c:pt idx="1">
                  <c:v>2007 Q4</c:v>
                </c:pt>
                <c:pt idx="2">
                  <c:v>2008 Q1</c:v>
                </c:pt>
                <c:pt idx="3">
                  <c:v>2008 Q2</c:v>
                </c:pt>
                <c:pt idx="4">
                  <c:v>2008 Q3</c:v>
                </c:pt>
                <c:pt idx="5">
                  <c:v>2008 Q4</c:v>
                </c:pt>
                <c:pt idx="6">
                  <c:v>2009 Q1</c:v>
                </c:pt>
                <c:pt idx="7">
                  <c:v>2009 Q2</c:v>
                </c:pt>
                <c:pt idx="8">
                  <c:v>2009 Q3</c:v>
                </c:pt>
                <c:pt idx="9">
                  <c:v>2009 Q4</c:v>
                </c:pt>
              </c:strCache>
            </c:strRef>
          </c:cat>
          <c:val>
            <c:numRef>
              <c:f>ROIOverall!$M$3:$M$12</c:f>
              <c:numCache>
                <c:formatCode>[$$-409]#,##0</c:formatCode>
                <c:ptCount val="10"/>
                <c:pt idx="0">
                  <c:v>0</c:v>
                </c:pt>
                <c:pt idx="1">
                  <c:v>200</c:v>
                </c:pt>
                <c:pt idx="2">
                  <c:v>2200</c:v>
                </c:pt>
                <c:pt idx="3">
                  <c:v>5100</c:v>
                </c:pt>
                <c:pt idx="4">
                  <c:v>10100</c:v>
                </c:pt>
                <c:pt idx="5">
                  <c:v>19350</c:v>
                </c:pt>
                <c:pt idx="6">
                  <c:v>27950</c:v>
                </c:pt>
                <c:pt idx="7">
                  <c:v>37450</c:v>
                </c:pt>
                <c:pt idx="8">
                  <c:v>49950</c:v>
                </c:pt>
                <c:pt idx="9">
                  <c:v>67450</c:v>
                </c:pt>
              </c:numCache>
            </c:numRef>
          </c:val>
          <c:smooth val="0"/>
          <c:extLst>
            <c:ext xmlns:c16="http://schemas.microsoft.com/office/drawing/2014/chart" uri="{C3380CC4-5D6E-409C-BE32-E72D297353CC}">
              <c16:uniqueId val="{00000003-9A14-4A7D-BF33-4A2CF4E65AEA}"/>
            </c:ext>
          </c:extLst>
        </c:ser>
        <c:dLbls>
          <c:showLegendKey val="0"/>
          <c:showVal val="0"/>
          <c:showCatName val="0"/>
          <c:showSerName val="0"/>
          <c:showPercent val="0"/>
          <c:showBubbleSize val="0"/>
        </c:dLbls>
        <c:marker val="1"/>
        <c:smooth val="0"/>
        <c:axId val="64535552"/>
        <c:axId val="64821120"/>
      </c:lineChart>
      <c:catAx>
        <c:axId val="64535552"/>
        <c:scaling>
          <c:orientation val="minMax"/>
        </c:scaling>
        <c:delete val="0"/>
        <c:axPos val="b"/>
        <c:title>
          <c:tx>
            <c:rich>
              <a:bodyPr/>
              <a:lstStyle/>
              <a:p>
                <a:pPr>
                  <a:defRPr/>
                </a:pPr>
                <a:r>
                  <a:rPr lang="hu-HU" dirty="0"/>
                  <a:t>Tesztelési ciklusok</a:t>
                </a:r>
              </a:p>
            </c:rich>
          </c:tx>
          <c:overlay val="0"/>
        </c:title>
        <c:numFmt formatCode="General" sourceLinked="1"/>
        <c:majorTickMark val="none"/>
        <c:minorTickMark val="none"/>
        <c:tickLblPos val="nextTo"/>
        <c:crossAx val="64821120"/>
        <c:crosses val="autoZero"/>
        <c:auto val="1"/>
        <c:lblAlgn val="ctr"/>
        <c:lblOffset val="100"/>
        <c:noMultiLvlLbl val="0"/>
      </c:catAx>
      <c:valAx>
        <c:axId val="64821120"/>
        <c:scaling>
          <c:orientation val="minMax"/>
        </c:scaling>
        <c:delete val="0"/>
        <c:axPos val="l"/>
        <c:majorGridlines/>
        <c:title>
          <c:tx>
            <c:rich>
              <a:bodyPr/>
              <a:lstStyle/>
              <a:p>
                <a:pPr>
                  <a:defRPr/>
                </a:pPr>
                <a:r>
                  <a:rPr lang="hu-HU" dirty="0"/>
                  <a:t>Költség</a:t>
                </a:r>
              </a:p>
            </c:rich>
          </c:tx>
          <c:overlay val="0"/>
        </c:title>
        <c:numFmt formatCode="[$$-409]#,##0" sourceLinked="1"/>
        <c:majorTickMark val="out"/>
        <c:minorTickMark val="none"/>
        <c:tickLblPos val="nextTo"/>
        <c:crossAx val="64535552"/>
        <c:crosses val="autoZero"/>
        <c:crossBetween val="between"/>
      </c:valAx>
    </c:plotArea>
    <c:legend>
      <c:legendPos val="r"/>
      <c:overlay val="0"/>
    </c:legend>
    <c:plotVisOnly val="1"/>
    <c:dispBlanksAs val="gap"/>
    <c:showDLblsOverMax val="0"/>
  </c:chart>
  <c:spPr>
    <a:solidFill>
      <a:prstClr val="white">
        <a:alpha val="50000"/>
      </a:prstClr>
    </a:solidFill>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B64948-7F4F-4071-9D47-1191BF417418}" type="doc">
      <dgm:prSet loTypeId="urn:microsoft.com/office/officeart/2005/8/layout/hList1" loCatId="list" qsTypeId="urn:microsoft.com/office/officeart/2005/8/quickstyle/simple5" qsCatId="simple" csTypeId="urn:microsoft.com/office/officeart/2005/8/colors/colorful1#1" csCatId="colorful" phldr="1"/>
      <dgm:spPr/>
      <dgm:t>
        <a:bodyPr/>
        <a:lstStyle/>
        <a:p>
          <a:endParaRPr lang="en-US"/>
        </a:p>
      </dgm:t>
    </dgm:pt>
    <dgm:pt modelId="{5CB82677-C3E5-4618-959A-DE6364461B3E}">
      <dgm:prSet phldrT="[Text]"/>
      <dgm:spPr/>
      <dgm:t>
        <a:bodyPr/>
        <a:lstStyle/>
        <a:p>
          <a:r>
            <a:rPr lang="hu-HU" dirty="0"/>
            <a:t>Előnyök</a:t>
          </a:r>
          <a:endParaRPr lang="en-US" dirty="0"/>
        </a:p>
      </dgm:t>
    </dgm:pt>
    <dgm:pt modelId="{34C5F0E5-6640-4E02-A8CC-869A0CD56AEA}" type="parTrans" cxnId="{5A50749D-7610-4E45-BD31-CEAED5D552FD}">
      <dgm:prSet/>
      <dgm:spPr/>
      <dgm:t>
        <a:bodyPr/>
        <a:lstStyle/>
        <a:p>
          <a:endParaRPr lang="en-US"/>
        </a:p>
      </dgm:t>
    </dgm:pt>
    <dgm:pt modelId="{A3E573C8-B0E1-4515-A947-A59B315CAA68}" type="sibTrans" cxnId="{5A50749D-7610-4E45-BD31-CEAED5D552FD}">
      <dgm:prSet/>
      <dgm:spPr/>
      <dgm:t>
        <a:bodyPr/>
        <a:lstStyle/>
        <a:p>
          <a:endParaRPr lang="en-US"/>
        </a:p>
      </dgm:t>
    </dgm:pt>
    <dgm:pt modelId="{4DB83A90-4617-4C4A-8236-EC76936B7B58}">
      <dgm:prSet phldrT="[Text]"/>
      <dgm:spPr/>
      <dgm:t>
        <a:bodyPr/>
        <a:lstStyle/>
        <a:p>
          <a:r>
            <a:rPr lang="hu-HU" dirty="0"/>
            <a:t>Gyors fejlesztés</a:t>
          </a:r>
          <a:endParaRPr lang="en-US" dirty="0"/>
        </a:p>
      </dgm:t>
    </dgm:pt>
    <dgm:pt modelId="{3BFFDA1D-AC8E-4FE8-8F10-7A4726DFF505}" type="parTrans" cxnId="{ECB24A4D-E372-41ED-965C-A61B3078A595}">
      <dgm:prSet/>
      <dgm:spPr/>
      <dgm:t>
        <a:bodyPr/>
        <a:lstStyle/>
        <a:p>
          <a:endParaRPr lang="en-US"/>
        </a:p>
      </dgm:t>
    </dgm:pt>
    <dgm:pt modelId="{31537960-3D6C-4EB6-B514-663BC49F96CB}" type="sibTrans" cxnId="{ECB24A4D-E372-41ED-965C-A61B3078A595}">
      <dgm:prSet/>
      <dgm:spPr/>
      <dgm:t>
        <a:bodyPr/>
        <a:lstStyle/>
        <a:p>
          <a:endParaRPr lang="en-US"/>
        </a:p>
      </dgm:t>
    </dgm:pt>
    <dgm:pt modelId="{39628A62-B237-4832-9EAA-56F5431105FE}">
      <dgm:prSet phldrT="[Text]"/>
      <dgm:spPr/>
      <dgm:t>
        <a:bodyPr/>
        <a:lstStyle/>
        <a:p>
          <a:r>
            <a:rPr lang="hu-HU" dirty="0"/>
            <a:t>Rövid eszköz betanulási idő</a:t>
          </a:r>
          <a:endParaRPr lang="en-US" dirty="0"/>
        </a:p>
      </dgm:t>
    </dgm:pt>
    <dgm:pt modelId="{E2C283B5-9CB0-4C55-AB63-692676509312}" type="parTrans" cxnId="{2B318930-082C-4D49-993D-6642EA13A28B}">
      <dgm:prSet/>
      <dgm:spPr/>
      <dgm:t>
        <a:bodyPr/>
        <a:lstStyle/>
        <a:p>
          <a:endParaRPr lang="en-US"/>
        </a:p>
      </dgm:t>
    </dgm:pt>
    <dgm:pt modelId="{C84FDAF6-50DC-4C92-8238-BC8A6FA5103D}" type="sibTrans" cxnId="{2B318930-082C-4D49-993D-6642EA13A28B}">
      <dgm:prSet/>
      <dgm:spPr/>
      <dgm:t>
        <a:bodyPr/>
        <a:lstStyle/>
        <a:p>
          <a:endParaRPr lang="en-US"/>
        </a:p>
      </dgm:t>
    </dgm:pt>
    <dgm:pt modelId="{B3BC00DD-83B7-4E8B-80C6-71DC9803FDB7}">
      <dgm:prSet phldrT="[Text]"/>
      <dgm:spPr/>
      <dgm:t>
        <a:bodyPr/>
        <a:lstStyle/>
        <a:p>
          <a:r>
            <a:rPr lang="hu-HU" dirty="0"/>
            <a:t>Hátrányok/Kockázatok</a:t>
          </a:r>
          <a:endParaRPr lang="en-US" dirty="0"/>
        </a:p>
      </dgm:t>
    </dgm:pt>
    <dgm:pt modelId="{02F6BA29-4079-4B4D-8B92-A614A249D726}" type="parTrans" cxnId="{BEAC2323-7E03-43DA-AF52-3B072EF08055}">
      <dgm:prSet/>
      <dgm:spPr/>
      <dgm:t>
        <a:bodyPr/>
        <a:lstStyle/>
        <a:p>
          <a:endParaRPr lang="en-US"/>
        </a:p>
      </dgm:t>
    </dgm:pt>
    <dgm:pt modelId="{C1A06408-FB65-420A-8D79-56EEADBCF8BA}" type="sibTrans" cxnId="{BEAC2323-7E03-43DA-AF52-3B072EF08055}">
      <dgm:prSet/>
      <dgm:spPr/>
      <dgm:t>
        <a:bodyPr/>
        <a:lstStyle/>
        <a:p>
          <a:endParaRPr lang="en-US"/>
        </a:p>
      </dgm:t>
    </dgm:pt>
    <dgm:pt modelId="{60B82E1F-1C3A-4D7D-89E2-D22738867B4D}">
      <dgm:prSet phldrT="[Text]"/>
      <dgm:spPr/>
      <dgm:t>
        <a:bodyPr/>
        <a:lstStyle/>
        <a:p>
          <a:r>
            <a:rPr lang="hu-HU" dirty="0"/>
            <a:t>Futtatás néha helytelen</a:t>
          </a:r>
          <a:endParaRPr lang="en-US" dirty="0"/>
        </a:p>
      </dgm:t>
    </dgm:pt>
    <dgm:pt modelId="{CAC49E96-8358-4447-81C9-069E26DF0B9F}" type="parTrans" cxnId="{E1C1D350-8A44-4298-B2CB-7DA87D4ABE0F}">
      <dgm:prSet/>
      <dgm:spPr/>
      <dgm:t>
        <a:bodyPr/>
        <a:lstStyle/>
        <a:p>
          <a:endParaRPr lang="en-US"/>
        </a:p>
      </dgm:t>
    </dgm:pt>
    <dgm:pt modelId="{30DAB640-1401-4771-BD8B-89CD88D27250}" type="sibTrans" cxnId="{E1C1D350-8A44-4298-B2CB-7DA87D4ABE0F}">
      <dgm:prSet/>
      <dgm:spPr/>
      <dgm:t>
        <a:bodyPr/>
        <a:lstStyle/>
        <a:p>
          <a:endParaRPr lang="en-US"/>
        </a:p>
      </dgm:t>
    </dgm:pt>
    <dgm:pt modelId="{35C14CC9-0740-4FCF-8E7C-10167DF130A6}">
      <dgm:prSet phldrT="[Text]"/>
      <dgm:spPr/>
      <dgm:t>
        <a:bodyPr/>
        <a:lstStyle/>
        <a:p>
          <a:r>
            <a:rPr lang="hu-HU" dirty="0"/>
            <a:t>A </a:t>
          </a:r>
          <a:r>
            <a:rPr lang="hu-HU" dirty="0" err="1"/>
            <a:t>Record</a:t>
          </a:r>
          <a:r>
            <a:rPr lang="hu-HU" dirty="0"/>
            <a:t> funkciónak köszönhetően információhoz jutunk az alkalmazás felépítéséről</a:t>
          </a:r>
          <a:endParaRPr lang="en-US" dirty="0"/>
        </a:p>
      </dgm:t>
    </dgm:pt>
    <dgm:pt modelId="{3D83A423-A984-4FFA-96E7-C195429CB618}" type="parTrans" cxnId="{B28D84C3-6239-4F0C-AF4B-D5FC45580C04}">
      <dgm:prSet/>
      <dgm:spPr/>
      <dgm:t>
        <a:bodyPr/>
        <a:lstStyle/>
        <a:p>
          <a:endParaRPr lang="en-US"/>
        </a:p>
      </dgm:t>
    </dgm:pt>
    <dgm:pt modelId="{390070B0-0B6D-41CB-9A19-1208BF10295E}" type="sibTrans" cxnId="{B28D84C3-6239-4F0C-AF4B-D5FC45580C04}">
      <dgm:prSet/>
      <dgm:spPr/>
      <dgm:t>
        <a:bodyPr/>
        <a:lstStyle/>
        <a:p>
          <a:endParaRPr lang="en-US"/>
        </a:p>
      </dgm:t>
    </dgm:pt>
    <dgm:pt modelId="{EE135A36-CF6E-4867-9DE3-5836E9CE8F4E}">
      <dgm:prSet phldrT="[Text]"/>
      <dgm:spPr/>
      <dgm:t>
        <a:bodyPr/>
        <a:lstStyle/>
        <a:p>
          <a:r>
            <a:rPr lang="hu-HU" dirty="0"/>
            <a:t>Független scriptek</a:t>
          </a:r>
          <a:endParaRPr lang="en-US" dirty="0"/>
        </a:p>
      </dgm:t>
    </dgm:pt>
    <dgm:pt modelId="{E160B42D-C8C0-409A-93C0-69571D8C9CF4}" type="parTrans" cxnId="{FDE4639E-3A43-4B64-A8D2-8D627440FE3A}">
      <dgm:prSet/>
      <dgm:spPr/>
      <dgm:t>
        <a:bodyPr/>
        <a:lstStyle/>
        <a:p>
          <a:endParaRPr lang="en-US"/>
        </a:p>
      </dgm:t>
    </dgm:pt>
    <dgm:pt modelId="{147A9853-C0CC-4C7A-BC4F-BC1237719721}" type="sibTrans" cxnId="{FDE4639E-3A43-4B64-A8D2-8D627440FE3A}">
      <dgm:prSet/>
      <dgm:spPr/>
      <dgm:t>
        <a:bodyPr/>
        <a:lstStyle/>
        <a:p>
          <a:endParaRPr lang="en-US"/>
        </a:p>
      </dgm:t>
    </dgm:pt>
    <dgm:pt modelId="{863333A7-ED7C-496B-B13A-7A52591D47E0}">
      <dgm:prSet phldrT="[Text]"/>
      <dgm:spPr/>
      <dgm:t>
        <a:bodyPr/>
        <a:lstStyle/>
        <a:p>
          <a:r>
            <a:rPr lang="hu-HU" dirty="0"/>
            <a:t>Egyszerű hiba detektálás</a:t>
          </a:r>
          <a:endParaRPr lang="en-US" dirty="0"/>
        </a:p>
      </dgm:t>
    </dgm:pt>
    <dgm:pt modelId="{587D01AC-6E05-4D67-BA79-43C565C2E84C}" type="parTrans" cxnId="{045CE403-F3D9-4629-AACD-164CC3730B87}">
      <dgm:prSet/>
      <dgm:spPr/>
      <dgm:t>
        <a:bodyPr/>
        <a:lstStyle/>
        <a:p>
          <a:endParaRPr lang="en-US"/>
        </a:p>
      </dgm:t>
    </dgm:pt>
    <dgm:pt modelId="{0B7F19DF-53BF-4B12-9230-A576CFA16394}" type="sibTrans" cxnId="{045CE403-F3D9-4629-AACD-164CC3730B87}">
      <dgm:prSet/>
      <dgm:spPr/>
      <dgm:t>
        <a:bodyPr/>
        <a:lstStyle/>
        <a:p>
          <a:endParaRPr lang="en-US"/>
        </a:p>
      </dgm:t>
    </dgm:pt>
    <dgm:pt modelId="{76B8D9E3-DC3F-4435-A980-2D7D712CFFB3}">
      <dgm:prSet phldrT="[Text]"/>
      <dgm:spPr/>
      <dgm:t>
        <a:bodyPr/>
        <a:lstStyle/>
        <a:p>
          <a:r>
            <a:rPr lang="hu-HU" dirty="0"/>
            <a:t>Egy dimenziós script</a:t>
          </a:r>
          <a:endParaRPr lang="en-US" dirty="0"/>
        </a:p>
      </dgm:t>
    </dgm:pt>
    <dgm:pt modelId="{2564EBEE-4369-4CE0-89E8-054D17C1BA3D}" type="parTrans" cxnId="{8C2CA846-45AF-4300-B252-A2B3FAE11BCB}">
      <dgm:prSet/>
      <dgm:spPr/>
      <dgm:t>
        <a:bodyPr/>
        <a:lstStyle/>
        <a:p>
          <a:endParaRPr lang="en-US"/>
        </a:p>
      </dgm:t>
    </dgm:pt>
    <dgm:pt modelId="{89431831-14A4-47FD-9B29-ACCE8C441CFB}" type="sibTrans" cxnId="{8C2CA846-45AF-4300-B252-A2B3FAE11BCB}">
      <dgm:prSet/>
      <dgm:spPr/>
      <dgm:t>
        <a:bodyPr/>
        <a:lstStyle/>
        <a:p>
          <a:endParaRPr lang="en-US"/>
        </a:p>
      </dgm:t>
    </dgm:pt>
    <dgm:pt modelId="{73CAD20B-176D-45DD-A741-436430340596}">
      <dgm:prSet phldrT="[Text]"/>
      <dgm:spPr/>
      <dgm:t>
        <a:bodyPr/>
        <a:lstStyle/>
        <a:p>
          <a:r>
            <a:rPr lang="hu-HU" dirty="0"/>
            <a:t>Nehéz olvashatóság</a:t>
          </a:r>
          <a:endParaRPr lang="en-US" dirty="0"/>
        </a:p>
      </dgm:t>
    </dgm:pt>
    <dgm:pt modelId="{A6F0D05F-18E3-45BE-BAA1-8A756F0D8305}" type="parTrans" cxnId="{1F629244-43EE-4E0C-AC91-32802E0B2102}">
      <dgm:prSet/>
      <dgm:spPr/>
      <dgm:t>
        <a:bodyPr/>
        <a:lstStyle/>
        <a:p>
          <a:endParaRPr lang="en-US"/>
        </a:p>
      </dgm:t>
    </dgm:pt>
    <dgm:pt modelId="{DEE16717-57E8-497F-B379-475427CFB6D3}" type="sibTrans" cxnId="{1F629244-43EE-4E0C-AC91-32802E0B2102}">
      <dgm:prSet/>
      <dgm:spPr/>
      <dgm:t>
        <a:bodyPr/>
        <a:lstStyle/>
        <a:p>
          <a:endParaRPr lang="en-US"/>
        </a:p>
      </dgm:t>
    </dgm:pt>
    <dgm:pt modelId="{999875D0-4B44-43CE-B061-CCBD185D4428}">
      <dgm:prSet phldrT="[Text]"/>
      <dgm:spPr/>
      <dgm:t>
        <a:bodyPr/>
        <a:lstStyle/>
        <a:p>
          <a:r>
            <a:rPr lang="hu-HU" dirty="0"/>
            <a:t>Alkalmazás magas ismerete</a:t>
          </a:r>
          <a:endParaRPr lang="en-US" dirty="0"/>
        </a:p>
      </dgm:t>
    </dgm:pt>
    <dgm:pt modelId="{B7C82172-DA1B-4048-A0B5-FC2E7CDF67BD}" type="parTrans" cxnId="{8C7B5FBA-B4D7-4388-9766-1F7EACA76032}">
      <dgm:prSet/>
      <dgm:spPr/>
      <dgm:t>
        <a:bodyPr/>
        <a:lstStyle/>
        <a:p>
          <a:endParaRPr lang="en-US"/>
        </a:p>
      </dgm:t>
    </dgm:pt>
    <dgm:pt modelId="{64C1CF80-8809-4D96-9DE3-52F381AECCA7}" type="sibTrans" cxnId="{8C7B5FBA-B4D7-4388-9766-1F7EACA76032}">
      <dgm:prSet/>
      <dgm:spPr/>
      <dgm:t>
        <a:bodyPr/>
        <a:lstStyle/>
        <a:p>
          <a:endParaRPr lang="en-US"/>
        </a:p>
      </dgm:t>
    </dgm:pt>
    <dgm:pt modelId="{953EDDAC-7EFC-4F17-A946-7C0F06F1118E}">
      <dgm:prSet phldrT="[Text]"/>
      <dgm:spPr/>
      <dgm:t>
        <a:bodyPr/>
        <a:lstStyle/>
        <a:p>
          <a:r>
            <a:rPr lang="hu-HU" dirty="0"/>
            <a:t>Kevés tervezés szükséges</a:t>
          </a:r>
          <a:endParaRPr lang="en-US" dirty="0"/>
        </a:p>
      </dgm:t>
    </dgm:pt>
    <dgm:pt modelId="{CA8F2D85-AA85-4808-96EE-E8AC4FB64160}" type="parTrans" cxnId="{C75BBE8D-62CA-475B-8111-4E1F1AF5578E}">
      <dgm:prSet/>
      <dgm:spPr/>
      <dgm:t>
        <a:bodyPr/>
        <a:lstStyle/>
        <a:p>
          <a:endParaRPr lang="en-US"/>
        </a:p>
      </dgm:t>
    </dgm:pt>
    <dgm:pt modelId="{F4543D47-69DF-49C3-A1E8-E03388E2B51D}" type="sibTrans" cxnId="{C75BBE8D-62CA-475B-8111-4E1F1AF5578E}">
      <dgm:prSet/>
      <dgm:spPr/>
      <dgm:t>
        <a:bodyPr/>
        <a:lstStyle/>
        <a:p>
          <a:endParaRPr lang="en-US"/>
        </a:p>
      </dgm:t>
    </dgm:pt>
    <dgm:pt modelId="{8968C149-53E7-4708-9BD3-71837855E00E}">
      <dgm:prSet phldrT="[Text]"/>
      <dgm:spPr/>
      <dgm:t>
        <a:bodyPr/>
        <a:lstStyle/>
        <a:p>
          <a:r>
            <a:rPr lang="hu-HU" dirty="0"/>
            <a:t>Újrafelhasználhatóság hiánya</a:t>
          </a:r>
          <a:endParaRPr lang="en-US" dirty="0"/>
        </a:p>
      </dgm:t>
    </dgm:pt>
    <dgm:pt modelId="{BF2F4C56-0ACD-482A-8A4A-53A909B5D7EF}" type="parTrans" cxnId="{F0A05462-05AC-4D59-9ADA-F2147C81F166}">
      <dgm:prSet/>
      <dgm:spPr/>
      <dgm:t>
        <a:bodyPr/>
        <a:lstStyle/>
        <a:p>
          <a:endParaRPr lang="en-US"/>
        </a:p>
      </dgm:t>
    </dgm:pt>
    <dgm:pt modelId="{6020561B-E026-40D0-92AE-D35023154A98}" type="sibTrans" cxnId="{F0A05462-05AC-4D59-9ADA-F2147C81F166}">
      <dgm:prSet/>
      <dgm:spPr/>
      <dgm:t>
        <a:bodyPr/>
        <a:lstStyle/>
        <a:p>
          <a:endParaRPr lang="en-US"/>
        </a:p>
      </dgm:t>
    </dgm:pt>
    <dgm:pt modelId="{521C300D-6DE5-4528-A94D-D4493C846B4B}">
      <dgm:prSet phldrT="[Text]"/>
      <dgm:spPr/>
      <dgm:t>
        <a:bodyPr/>
        <a:lstStyle/>
        <a:p>
          <a:r>
            <a:rPr lang="hu-HU" dirty="0"/>
            <a:t>Paraméterezés hiánya</a:t>
          </a:r>
          <a:endParaRPr lang="en-US" dirty="0"/>
        </a:p>
      </dgm:t>
    </dgm:pt>
    <dgm:pt modelId="{7F5D149D-C0FA-49D7-9194-B71639232AF9}" type="parTrans" cxnId="{F355C355-FDB4-4878-AA12-E115A4C9980F}">
      <dgm:prSet/>
      <dgm:spPr/>
      <dgm:t>
        <a:bodyPr/>
        <a:lstStyle/>
        <a:p>
          <a:endParaRPr lang="en-US"/>
        </a:p>
      </dgm:t>
    </dgm:pt>
    <dgm:pt modelId="{169DD7FB-B64F-4C94-902E-9CAFAA0E2BE2}" type="sibTrans" cxnId="{F355C355-FDB4-4878-AA12-E115A4C9980F}">
      <dgm:prSet/>
      <dgm:spPr/>
      <dgm:t>
        <a:bodyPr/>
        <a:lstStyle/>
        <a:p>
          <a:endParaRPr lang="en-US"/>
        </a:p>
      </dgm:t>
    </dgm:pt>
    <dgm:pt modelId="{3B7ADC0A-556D-41B2-9F04-B30A756EAD2D}">
      <dgm:prSet phldrT="[Text]"/>
      <dgm:spPr/>
      <dgm:t>
        <a:bodyPr/>
        <a:lstStyle/>
        <a:p>
          <a:r>
            <a:rPr lang="hu-HU" dirty="0"/>
            <a:t>Költséges fenntarthatóság</a:t>
          </a:r>
          <a:endParaRPr lang="en-US" dirty="0"/>
        </a:p>
      </dgm:t>
    </dgm:pt>
    <dgm:pt modelId="{D32615F0-2938-4821-AC78-F7D4BF50AF3F}" type="parTrans" cxnId="{BF134853-286D-407F-BF8D-379BB9DC6BB0}">
      <dgm:prSet/>
      <dgm:spPr/>
      <dgm:t>
        <a:bodyPr/>
        <a:lstStyle/>
        <a:p>
          <a:endParaRPr lang="en-US"/>
        </a:p>
      </dgm:t>
    </dgm:pt>
    <dgm:pt modelId="{2D2F7E56-18B9-48CC-B26C-C8A2D28FFAAA}" type="sibTrans" cxnId="{BF134853-286D-407F-BF8D-379BB9DC6BB0}">
      <dgm:prSet/>
      <dgm:spPr/>
      <dgm:t>
        <a:bodyPr/>
        <a:lstStyle/>
        <a:p>
          <a:endParaRPr lang="en-US"/>
        </a:p>
      </dgm:t>
    </dgm:pt>
    <dgm:pt modelId="{CEA9FF99-F7A3-4E5E-9552-D1721787B33D}" type="pres">
      <dgm:prSet presAssocID="{0BB64948-7F4F-4071-9D47-1191BF417418}" presName="Name0" presStyleCnt="0">
        <dgm:presLayoutVars>
          <dgm:dir/>
          <dgm:animLvl val="lvl"/>
          <dgm:resizeHandles val="exact"/>
        </dgm:presLayoutVars>
      </dgm:prSet>
      <dgm:spPr/>
    </dgm:pt>
    <dgm:pt modelId="{60766897-760F-4275-B81B-72D6FDC49E01}" type="pres">
      <dgm:prSet presAssocID="{5CB82677-C3E5-4618-959A-DE6364461B3E}" presName="composite" presStyleCnt="0"/>
      <dgm:spPr/>
    </dgm:pt>
    <dgm:pt modelId="{C5C20BC4-5906-46BD-8F06-DBB2EAEB6691}" type="pres">
      <dgm:prSet presAssocID="{5CB82677-C3E5-4618-959A-DE6364461B3E}" presName="parTx" presStyleLbl="alignNode1" presStyleIdx="0" presStyleCnt="2">
        <dgm:presLayoutVars>
          <dgm:chMax val="0"/>
          <dgm:chPref val="0"/>
          <dgm:bulletEnabled val="1"/>
        </dgm:presLayoutVars>
      </dgm:prSet>
      <dgm:spPr/>
    </dgm:pt>
    <dgm:pt modelId="{E6A2D987-1B73-4457-B72B-D558A55BF93D}" type="pres">
      <dgm:prSet presAssocID="{5CB82677-C3E5-4618-959A-DE6364461B3E}" presName="desTx" presStyleLbl="alignAccFollowNode1" presStyleIdx="0" presStyleCnt="2">
        <dgm:presLayoutVars>
          <dgm:bulletEnabled val="1"/>
        </dgm:presLayoutVars>
      </dgm:prSet>
      <dgm:spPr/>
    </dgm:pt>
    <dgm:pt modelId="{03EF546B-4C69-4AEE-8180-D2CCBC34D364}" type="pres">
      <dgm:prSet presAssocID="{A3E573C8-B0E1-4515-A947-A59B315CAA68}" presName="space" presStyleCnt="0"/>
      <dgm:spPr/>
    </dgm:pt>
    <dgm:pt modelId="{9D551D02-C4DF-412E-A062-366C70E832EE}" type="pres">
      <dgm:prSet presAssocID="{B3BC00DD-83B7-4E8B-80C6-71DC9803FDB7}" presName="composite" presStyleCnt="0"/>
      <dgm:spPr/>
    </dgm:pt>
    <dgm:pt modelId="{B5F3B1D7-8920-4F57-9D36-CAE7ED4FB4B7}" type="pres">
      <dgm:prSet presAssocID="{B3BC00DD-83B7-4E8B-80C6-71DC9803FDB7}" presName="parTx" presStyleLbl="alignNode1" presStyleIdx="1" presStyleCnt="2">
        <dgm:presLayoutVars>
          <dgm:chMax val="0"/>
          <dgm:chPref val="0"/>
          <dgm:bulletEnabled val="1"/>
        </dgm:presLayoutVars>
      </dgm:prSet>
      <dgm:spPr/>
    </dgm:pt>
    <dgm:pt modelId="{DABEBBF4-3A07-4165-BEBF-B1A60BB0AD1E}" type="pres">
      <dgm:prSet presAssocID="{B3BC00DD-83B7-4E8B-80C6-71DC9803FDB7}" presName="desTx" presStyleLbl="alignAccFollowNode1" presStyleIdx="1" presStyleCnt="2">
        <dgm:presLayoutVars>
          <dgm:bulletEnabled val="1"/>
        </dgm:presLayoutVars>
      </dgm:prSet>
      <dgm:spPr/>
    </dgm:pt>
  </dgm:ptLst>
  <dgm:cxnLst>
    <dgm:cxn modelId="{D237E000-83DB-4693-B89C-F053C56B9C7A}" type="presOf" srcId="{4DB83A90-4617-4C4A-8236-EC76936B7B58}" destId="{E6A2D987-1B73-4457-B72B-D558A55BF93D}" srcOrd="0" destOrd="0" presId="urn:microsoft.com/office/officeart/2005/8/layout/hList1"/>
    <dgm:cxn modelId="{71D78F02-58F8-48BA-926F-0E78690EC157}" type="presOf" srcId="{863333A7-ED7C-496B-B13A-7A52591D47E0}" destId="{E6A2D987-1B73-4457-B72B-D558A55BF93D}" srcOrd="0" destOrd="4" presId="urn:microsoft.com/office/officeart/2005/8/layout/hList1"/>
    <dgm:cxn modelId="{045CE403-F3D9-4629-AACD-164CC3730B87}" srcId="{5CB82677-C3E5-4618-959A-DE6364461B3E}" destId="{863333A7-ED7C-496B-B13A-7A52591D47E0}" srcOrd="4" destOrd="0" parTransId="{587D01AC-6E05-4D67-BA79-43C565C2E84C}" sibTransId="{0B7F19DF-53BF-4B12-9230-A576CFA16394}"/>
    <dgm:cxn modelId="{EE6F9012-B055-4894-A659-5FD7B2D88C1A}" type="presOf" srcId="{3B7ADC0A-556D-41B2-9F04-B30A756EAD2D}" destId="{DABEBBF4-3A07-4165-BEBF-B1A60BB0AD1E}" srcOrd="0" destOrd="6" presId="urn:microsoft.com/office/officeart/2005/8/layout/hList1"/>
    <dgm:cxn modelId="{E75BED1A-4053-4474-BE55-53C282FA75CA}" type="presOf" srcId="{73CAD20B-176D-45DD-A741-436430340596}" destId="{DABEBBF4-3A07-4165-BEBF-B1A60BB0AD1E}" srcOrd="0" destOrd="2" presId="urn:microsoft.com/office/officeart/2005/8/layout/hList1"/>
    <dgm:cxn modelId="{BEAC2323-7E03-43DA-AF52-3B072EF08055}" srcId="{0BB64948-7F4F-4071-9D47-1191BF417418}" destId="{B3BC00DD-83B7-4E8B-80C6-71DC9803FDB7}" srcOrd="1" destOrd="0" parTransId="{02F6BA29-4079-4B4D-8B92-A614A249D726}" sibTransId="{C1A06408-FB65-420A-8D79-56EEADBCF8BA}"/>
    <dgm:cxn modelId="{2B318930-082C-4D49-993D-6642EA13A28B}" srcId="{5CB82677-C3E5-4618-959A-DE6364461B3E}" destId="{39628A62-B237-4832-9EAA-56F5431105FE}" srcOrd="1" destOrd="0" parTransId="{E2C283B5-9CB0-4C55-AB63-692676509312}" sibTransId="{C84FDAF6-50DC-4C92-8238-BC8A6FA5103D}"/>
    <dgm:cxn modelId="{F0A05462-05AC-4D59-9ADA-F2147C81F166}" srcId="{B3BC00DD-83B7-4E8B-80C6-71DC9803FDB7}" destId="{8968C149-53E7-4708-9BD3-71837855E00E}" srcOrd="4" destOrd="0" parTransId="{BF2F4C56-0ACD-482A-8A4A-53A909B5D7EF}" sibTransId="{6020561B-E026-40D0-92AE-D35023154A98}"/>
    <dgm:cxn modelId="{3B254464-0E28-475D-92C9-07FDE2E75D4C}" type="presOf" srcId="{76B8D9E3-DC3F-4435-A980-2D7D712CFFB3}" destId="{DABEBBF4-3A07-4165-BEBF-B1A60BB0AD1E}" srcOrd="0" destOrd="1" presId="urn:microsoft.com/office/officeart/2005/8/layout/hList1"/>
    <dgm:cxn modelId="{1C015364-5BFB-46F5-BF2C-86CD5870245E}" type="presOf" srcId="{39628A62-B237-4832-9EAA-56F5431105FE}" destId="{E6A2D987-1B73-4457-B72B-D558A55BF93D}" srcOrd="0" destOrd="1" presId="urn:microsoft.com/office/officeart/2005/8/layout/hList1"/>
    <dgm:cxn modelId="{1F629244-43EE-4E0C-AC91-32802E0B2102}" srcId="{B3BC00DD-83B7-4E8B-80C6-71DC9803FDB7}" destId="{73CAD20B-176D-45DD-A741-436430340596}" srcOrd="2" destOrd="0" parTransId="{A6F0D05F-18E3-45BE-BAA1-8A756F0D8305}" sibTransId="{DEE16717-57E8-497F-B379-475427CFB6D3}"/>
    <dgm:cxn modelId="{275BF245-4071-4173-B0C7-06C2CADB9D16}" type="presOf" srcId="{35C14CC9-0740-4FCF-8E7C-10167DF130A6}" destId="{E6A2D987-1B73-4457-B72B-D558A55BF93D}" srcOrd="0" destOrd="2" presId="urn:microsoft.com/office/officeart/2005/8/layout/hList1"/>
    <dgm:cxn modelId="{8C2CA846-45AF-4300-B252-A2B3FAE11BCB}" srcId="{B3BC00DD-83B7-4E8B-80C6-71DC9803FDB7}" destId="{76B8D9E3-DC3F-4435-A980-2D7D712CFFB3}" srcOrd="1" destOrd="0" parTransId="{2564EBEE-4369-4CE0-89E8-054D17C1BA3D}" sibTransId="{89431831-14A4-47FD-9B29-ACCE8C441CFB}"/>
    <dgm:cxn modelId="{ECB24A4D-E372-41ED-965C-A61B3078A595}" srcId="{5CB82677-C3E5-4618-959A-DE6364461B3E}" destId="{4DB83A90-4617-4C4A-8236-EC76936B7B58}" srcOrd="0" destOrd="0" parTransId="{3BFFDA1D-AC8E-4FE8-8F10-7A4726DFF505}" sibTransId="{31537960-3D6C-4EB6-B514-663BC49F96CB}"/>
    <dgm:cxn modelId="{E1C1D350-8A44-4298-B2CB-7DA87D4ABE0F}" srcId="{B3BC00DD-83B7-4E8B-80C6-71DC9803FDB7}" destId="{60B82E1F-1C3A-4D7D-89E2-D22738867B4D}" srcOrd="0" destOrd="0" parTransId="{CAC49E96-8358-4447-81C9-069E26DF0B9F}" sibTransId="{30DAB640-1401-4771-BD8B-89CD88D27250}"/>
    <dgm:cxn modelId="{BF134853-286D-407F-BF8D-379BB9DC6BB0}" srcId="{B3BC00DD-83B7-4E8B-80C6-71DC9803FDB7}" destId="{3B7ADC0A-556D-41B2-9F04-B30A756EAD2D}" srcOrd="6" destOrd="0" parTransId="{D32615F0-2938-4821-AC78-F7D4BF50AF3F}" sibTransId="{2D2F7E56-18B9-48CC-B26C-C8A2D28FFAAA}"/>
    <dgm:cxn modelId="{F355C355-FDB4-4878-AA12-E115A4C9980F}" srcId="{B3BC00DD-83B7-4E8B-80C6-71DC9803FDB7}" destId="{521C300D-6DE5-4528-A94D-D4493C846B4B}" srcOrd="5" destOrd="0" parTransId="{7F5D149D-C0FA-49D7-9194-B71639232AF9}" sibTransId="{169DD7FB-B64F-4C94-902E-9CAFAA0E2BE2}"/>
    <dgm:cxn modelId="{0401138B-AE5E-4134-9779-83206EA3C61C}" type="presOf" srcId="{953EDDAC-7EFC-4F17-A946-7C0F06F1118E}" destId="{E6A2D987-1B73-4457-B72B-D558A55BF93D}" srcOrd="0" destOrd="5" presId="urn:microsoft.com/office/officeart/2005/8/layout/hList1"/>
    <dgm:cxn modelId="{C75BBE8D-62CA-475B-8111-4E1F1AF5578E}" srcId="{5CB82677-C3E5-4618-959A-DE6364461B3E}" destId="{953EDDAC-7EFC-4F17-A946-7C0F06F1118E}" srcOrd="5" destOrd="0" parTransId="{CA8F2D85-AA85-4808-96EE-E8AC4FB64160}" sibTransId="{F4543D47-69DF-49C3-A1E8-E03388E2B51D}"/>
    <dgm:cxn modelId="{4BBA7390-ABC6-4533-9404-C50F78D4E48B}" type="presOf" srcId="{521C300D-6DE5-4528-A94D-D4493C846B4B}" destId="{DABEBBF4-3A07-4165-BEBF-B1A60BB0AD1E}" srcOrd="0" destOrd="5" presId="urn:microsoft.com/office/officeart/2005/8/layout/hList1"/>
    <dgm:cxn modelId="{472E3C9B-F7F3-4F77-BA7D-A062BA00E682}" type="presOf" srcId="{999875D0-4B44-43CE-B061-CCBD185D4428}" destId="{DABEBBF4-3A07-4165-BEBF-B1A60BB0AD1E}" srcOrd="0" destOrd="3" presId="urn:microsoft.com/office/officeart/2005/8/layout/hList1"/>
    <dgm:cxn modelId="{5A50749D-7610-4E45-BD31-CEAED5D552FD}" srcId="{0BB64948-7F4F-4071-9D47-1191BF417418}" destId="{5CB82677-C3E5-4618-959A-DE6364461B3E}" srcOrd="0" destOrd="0" parTransId="{34C5F0E5-6640-4E02-A8CC-869A0CD56AEA}" sibTransId="{A3E573C8-B0E1-4515-A947-A59B315CAA68}"/>
    <dgm:cxn modelId="{FDE4639E-3A43-4B64-A8D2-8D627440FE3A}" srcId="{5CB82677-C3E5-4618-959A-DE6364461B3E}" destId="{EE135A36-CF6E-4867-9DE3-5836E9CE8F4E}" srcOrd="3" destOrd="0" parTransId="{E160B42D-C8C0-409A-93C0-69571D8C9CF4}" sibTransId="{147A9853-C0CC-4C7A-BC4F-BC1237719721}"/>
    <dgm:cxn modelId="{AC8C3DA9-7ECA-48B3-812C-069E118BD6AA}" type="presOf" srcId="{5CB82677-C3E5-4618-959A-DE6364461B3E}" destId="{C5C20BC4-5906-46BD-8F06-DBB2EAEB6691}" srcOrd="0" destOrd="0" presId="urn:microsoft.com/office/officeart/2005/8/layout/hList1"/>
    <dgm:cxn modelId="{24352CB7-182F-442D-9888-1C02E7E2A8AC}" type="presOf" srcId="{B3BC00DD-83B7-4E8B-80C6-71DC9803FDB7}" destId="{B5F3B1D7-8920-4F57-9D36-CAE7ED4FB4B7}" srcOrd="0" destOrd="0" presId="urn:microsoft.com/office/officeart/2005/8/layout/hList1"/>
    <dgm:cxn modelId="{B47E30B8-981F-4617-BE00-2663D75269E5}" type="presOf" srcId="{0BB64948-7F4F-4071-9D47-1191BF417418}" destId="{CEA9FF99-F7A3-4E5E-9552-D1721787B33D}" srcOrd="0" destOrd="0" presId="urn:microsoft.com/office/officeart/2005/8/layout/hList1"/>
    <dgm:cxn modelId="{8C7B5FBA-B4D7-4388-9766-1F7EACA76032}" srcId="{B3BC00DD-83B7-4E8B-80C6-71DC9803FDB7}" destId="{999875D0-4B44-43CE-B061-CCBD185D4428}" srcOrd="3" destOrd="0" parTransId="{B7C82172-DA1B-4048-A0B5-FC2E7CDF67BD}" sibTransId="{64C1CF80-8809-4D96-9DE3-52F381AECCA7}"/>
    <dgm:cxn modelId="{B28D84C3-6239-4F0C-AF4B-D5FC45580C04}" srcId="{5CB82677-C3E5-4618-959A-DE6364461B3E}" destId="{35C14CC9-0740-4FCF-8E7C-10167DF130A6}" srcOrd="2" destOrd="0" parTransId="{3D83A423-A984-4FFA-96E7-C195429CB618}" sibTransId="{390070B0-0B6D-41CB-9A19-1208BF10295E}"/>
    <dgm:cxn modelId="{FF032AC4-4D5C-4E59-B8BC-E9BF1847031A}" type="presOf" srcId="{EE135A36-CF6E-4867-9DE3-5836E9CE8F4E}" destId="{E6A2D987-1B73-4457-B72B-D558A55BF93D}" srcOrd="0" destOrd="3" presId="urn:microsoft.com/office/officeart/2005/8/layout/hList1"/>
    <dgm:cxn modelId="{02429CD2-2B98-4EFE-B6BB-813765FFF00B}" type="presOf" srcId="{8968C149-53E7-4708-9BD3-71837855E00E}" destId="{DABEBBF4-3A07-4165-BEBF-B1A60BB0AD1E}" srcOrd="0" destOrd="4" presId="urn:microsoft.com/office/officeart/2005/8/layout/hList1"/>
    <dgm:cxn modelId="{84783FF6-2804-4CE4-97B2-81CD5E6B79B3}" type="presOf" srcId="{60B82E1F-1C3A-4D7D-89E2-D22738867B4D}" destId="{DABEBBF4-3A07-4165-BEBF-B1A60BB0AD1E}" srcOrd="0" destOrd="0" presId="urn:microsoft.com/office/officeart/2005/8/layout/hList1"/>
    <dgm:cxn modelId="{56B1371C-C9C3-41AF-A1C6-166FCE9123D1}" type="presParOf" srcId="{CEA9FF99-F7A3-4E5E-9552-D1721787B33D}" destId="{60766897-760F-4275-B81B-72D6FDC49E01}" srcOrd="0" destOrd="0" presId="urn:microsoft.com/office/officeart/2005/8/layout/hList1"/>
    <dgm:cxn modelId="{BE4B9F15-DFD0-482E-90BB-06D834359CB6}" type="presParOf" srcId="{60766897-760F-4275-B81B-72D6FDC49E01}" destId="{C5C20BC4-5906-46BD-8F06-DBB2EAEB6691}" srcOrd="0" destOrd="0" presId="urn:microsoft.com/office/officeart/2005/8/layout/hList1"/>
    <dgm:cxn modelId="{1A3F8964-D834-4304-AD0A-771FAF2B05B5}" type="presParOf" srcId="{60766897-760F-4275-B81B-72D6FDC49E01}" destId="{E6A2D987-1B73-4457-B72B-D558A55BF93D}" srcOrd="1" destOrd="0" presId="urn:microsoft.com/office/officeart/2005/8/layout/hList1"/>
    <dgm:cxn modelId="{DDDBA09D-6C9B-450D-BC6C-C3F7848C45CE}" type="presParOf" srcId="{CEA9FF99-F7A3-4E5E-9552-D1721787B33D}" destId="{03EF546B-4C69-4AEE-8180-D2CCBC34D364}" srcOrd="1" destOrd="0" presId="urn:microsoft.com/office/officeart/2005/8/layout/hList1"/>
    <dgm:cxn modelId="{C42F886D-9EBE-41DA-AEAF-BD013A1DC585}" type="presParOf" srcId="{CEA9FF99-F7A3-4E5E-9552-D1721787B33D}" destId="{9D551D02-C4DF-412E-A062-366C70E832EE}" srcOrd="2" destOrd="0" presId="urn:microsoft.com/office/officeart/2005/8/layout/hList1"/>
    <dgm:cxn modelId="{04E834C4-0A87-470F-8BA9-E352E4574767}" type="presParOf" srcId="{9D551D02-C4DF-412E-A062-366C70E832EE}" destId="{B5F3B1D7-8920-4F57-9D36-CAE7ED4FB4B7}" srcOrd="0" destOrd="0" presId="urn:microsoft.com/office/officeart/2005/8/layout/hList1"/>
    <dgm:cxn modelId="{6513FBB4-6152-46F3-B4DD-2F9E3AC0157F}" type="presParOf" srcId="{9D551D02-C4DF-412E-A062-366C70E832EE}" destId="{DABEBBF4-3A07-4165-BEBF-B1A60BB0AD1E}"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B64948-7F4F-4071-9D47-1191BF417418}" type="doc">
      <dgm:prSet loTypeId="urn:microsoft.com/office/officeart/2005/8/layout/hList1" loCatId="list" qsTypeId="urn:microsoft.com/office/officeart/2005/8/quickstyle/simple5" qsCatId="simple" csTypeId="urn:microsoft.com/office/officeart/2005/8/colors/colorful1#2" csCatId="colorful" phldr="1"/>
      <dgm:spPr/>
      <dgm:t>
        <a:bodyPr/>
        <a:lstStyle/>
        <a:p>
          <a:endParaRPr lang="en-US"/>
        </a:p>
      </dgm:t>
    </dgm:pt>
    <dgm:pt modelId="{5CB82677-C3E5-4618-959A-DE6364461B3E}">
      <dgm:prSet phldrT="[Text]"/>
      <dgm:spPr/>
      <dgm:t>
        <a:bodyPr/>
        <a:lstStyle/>
        <a:p>
          <a:r>
            <a:rPr lang="hu-HU" dirty="0"/>
            <a:t>Előnyök</a:t>
          </a:r>
          <a:endParaRPr lang="en-US" dirty="0"/>
        </a:p>
      </dgm:t>
    </dgm:pt>
    <dgm:pt modelId="{34C5F0E5-6640-4E02-A8CC-869A0CD56AEA}" type="parTrans" cxnId="{5A50749D-7610-4E45-BD31-CEAED5D552FD}">
      <dgm:prSet/>
      <dgm:spPr/>
      <dgm:t>
        <a:bodyPr/>
        <a:lstStyle/>
        <a:p>
          <a:endParaRPr lang="en-US"/>
        </a:p>
      </dgm:t>
    </dgm:pt>
    <dgm:pt modelId="{A3E573C8-B0E1-4515-A947-A59B315CAA68}" type="sibTrans" cxnId="{5A50749D-7610-4E45-BD31-CEAED5D552FD}">
      <dgm:prSet/>
      <dgm:spPr/>
      <dgm:t>
        <a:bodyPr/>
        <a:lstStyle/>
        <a:p>
          <a:endParaRPr lang="en-US"/>
        </a:p>
      </dgm:t>
    </dgm:pt>
    <dgm:pt modelId="{4DB83A90-4617-4C4A-8236-EC76936B7B58}">
      <dgm:prSet phldrT="[Text]"/>
      <dgm:spPr/>
      <dgm:t>
        <a:bodyPr/>
        <a:lstStyle/>
        <a:p>
          <a:r>
            <a:rPr lang="hu-HU" dirty="0"/>
            <a:t>Újrafelhasználhatóság</a:t>
          </a:r>
          <a:endParaRPr lang="en-US" dirty="0"/>
        </a:p>
      </dgm:t>
    </dgm:pt>
    <dgm:pt modelId="{3BFFDA1D-AC8E-4FE8-8F10-7A4726DFF505}" type="parTrans" cxnId="{ECB24A4D-E372-41ED-965C-A61B3078A595}">
      <dgm:prSet/>
      <dgm:spPr/>
      <dgm:t>
        <a:bodyPr/>
        <a:lstStyle/>
        <a:p>
          <a:endParaRPr lang="en-US"/>
        </a:p>
      </dgm:t>
    </dgm:pt>
    <dgm:pt modelId="{31537960-3D6C-4EB6-B514-663BC49F96CB}" type="sibTrans" cxnId="{ECB24A4D-E372-41ED-965C-A61B3078A595}">
      <dgm:prSet/>
      <dgm:spPr/>
      <dgm:t>
        <a:bodyPr/>
        <a:lstStyle/>
        <a:p>
          <a:endParaRPr lang="en-US"/>
        </a:p>
      </dgm:t>
    </dgm:pt>
    <dgm:pt modelId="{B3BC00DD-83B7-4E8B-80C6-71DC9803FDB7}">
      <dgm:prSet phldrT="[Text]"/>
      <dgm:spPr/>
      <dgm:t>
        <a:bodyPr/>
        <a:lstStyle/>
        <a:p>
          <a:r>
            <a:rPr lang="hu-HU" dirty="0"/>
            <a:t>Hátrányok/Kockázatok</a:t>
          </a:r>
          <a:endParaRPr lang="en-US" dirty="0"/>
        </a:p>
      </dgm:t>
    </dgm:pt>
    <dgm:pt modelId="{02F6BA29-4079-4B4D-8B92-A614A249D726}" type="parTrans" cxnId="{BEAC2323-7E03-43DA-AF52-3B072EF08055}">
      <dgm:prSet/>
      <dgm:spPr/>
      <dgm:t>
        <a:bodyPr/>
        <a:lstStyle/>
        <a:p>
          <a:endParaRPr lang="en-US"/>
        </a:p>
      </dgm:t>
    </dgm:pt>
    <dgm:pt modelId="{C1A06408-FB65-420A-8D79-56EEADBCF8BA}" type="sibTrans" cxnId="{BEAC2323-7E03-43DA-AF52-3B072EF08055}">
      <dgm:prSet/>
      <dgm:spPr/>
      <dgm:t>
        <a:bodyPr/>
        <a:lstStyle/>
        <a:p>
          <a:endParaRPr lang="en-US"/>
        </a:p>
      </dgm:t>
    </dgm:pt>
    <dgm:pt modelId="{60B82E1F-1C3A-4D7D-89E2-D22738867B4D}">
      <dgm:prSet phldrT="[Text]"/>
      <dgm:spPr/>
      <dgm:t>
        <a:bodyPr/>
        <a:lstStyle/>
        <a:p>
          <a:r>
            <a:rPr lang="hu-HU" dirty="0"/>
            <a:t>Technikai szakemberekre van szükség</a:t>
          </a:r>
          <a:endParaRPr lang="en-US" dirty="0"/>
        </a:p>
      </dgm:t>
    </dgm:pt>
    <dgm:pt modelId="{CAC49E96-8358-4447-81C9-069E26DF0B9F}" type="parTrans" cxnId="{E1C1D350-8A44-4298-B2CB-7DA87D4ABE0F}">
      <dgm:prSet/>
      <dgm:spPr/>
      <dgm:t>
        <a:bodyPr/>
        <a:lstStyle/>
        <a:p>
          <a:endParaRPr lang="en-US"/>
        </a:p>
      </dgm:t>
    </dgm:pt>
    <dgm:pt modelId="{30DAB640-1401-4771-BD8B-89CD88D27250}" type="sibTrans" cxnId="{E1C1D350-8A44-4298-B2CB-7DA87D4ABE0F}">
      <dgm:prSet/>
      <dgm:spPr/>
      <dgm:t>
        <a:bodyPr/>
        <a:lstStyle/>
        <a:p>
          <a:endParaRPr lang="en-US"/>
        </a:p>
      </dgm:t>
    </dgm:pt>
    <dgm:pt modelId="{9B82C8CB-E742-422C-8A95-D5F891F57BE8}">
      <dgm:prSet phldrT="[Text]"/>
      <dgm:spPr/>
      <dgm:t>
        <a:bodyPr/>
        <a:lstStyle/>
        <a:p>
          <a:r>
            <a:rPr lang="hu-HU" dirty="0"/>
            <a:t>Korai script készítés</a:t>
          </a:r>
          <a:endParaRPr lang="en-US" dirty="0"/>
        </a:p>
      </dgm:t>
    </dgm:pt>
    <dgm:pt modelId="{CB53A933-7D87-4241-8AE5-F8E233D805DA}" type="parTrans" cxnId="{B52FDE48-FC2C-4969-A96C-74CBD4CC57B0}">
      <dgm:prSet/>
      <dgm:spPr/>
      <dgm:t>
        <a:bodyPr/>
        <a:lstStyle/>
        <a:p>
          <a:endParaRPr lang="en-US"/>
        </a:p>
      </dgm:t>
    </dgm:pt>
    <dgm:pt modelId="{895E7B8C-D3A2-4CAB-B4FD-D260B4279E6E}" type="sibTrans" cxnId="{B52FDE48-FC2C-4969-A96C-74CBD4CC57B0}">
      <dgm:prSet/>
      <dgm:spPr/>
      <dgm:t>
        <a:bodyPr/>
        <a:lstStyle/>
        <a:p>
          <a:endParaRPr lang="en-US"/>
        </a:p>
      </dgm:t>
    </dgm:pt>
    <dgm:pt modelId="{C9CFEF44-006F-4C06-A749-672DFFE2AD7A}">
      <dgm:prSet phldrT="[Text]"/>
      <dgm:spPr/>
      <dgm:t>
        <a:bodyPr/>
        <a:lstStyle/>
        <a:p>
          <a:r>
            <a:rPr lang="hu-HU" dirty="0"/>
            <a:t>Könnyű olvashatóság</a:t>
          </a:r>
          <a:endParaRPr lang="en-US" dirty="0"/>
        </a:p>
      </dgm:t>
    </dgm:pt>
    <dgm:pt modelId="{C4E84BAC-FF5E-4754-AE9F-64E37A2D29A2}" type="parTrans" cxnId="{CFFBF3A7-AA6A-4354-830D-9C138956DE5B}">
      <dgm:prSet/>
      <dgm:spPr/>
      <dgm:t>
        <a:bodyPr/>
        <a:lstStyle/>
        <a:p>
          <a:endParaRPr lang="en-US"/>
        </a:p>
      </dgm:t>
    </dgm:pt>
    <dgm:pt modelId="{FCC55DBF-A755-421C-AC59-177C7F5ECD2A}" type="sibTrans" cxnId="{CFFBF3A7-AA6A-4354-830D-9C138956DE5B}">
      <dgm:prSet/>
      <dgm:spPr/>
      <dgm:t>
        <a:bodyPr/>
        <a:lstStyle/>
        <a:p>
          <a:endParaRPr lang="en-US"/>
        </a:p>
      </dgm:t>
    </dgm:pt>
    <dgm:pt modelId="{CBA43517-93CC-4DA2-BA9F-AF4495B07616}">
      <dgm:prSet phldrT="[Text]"/>
      <dgm:spPr/>
      <dgm:t>
        <a:bodyPr/>
        <a:lstStyle/>
        <a:p>
          <a:r>
            <a:rPr lang="hu-HU" dirty="0"/>
            <a:t>Standardizálás</a:t>
          </a:r>
          <a:endParaRPr lang="en-US" dirty="0"/>
        </a:p>
      </dgm:t>
    </dgm:pt>
    <dgm:pt modelId="{8FC9E160-A22B-457B-9212-15A04A59FD43}" type="parTrans" cxnId="{BCA311D9-4670-4A53-B5DB-54F9D89165F0}">
      <dgm:prSet/>
      <dgm:spPr/>
      <dgm:t>
        <a:bodyPr/>
        <a:lstStyle/>
        <a:p>
          <a:endParaRPr lang="en-US"/>
        </a:p>
      </dgm:t>
    </dgm:pt>
    <dgm:pt modelId="{966152DC-7DF3-446D-98D5-8D41FD4B73AF}" type="sibTrans" cxnId="{BCA311D9-4670-4A53-B5DB-54F9D89165F0}">
      <dgm:prSet/>
      <dgm:spPr/>
      <dgm:t>
        <a:bodyPr/>
        <a:lstStyle/>
        <a:p>
          <a:endParaRPr lang="en-US"/>
        </a:p>
      </dgm:t>
    </dgm:pt>
    <dgm:pt modelId="{94AB1CA1-B357-437C-8093-BF60397569BA}">
      <dgm:prSet phldrT="[Text]"/>
      <dgm:spPr/>
      <dgm:t>
        <a:bodyPr/>
        <a:lstStyle/>
        <a:p>
          <a:endParaRPr lang="en-US" dirty="0"/>
        </a:p>
      </dgm:t>
    </dgm:pt>
    <dgm:pt modelId="{83A65EF4-5DAC-44AB-8A8F-E62304A9B21C}" type="parTrans" cxnId="{3AF668E6-5C6F-42A1-82CC-D15FD483AACE}">
      <dgm:prSet/>
      <dgm:spPr/>
      <dgm:t>
        <a:bodyPr/>
        <a:lstStyle/>
        <a:p>
          <a:endParaRPr lang="en-US"/>
        </a:p>
      </dgm:t>
    </dgm:pt>
    <dgm:pt modelId="{7A271047-381A-42DF-99A4-B30FEDF5DBEA}" type="sibTrans" cxnId="{3AF668E6-5C6F-42A1-82CC-D15FD483AACE}">
      <dgm:prSet/>
      <dgm:spPr/>
      <dgm:t>
        <a:bodyPr/>
        <a:lstStyle/>
        <a:p>
          <a:endParaRPr lang="en-US"/>
        </a:p>
      </dgm:t>
    </dgm:pt>
    <dgm:pt modelId="{CC5E817C-5392-4D85-B4CE-A5D5BC62BDDA}">
      <dgm:prSet phldrT="[Text]"/>
      <dgm:spPr/>
      <dgm:t>
        <a:bodyPr/>
        <a:lstStyle/>
        <a:p>
          <a:r>
            <a:rPr lang="hu-HU" dirty="0"/>
            <a:t>Hibakezelés használata</a:t>
          </a:r>
          <a:endParaRPr lang="en-US" dirty="0"/>
        </a:p>
      </dgm:t>
    </dgm:pt>
    <dgm:pt modelId="{5D5B4414-4989-4DDB-AD55-F050D9BFF47C}" type="parTrans" cxnId="{4F21403C-32D1-4C90-9DD7-6BED8323F6C5}">
      <dgm:prSet/>
      <dgm:spPr/>
      <dgm:t>
        <a:bodyPr/>
        <a:lstStyle/>
        <a:p>
          <a:endParaRPr lang="en-US"/>
        </a:p>
      </dgm:t>
    </dgm:pt>
    <dgm:pt modelId="{A144DE95-9696-423F-8784-74F92B46F704}" type="sibTrans" cxnId="{4F21403C-32D1-4C90-9DD7-6BED8323F6C5}">
      <dgm:prSet/>
      <dgm:spPr/>
      <dgm:t>
        <a:bodyPr/>
        <a:lstStyle/>
        <a:p>
          <a:endParaRPr lang="en-US"/>
        </a:p>
      </dgm:t>
    </dgm:pt>
    <dgm:pt modelId="{45850B49-6867-4CDD-9481-2D49107ED66C}">
      <dgm:prSet phldrT="[Text]"/>
      <dgm:spPr/>
      <dgm:t>
        <a:bodyPr/>
        <a:lstStyle/>
        <a:p>
          <a:r>
            <a:rPr lang="hu-HU" dirty="0"/>
            <a:t>Komplexebb fenntarthatóság</a:t>
          </a:r>
          <a:endParaRPr lang="en-US" dirty="0"/>
        </a:p>
      </dgm:t>
    </dgm:pt>
    <dgm:pt modelId="{395111CD-CB14-4FC4-8ADD-86341B79D7AD}" type="parTrans" cxnId="{9E58A4E1-795F-4C72-9C9E-A7D90E7A4D44}">
      <dgm:prSet/>
      <dgm:spPr/>
      <dgm:t>
        <a:bodyPr/>
        <a:lstStyle/>
        <a:p>
          <a:endParaRPr lang="en-US"/>
        </a:p>
      </dgm:t>
    </dgm:pt>
    <dgm:pt modelId="{0B2E05DD-B032-4301-B3E1-1331CC0CF085}" type="sibTrans" cxnId="{9E58A4E1-795F-4C72-9C9E-A7D90E7A4D44}">
      <dgm:prSet/>
      <dgm:spPr/>
      <dgm:t>
        <a:bodyPr/>
        <a:lstStyle/>
        <a:p>
          <a:endParaRPr lang="en-US"/>
        </a:p>
      </dgm:t>
    </dgm:pt>
    <dgm:pt modelId="{36F128FE-63CD-4CCF-80BF-40389AA8F347}">
      <dgm:prSet phldrT="[Text]"/>
      <dgm:spPr/>
      <dgm:t>
        <a:bodyPr/>
        <a:lstStyle/>
        <a:p>
          <a:r>
            <a:rPr lang="hu-HU" dirty="0"/>
            <a:t>Alapos tervezést igényel</a:t>
          </a:r>
          <a:endParaRPr lang="en-US" dirty="0"/>
        </a:p>
      </dgm:t>
    </dgm:pt>
    <dgm:pt modelId="{1980BB9B-2B20-497A-AD91-8544B5CE0018}" type="parTrans" cxnId="{440E3A40-B672-403E-83E4-70971FA51E98}">
      <dgm:prSet/>
      <dgm:spPr/>
      <dgm:t>
        <a:bodyPr/>
        <a:lstStyle/>
        <a:p>
          <a:endParaRPr lang="en-US"/>
        </a:p>
      </dgm:t>
    </dgm:pt>
    <dgm:pt modelId="{35CB8D5A-D4B7-44AF-B92F-626300A16B5F}" type="sibTrans" cxnId="{440E3A40-B672-403E-83E4-70971FA51E98}">
      <dgm:prSet/>
      <dgm:spPr/>
      <dgm:t>
        <a:bodyPr/>
        <a:lstStyle/>
        <a:p>
          <a:endParaRPr lang="en-US"/>
        </a:p>
      </dgm:t>
    </dgm:pt>
    <dgm:pt modelId="{CEA9FF99-F7A3-4E5E-9552-D1721787B33D}" type="pres">
      <dgm:prSet presAssocID="{0BB64948-7F4F-4071-9D47-1191BF417418}" presName="Name0" presStyleCnt="0">
        <dgm:presLayoutVars>
          <dgm:dir/>
          <dgm:animLvl val="lvl"/>
          <dgm:resizeHandles val="exact"/>
        </dgm:presLayoutVars>
      </dgm:prSet>
      <dgm:spPr/>
    </dgm:pt>
    <dgm:pt modelId="{60766897-760F-4275-B81B-72D6FDC49E01}" type="pres">
      <dgm:prSet presAssocID="{5CB82677-C3E5-4618-959A-DE6364461B3E}" presName="composite" presStyleCnt="0"/>
      <dgm:spPr/>
    </dgm:pt>
    <dgm:pt modelId="{C5C20BC4-5906-46BD-8F06-DBB2EAEB6691}" type="pres">
      <dgm:prSet presAssocID="{5CB82677-C3E5-4618-959A-DE6364461B3E}" presName="parTx" presStyleLbl="alignNode1" presStyleIdx="0" presStyleCnt="2">
        <dgm:presLayoutVars>
          <dgm:chMax val="0"/>
          <dgm:chPref val="0"/>
          <dgm:bulletEnabled val="1"/>
        </dgm:presLayoutVars>
      </dgm:prSet>
      <dgm:spPr/>
    </dgm:pt>
    <dgm:pt modelId="{E6A2D987-1B73-4457-B72B-D558A55BF93D}" type="pres">
      <dgm:prSet presAssocID="{5CB82677-C3E5-4618-959A-DE6364461B3E}" presName="desTx" presStyleLbl="alignAccFollowNode1" presStyleIdx="0" presStyleCnt="2">
        <dgm:presLayoutVars>
          <dgm:bulletEnabled val="1"/>
        </dgm:presLayoutVars>
      </dgm:prSet>
      <dgm:spPr/>
    </dgm:pt>
    <dgm:pt modelId="{03EF546B-4C69-4AEE-8180-D2CCBC34D364}" type="pres">
      <dgm:prSet presAssocID="{A3E573C8-B0E1-4515-A947-A59B315CAA68}" presName="space" presStyleCnt="0"/>
      <dgm:spPr/>
    </dgm:pt>
    <dgm:pt modelId="{9D551D02-C4DF-412E-A062-366C70E832EE}" type="pres">
      <dgm:prSet presAssocID="{B3BC00DD-83B7-4E8B-80C6-71DC9803FDB7}" presName="composite" presStyleCnt="0"/>
      <dgm:spPr/>
    </dgm:pt>
    <dgm:pt modelId="{B5F3B1D7-8920-4F57-9D36-CAE7ED4FB4B7}" type="pres">
      <dgm:prSet presAssocID="{B3BC00DD-83B7-4E8B-80C6-71DC9803FDB7}" presName="parTx" presStyleLbl="alignNode1" presStyleIdx="1" presStyleCnt="2">
        <dgm:presLayoutVars>
          <dgm:chMax val="0"/>
          <dgm:chPref val="0"/>
          <dgm:bulletEnabled val="1"/>
        </dgm:presLayoutVars>
      </dgm:prSet>
      <dgm:spPr/>
    </dgm:pt>
    <dgm:pt modelId="{DABEBBF4-3A07-4165-BEBF-B1A60BB0AD1E}" type="pres">
      <dgm:prSet presAssocID="{B3BC00DD-83B7-4E8B-80C6-71DC9803FDB7}" presName="desTx" presStyleLbl="alignAccFollowNode1" presStyleIdx="1" presStyleCnt="2">
        <dgm:presLayoutVars>
          <dgm:bulletEnabled val="1"/>
        </dgm:presLayoutVars>
      </dgm:prSet>
      <dgm:spPr/>
    </dgm:pt>
  </dgm:ptLst>
  <dgm:cxnLst>
    <dgm:cxn modelId="{189EBB21-5962-4BDB-B550-F85B928A8A45}" type="presOf" srcId="{C9CFEF44-006F-4C06-A749-672DFFE2AD7A}" destId="{E6A2D987-1B73-4457-B72B-D558A55BF93D}" srcOrd="0" destOrd="2" presId="urn:microsoft.com/office/officeart/2005/8/layout/hList1"/>
    <dgm:cxn modelId="{BEAC2323-7E03-43DA-AF52-3B072EF08055}" srcId="{0BB64948-7F4F-4071-9D47-1191BF417418}" destId="{B3BC00DD-83B7-4E8B-80C6-71DC9803FDB7}" srcOrd="1" destOrd="0" parTransId="{02F6BA29-4079-4B4D-8B92-A614A249D726}" sibTransId="{C1A06408-FB65-420A-8D79-56EEADBCF8BA}"/>
    <dgm:cxn modelId="{54485A33-50BB-4D6D-A143-22334B3069BA}" type="presOf" srcId="{94AB1CA1-B357-437C-8093-BF60397569BA}" destId="{E6A2D987-1B73-4457-B72B-D558A55BF93D}" srcOrd="0" destOrd="5" presId="urn:microsoft.com/office/officeart/2005/8/layout/hList1"/>
    <dgm:cxn modelId="{4F21403C-32D1-4C90-9DD7-6BED8323F6C5}" srcId="{5CB82677-C3E5-4618-959A-DE6364461B3E}" destId="{CC5E817C-5392-4D85-B4CE-A5D5BC62BDDA}" srcOrd="4" destOrd="0" parTransId="{5D5B4414-4989-4DDB-AD55-F050D9BFF47C}" sibTransId="{A144DE95-9696-423F-8784-74F92B46F704}"/>
    <dgm:cxn modelId="{440E3A40-B672-403E-83E4-70971FA51E98}" srcId="{B3BC00DD-83B7-4E8B-80C6-71DC9803FDB7}" destId="{36F128FE-63CD-4CCF-80BF-40389AA8F347}" srcOrd="2" destOrd="0" parTransId="{1980BB9B-2B20-497A-AD91-8544B5CE0018}" sibTransId="{35CB8D5A-D4B7-44AF-B92F-626300A16B5F}"/>
    <dgm:cxn modelId="{B52FDE48-FC2C-4969-A96C-74CBD4CC57B0}" srcId="{5CB82677-C3E5-4618-959A-DE6364461B3E}" destId="{9B82C8CB-E742-422C-8A95-D5F891F57BE8}" srcOrd="1" destOrd="0" parTransId="{CB53A933-7D87-4241-8AE5-F8E233D805DA}" sibTransId="{895E7B8C-D3A2-4CAB-B4FD-D260B4279E6E}"/>
    <dgm:cxn modelId="{1E98024B-5F96-43DA-8941-F84413833D5C}" type="presOf" srcId="{36F128FE-63CD-4CCF-80BF-40389AA8F347}" destId="{DABEBBF4-3A07-4165-BEBF-B1A60BB0AD1E}" srcOrd="0" destOrd="2" presId="urn:microsoft.com/office/officeart/2005/8/layout/hList1"/>
    <dgm:cxn modelId="{ECB24A4D-E372-41ED-965C-A61B3078A595}" srcId="{5CB82677-C3E5-4618-959A-DE6364461B3E}" destId="{4DB83A90-4617-4C4A-8236-EC76936B7B58}" srcOrd="0" destOrd="0" parTransId="{3BFFDA1D-AC8E-4FE8-8F10-7A4726DFF505}" sibTransId="{31537960-3D6C-4EB6-B514-663BC49F96CB}"/>
    <dgm:cxn modelId="{E1C1D350-8A44-4298-B2CB-7DA87D4ABE0F}" srcId="{B3BC00DD-83B7-4E8B-80C6-71DC9803FDB7}" destId="{60B82E1F-1C3A-4D7D-89E2-D22738867B4D}" srcOrd="0" destOrd="0" parTransId="{CAC49E96-8358-4447-81C9-069E26DF0B9F}" sibTransId="{30DAB640-1401-4771-BD8B-89CD88D27250}"/>
    <dgm:cxn modelId="{257BF456-6222-42F4-A38A-10FBAB3DC695}" type="presOf" srcId="{CBA43517-93CC-4DA2-BA9F-AF4495B07616}" destId="{E6A2D987-1B73-4457-B72B-D558A55BF93D}" srcOrd="0" destOrd="3" presId="urn:microsoft.com/office/officeart/2005/8/layout/hList1"/>
    <dgm:cxn modelId="{656AA581-383E-4ED0-81F7-5ACD88998A5F}" type="presOf" srcId="{60B82E1F-1C3A-4D7D-89E2-D22738867B4D}" destId="{DABEBBF4-3A07-4165-BEBF-B1A60BB0AD1E}" srcOrd="0" destOrd="0" presId="urn:microsoft.com/office/officeart/2005/8/layout/hList1"/>
    <dgm:cxn modelId="{5A50749D-7610-4E45-BD31-CEAED5D552FD}" srcId="{0BB64948-7F4F-4071-9D47-1191BF417418}" destId="{5CB82677-C3E5-4618-959A-DE6364461B3E}" srcOrd="0" destOrd="0" parTransId="{34C5F0E5-6640-4E02-A8CC-869A0CD56AEA}" sibTransId="{A3E573C8-B0E1-4515-A947-A59B315CAA68}"/>
    <dgm:cxn modelId="{CFFBF3A7-AA6A-4354-830D-9C138956DE5B}" srcId="{5CB82677-C3E5-4618-959A-DE6364461B3E}" destId="{C9CFEF44-006F-4C06-A749-672DFFE2AD7A}" srcOrd="2" destOrd="0" parTransId="{C4E84BAC-FF5E-4754-AE9F-64E37A2D29A2}" sibTransId="{FCC55DBF-A755-421C-AC59-177C7F5ECD2A}"/>
    <dgm:cxn modelId="{D50075CC-E7D3-4D62-9494-DED355FF2EC9}" type="presOf" srcId="{5CB82677-C3E5-4618-959A-DE6364461B3E}" destId="{C5C20BC4-5906-46BD-8F06-DBB2EAEB6691}" srcOrd="0" destOrd="0" presId="urn:microsoft.com/office/officeart/2005/8/layout/hList1"/>
    <dgm:cxn modelId="{BCA311D9-4670-4A53-B5DB-54F9D89165F0}" srcId="{5CB82677-C3E5-4618-959A-DE6364461B3E}" destId="{CBA43517-93CC-4DA2-BA9F-AF4495B07616}" srcOrd="3" destOrd="0" parTransId="{8FC9E160-A22B-457B-9212-15A04A59FD43}" sibTransId="{966152DC-7DF3-446D-98D5-8D41FD4B73AF}"/>
    <dgm:cxn modelId="{CF06B2D9-CF7B-4746-A104-1B2AD683A02C}" type="presOf" srcId="{B3BC00DD-83B7-4E8B-80C6-71DC9803FDB7}" destId="{B5F3B1D7-8920-4F57-9D36-CAE7ED4FB4B7}" srcOrd="0" destOrd="0" presId="urn:microsoft.com/office/officeart/2005/8/layout/hList1"/>
    <dgm:cxn modelId="{9E58A4E1-795F-4C72-9C9E-A7D90E7A4D44}" srcId="{B3BC00DD-83B7-4E8B-80C6-71DC9803FDB7}" destId="{45850B49-6867-4CDD-9481-2D49107ED66C}" srcOrd="1" destOrd="0" parTransId="{395111CD-CB14-4FC4-8ADD-86341B79D7AD}" sibTransId="{0B2E05DD-B032-4301-B3E1-1331CC0CF085}"/>
    <dgm:cxn modelId="{6A0AC4E2-27A6-47ED-BDA5-449C9F07DBE1}" type="presOf" srcId="{CC5E817C-5392-4D85-B4CE-A5D5BC62BDDA}" destId="{E6A2D987-1B73-4457-B72B-D558A55BF93D}" srcOrd="0" destOrd="4" presId="urn:microsoft.com/office/officeart/2005/8/layout/hList1"/>
    <dgm:cxn modelId="{CB2BBBE4-3FD9-417D-BB77-179C3D07E583}" type="presOf" srcId="{9B82C8CB-E742-422C-8A95-D5F891F57BE8}" destId="{E6A2D987-1B73-4457-B72B-D558A55BF93D}" srcOrd="0" destOrd="1" presId="urn:microsoft.com/office/officeart/2005/8/layout/hList1"/>
    <dgm:cxn modelId="{3AF668E6-5C6F-42A1-82CC-D15FD483AACE}" srcId="{5CB82677-C3E5-4618-959A-DE6364461B3E}" destId="{94AB1CA1-B357-437C-8093-BF60397569BA}" srcOrd="5" destOrd="0" parTransId="{83A65EF4-5DAC-44AB-8A8F-E62304A9B21C}" sibTransId="{7A271047-381A-42DF-99A4-B30FEDF5DBEA}"/>
    <dgm:cxn modelId="{50E8EEE8-4D98-427F-92C5-C3596CD8A38D}" type="presOf" srcId="{4DB83A90-4617-4C4A-8236-EC76936B7B58}" destId="{E6A2D987-1B73-4457-B72B-D558A55BF93D}" srcOrd="0" destOrd="0" presId="urn:microsoft.com/office/officeart/2005/8/layout/hList1"/>
    <dgm:cxn modelId="{B616B1E9-65DA-4D69-ABBF-2767EBFC1A14}" type="presOf" srcId="{0BB64948-7F4F-4071-9D47-1191BF417418}" destId="{CEA9FF99-F7A3-4E5E-9552-D1721787B33D}" srcOrd="0" destOrd="0" presId="urn:microsoft.com/office/officeart/2005/8/layout/hList1"/>
    <dgm:cxn modelId="{FBDE02F5-A283-440D-AF2D-A36AAC867C62}" type="presOf" srcId="{45850B49-6867-4CDD-9481-2D49107ED66C}" destId="{DABEBBF4-3A07-4165-BEBF-B1A60BB0AD1E}" srcOrd="0" destOrd="1" presId="urn:microsoft.com/office/officeart/2005/8/layout/hList1"/>
    <dgm:cxn modelId="{A5B32764-2B92-4BBB-B9E2-6742FA5B9ADF}" type="presParOf" srcId="{CEA9FF99-F7A3-4E5E-9552-D1721787B33D}" destId="{60766897-760F-4275-B81B-72D6FDC49E01}" srcOrd="0" destOrd="0" presId="urn:microsoft.com/office/officeart/2005/8/layout/hList1"/>
    <dgm:cxn modelId="{FB19B2A4-D308-4D20-B2AC-394EA57B6C30}" type="presParOf" srcId="{60766897-760F-4275-B81B-72D6FDC49E01}" destId="{C5C20BC4-5906-46BD-8F06-DBB2EAEB6691}" srcOrd="0" destOrd="0" presId="urn:microsoft.com/office/officeart/2005/8/layout/hList1"/>
    <dgm:cxn modelId="{BA3966FF-609C-466D-979E-5A72138E192B}" type="presParOf" srcId="{60766897-760F-4275-B81B-72D6FDC49E01}" destId="{E6A2D987-1B73-4457-B72B-D558A55BF93D}" srcOrd="1" destOrd="0" presId="urn:microsoft.com/office/officeart/2005/8/layout/hList1"/>
    <dgm:cxn modelId="{7D7006BB-7171-4156-87CC-68BD7E4F8E53}" type="presParOf" srcId="{CEA9FF99-F7A3-4E5E-9552-D1721787B33D}" destId="{03EF546B-4C69-4AEE-8180-D2CCBC34D364}" srcOrd="1" destOrd="0" presId="urn:microsoft.com/office/officeart/2005/8/layout/hList1"/>
    <dgm:cxn modelId="{916DF9C3-D516-49DB-A85D-0744A8DD18AF}" type="presParOf" srcId="{CEA9FF99-F7A3-4E5E-9552-D1721787B33D}" destId="{9D551D02-C4DF-412E-A062-366C70E832EE}" srcOrd="2" destOrd="0" presId="urn:microsoft.com/office/officeart/2005/8/layout/hList1"/>
    <dgm:cxn modelId="{1DED384C-EB93-49AC-A2BA-E4CE7AE32FC6}" type="presParOf" srcId="{9D551D02-C4DF-412E-A062-366C70E832EE}" destId="{B5F3B1D7-8920-4F57-9D36-CAE7ED4FB4B7}" srcOrd="0" destOrd="0" presId="urn:microsoft.com/office/officeart/2005/8/layout/hList1"/>
    <dgm:cxn modelId="{E9623800-C079-4759-86DD-5B5EABC21C4D}" type="presParOf" srcId="{9D551D02-C4DF-412E-A062-366C70E832EE}" destId="{DABEBBF4-3A07-4165-BEBF-B1A60BB0AD1E}"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BB64948-7F4F-4071-9D47-1191BF417418}" type="doc">
      <dgm:prSet loTypeId="urn:microsoft.com/office/officeart/2005/8/layout/hList1" loCatId="list" qsTypeId="urn:microsoft.com/office/officeart/2005/8/quickstyle/simple5" qsCatId="simple" csTypeId="urn:microsoft.com/office/officeart/2005/8/colors/colorful1#3" csCatId="colorful" phldr="1"/>
      <dgm:spPr/>
      <dgm:t>
        <a:bodyPr/>
        <a:lstStyle/>
        <a:p>
          <a:endParaRPr lang="en-US"/>
        </a:p>
      </dgm:t>
    </dgm:pt>
    <dgm:pt modelId="{5CB82677-C3E5-4618-959A-DE6364461B3E}">
      <dgm:prSet phldrT="[Text]"/>
      <dgm:spPr/>
      <dgm:t>
        <a:bodyPr/>
        <a:lstStyle/>
        <a:p>
          <a:r>
            <a:rPr lang="hu-HU" dirty="0"/>
            <a:t>Előnyök</a:t>
          </a:r>
          <a:endParaRPr lang="en-US" dirty="0"/>
        </a:p>
      </dgm:t>
    </dgm:pt>
    <dgm:pt modelId="{34C5F0E5-6640-4E02-A8CC-869A0CD56AEA}" type="parTrans" cxnId="{5A50749D-7610-4E45-BD31-CEAED5D552FD}">
      <dgm:prSet/>
      <dgm:spPr/>
      <dgm:t>
        <a:bodyPr/>
        <a:lstStyle/>
        <a:p>
          <a:endParaRPr lang="en-US"/>
        </a:p>
      </dgm:t>
    </dgm:pt>
    <dgm:pt modelId="{A3E573C8-B0E1-4515-A947-A59B315CAA68}" type="sibTrans" cxnId="{5A50749D-7610-4E45-BD31-CEAED5D552FD}">
      <dgm:prSet/>
      <dgm:spPr/>
      <dgm:t>
        <a:bodyPr/>
        <a:lstStyle/>
        <a:p>
          <a:endParaRPr lang="en-US"/>
        </a:p>
      </dgm:t>
    </dgm:pt>
    <dgm:pt modelId="{4DB83A90-4617-4C4A-8236-EC76936B7B58}">
      <dgm:prSet phldrT="[Text]"/>
      <dgm:spPr/>
      <dgm:t>
        <a:bodyPr/>
        <a:lstStyle/>
        <a:p>
          <a:r>
            <a:rPr lang="hu-HU" dirty="0"/>
            <a:t>Újrafelhasználhatóság</a:t>
          </a:r>
          <a:endParaRPr lang="en-US" dirty="0"/>
        </a:p>
      </dgm:t>
    </dgm:pt>
    <dgm:pt modelId="{3BFFDA1D-AC8E-4FE8-8F10-7A4726DFF505}" type="parTrans" cxnId="{ECB24A4D-E372-41ED-965C-A61B3078A595}">
      <dgm:prSet/>
      <dgm:spPr/>
      <dgm:t>
        <a:bodyPr/>
        <a:lstStyle/>
        <a:p>
          <a:endParaRPr lang="en-US"/>
        </a:p>
      </dgm:t>
    </dgm:pt>
    <dgm:pt modelId="{31537960-3D6C-4EB6-B514-663BC49F96CB}" type="sibTrans" cxnId="{ECB24A4D-E372-41ED-965C-A61B3078A595}">
      <dgm:prSet/>
      <dgm:spPr/>
      <dgm:t>
        <a:bodyPr/>
        <a:lstStyle/>
        <a:p>
          <a:endParaRPr lang="en-US"/>
        </a:p>
      </dgm:t>
    </dgm:pt>
    <dgm:pt modelId="{B3BC00DD-83B7-4E8B-80C6-71DC9803FDB7}">
      <dgm:prSet phldrT="[Text]"/>
      <dgm:spPr/>
      <dgm:t>
        <a:bodyPr/>
        <a:lstStyle/>
        <a:p>
          <a:r>
            <a:rPr lang="hu-HU" dirty="0"/>
            <a:t>Hátrányok/Kockázatok</a:t>
          </a:r>
          <a:endParaRPr lang="en-US" dirty="0"/>
        </a:p>
      </dgm:t>
    </dgm:pt>
    <dgm:pt modelId="{02F6BA29-4079-4B4D-8B92-A614A249D726}" type="parTrans" cxnId="{BEAC2323-7E03-43DA-AF52-3B072EF08055}">
      <dgm:prSet/>
      <dgm:spPr/>
      <dgm:t>
        <a:bodyPr/>
        <a:lstStyle/>
        <a:p>
          <a:endParaRPr lang="en-US"/>
        </a:p>
      </dgm:t>
    </dgm:pt>
    <dgm:pt modelId="{C1A06408-FB65-420A-8D79-56EEADBCF8BA}" type="sibTrans" cxnId="{BEAC2323-7E03-43DA-AF52-3B072EF08055}">
      <dgm:prSet/>
      <dgm:spPr/>
      <dgm:t>
        <a:bodyPr/>
        <a:lstStyle/>
        <a:p>
          <a:endParaRPr lang="en-US"/>
        </a:p>
      </dgm:t>
    </dgm:pt>
    <dgm:pt modelId="{60B82E1F-1C3A-4D7D-89E2-D22738867B4D}">
      <dgm:prSet phldrT="[Text]"/>
      <dgm:spPr/>
      <dgm:t>
        <a:bodyPr/>
        <a:lstStyle/>
        <a:p>
          <a:r>
            <a:rPr lang="hu-HU" dirty="0"/>
            <a:t>Technikai szakemberekre van szükség</a:t>
          </a:r>
          <a:endParaRPr lang="en-US" dirty="0"/>
        </a:p>
      </dgm:t>
    </dgm:pt>
    <dgm:pt modelId="{CAC49E96-8358-4447-81C9-069E26DF0B9F}" type="parTrans" cxnId="{E1C1D350-8A44-4298-B2CB-7DA87D4ABE0F}">
      <dgm:prSet/>
      <dgm:spPr/>
      <dgm:t>
        <a:bodyPr/>
        <a:lstStyle/>
        <a:p>
          <a:endParaRPr lang="en-US"/>
        </a:p>
      </dgm:t>
    </dgm:pt>
    <dgm:pt modelId="{30DAB640-1401-4771-BD8B-89CD88D27250}" type="sibTrans" cxnId="{E1C1D350-8A44-4298-B2CB-7DA87D4ABE0F}">
      <dgm:prSet/>
      <dgm:spPr/>
      <dgm:t>
        <a:bodyPr/>
        <a:lstStyle/>
        <a:p>
          <a:endParaRPr lang="en-US"/>
        </a:p>
      </dgm:t>
    </dgm:pt>
    <dgm:pt modelId="{9B82C8CB-E742-422C-8A95-D5F891F57BE8}">
      <dgm:prSet phldrT="[Text]"/>
      <dgm:spPr/>
      <dgm:t>
        <a:bodyPr/>
        <a:lstStyle/>
        <a:p>
          <a:r>
            <a:rPr lang="hu-HU" dirty="0"/>
            <a:t>Korai script készítés</a:t>
          </a:r>
          <a:endParaRPr lang="en-US" dirty="0"/>
        </a:p>
      </dgm:t>
    </dgm:pt>
    <dgm:pt modelId="{CB53A933-7D87-4241-8AE5-F8E233D805DA}" type="parTrans" cxnId="{B52FDE48-FC2C-4969-A96C-74CBD4CC57B0}">
      <dgm:prSet/>
      <dgm:spPr/>
      <dgm:t>
        <a:bodyPr/>
        <a:lstStyle/>
        <a:p>
          <a:endParaRPr lang="en-US"/>
        </a:p>
      </dgm:t>
    </dgm:pt>
    <dgm:pt modelId="{895E7B8C-D3A2-4CAB-B4FD-D260B4279E6E}" type="sibTrans" cxnId="{B52FDE48-FC2C-4969-A96C-74CBD4CC57B0}">
      <dgm:prSet/>
      <dgm:spPr/>
      <dgm:t>
        <a:bodyPr/>
        <a:lstStyle/>
        <a:p>
          <a:endParaRPr lang="en-US"/>
        </a:p>
      </dgm:t>
    </dgm:pt>
    <dgm:pt modelId="{C9CFEF44-006F-4C06-A749-672DFFE2AD7A}">
      <dgm:prSet phldrT="[Text]"/>
      <dgm:spPr/>
      <dgm:t>
        <a:bodyPr/>
        <a:lstStyle/>
        <a:p>
          <a:r>
            <a:rPr lang="hu-HU" dirty="0"/>
            <a:t>Könnyű olvashatóság</a:t>
          </a:r>
          <a:endParaRPr lang="en-US" dirty="0"/>
        </a:p>
      </dgm:t>
    </dgm:pt>
    <dgm:pt modelId="{C4E84BAC-FF5E-4754-AE9F-64E37A2D29A2}" type="parTrans" cxnId="{CFFBF3A7-AA6A-4354-830D-9C138956DE5B}">
      <dgm:prSet/>
      <dgm:spPr/>
      <dgm:t>
        <a:bodyPr/>
        <a:lstStyle/>
        <a:p>
          <a:endParaRPr lang="en-US"/>
        </a:p>
      </dgm:t>
    </dgm:pt>
    <dgm:pt modelId="{FCC55DBF-A755-421C-AC59-177C7F5ECD2A}" type="sibTrans" cxnId="{CFFBF3A7-AA6A-4354-830D-9C138956DE5B}">
      <dgm:prSet/>
      <dgm:spPr/>
      <dgm:t>
        <a:bodyPr/>
        <a:lstStyle/>
        <a:p>
          <a:endParaRPr lang="en-US"/>
        </a:p>
      </dgm:t>
    </dgm:pt>
    <dgm:pt modelId="{CBA43517-93CC-4DA2-BA9F-AF4495B07616}">
      <dgm:prSet phldrT="[Text]"/>
      <dgm:spPr/>
      <dgm:t>
        <a:bodyPr/>
        <a:lstStyle/>
        <a:p>
          <a:r>
            <a:rPr lang="hu-HU" dirty="0"/>
            <a:t>Standardizálás</a:t>
          </a:r>
          <a:endParaRPr lang="en-US" dirty="0"/>
        </a:p>
      </dgm:t>
    </dgm:pt>
    <dgm:pt modelId="{8FC9E160-A22B-457B-9212-15A04A59FD43}" type="parTrans" cxnId="{BCA311D9-4670-4A53-B5DB-54F9D89165F0}">
      <dgm:prSet/>
      <dgm:spPr/>
      <dgm:t>
        <a:bodyPr/>
        <a:lstStyle/>
        <a:p>
          <a:endParaRPr lang="en-US"/>
        </a:p>
      </dgm:t>
    </dgm:pt>
    <dgm:pt modelId="{966152DC-7DF3-446D-98D5-8D41FD4B73AF}" type="sibTrans" cxnId="{BCA311D9-4670-4A53-B5DB-54F9D89165F0}">
      <dgm:prSet/>
      <dgm:spPr/>
      <dgm:t>
        <a:bodyPr/>
        <a:lstStyle/>
        <a:p>
          <a:endParaRPr lang="en-US"/>
        </a:p>
      </dgm:t>
    </dgm:pt>
    <dgm:pt modelId="{94AB1CA1-B357-437C-8093-BF60397569BA}">
      <dgm:prSet phldrT="[Text]"/>
      <dgm:spPr/>
      <dgm:t>
        <a:bodyPr/>
        <a:lstStyle/>
        <a:p>
          <a:endParaRPr lang="en-US" dirty="0"/>
        </a:p>
      </dgm:t>
    </dgm:pt>
    <dgm:pt modelId="{83A65EF4-5DAC-44AB-8A8F-E62304A9B21C}" type="parTrans" cxnId="{3AF668E6-5C6F-42A1-82CC-D15FD483AACE}">
      <dgm:prSet/>
      <dgm:spPr/>
      <dgm:t>
        <a:bodyPr/>
        <a:lstStyle/>
        <a:p>
          <a:endParaRPr lang="en-US"/>
        </a:p>
      </dgm:t>
    </dgm:pt>
    <dgm:pt modelId="{7A271047-381A-42DF-99A4-B30FEDF5DBEA}" type="sibTrans" cxnId="{3AF668E6-5C6F-42A1-82CC-D15FD483AACE}">
      <dgm:prSet/>
      <dgm:spPr/>
      <dgm:t>
        <a:bodyPr/>
        <a:lstStyle/>
        <a:p>
          <a:endParaRPr lang="en-US"/>
        </a:p>
      </dgm:t>
    </dgm:pt>
    <dgm:pt modelId="{CC5E817C-5392-4D85-B4CE-A5D5BC62BDDA}">
      <dgm:prSet phldrT="[Text]"/>
      <dgm:spPr/>
      <dgm:t>
        <a:bodyPr/>
        <a:lstStyle/>
        <a:p>
          <a:r>
            <a:rPr lang="hu-HU" dirty="0"/>
            <a:t>Hibakezelés használata</a:t>
          </a:r>
          <a:endParaRPr lang="en-US" dirty="0"/>
        </a:p>
      </dgm:t>
    </dgm:pt>
    <dgm:pt modelId="{5D5B4414-4989-4DDB-AD55-F050D9BFF47C}" type="parTrans" cxnId="{4F21403C-32D1-4C90-9DD7-6BED8323F6C5}">
      <dgm:prSet/>
      <dgm:spPr/>
      <dgm:t>
        <a:bodyPr/>
        <a:lstStyle/>
        <a:p>
          <a:endParaRPr lang="en-US"/>
        </a:p>
      </dgm:t>
    </dgm:pt>
    <dgm:pt modelId="{A144DE95-9696-423F-8784-74F92B46F704}" type="sibTrans" cxnId="{4F21403C-32D1-4C90-9DD7-6BED8323F6C5}">
      <dgm:prSet/>
      <dgm:spPr/>
      <dgm:t>
        <a:bodyPr/>
        <a:lstStyle/>
        <a:p>
          <a:endParaRPr lang="en-US"/>
        </a:p>
      </dgm:t>
    </dgm:pt>
    <dgm:pt modelId="{45850B49-6867-4CDD-9481-2D49107ED66C}">
      <dgm:prSet phldrT="[Text]"/>
      <dgm:spPr/>
      <dgm:t>
        <a:bodyPr/>
        <a:lstStyle/>
        <a:p>
          <a:r>
            <a:rPr lang="hu-HU" dirty="0"/>
            <a:t>Komplexebb fenntarthatóság</a:t>
          </a:r>
          <a:endParaRPr lang="en-US" dirty="0"/>
        </a:p>
      </dgm:t>
    </dgm:pt>
    <dgm:pt modelId="{395111CD-CB14-4FC4-8ADD-86341B79D7AD}" type="parTrans" cxnId="{9E58A4E1-795F-4C72-9C9E-A7D90E7A4D44}">
      <dgm:prSet/>
      <dgm:spPr/>
      <dgm:t>
        <a:bodyPr/>
        <a:lstStyle/>
        <a:p>
          <a:endParaRPr lang="en-US"/>
        </a:p>
      </dgm:t>
    </dgm:pt>
    <dgm:pt modelId="{0B2E05DD-B032-4301-B3E1-1331CC0CF085}" type="sibTrans" cxnId="{9E58A4E1-795F-4C72-9C9E-A7D90E7A4D44}">
      <dgm:prSet/>
      <dgm:spPr/>
      <dgm:t>
        <a:bodyPr/>
        <a:lstStyle/>
        <a:p>
          <a:endParaRPr lang="en-US"/>
        </a:p>
      </dgm:t>
    </dgm:pt>
    <dgm:pt modelId="{36F128FE-63CD-4CCF-80BF-40389AA8F347}">
      <dgm:prSet phldrT="[Text]"/>
      <dgm:spPr/>
      <dgm:t>
        <a:bodyPr/>
        <a:lstStyle/>
        <a:p>
          <a:r>
            <a:rPr lang="hu-HU" dirty="0"/>
            <a:t>Alapos tervezést igényel</a:t>
          </a:r>
          <a:endParaRPr lang="en-US" dirty="0"/>
        </a:p>
      </dgm:t>
    </dgm:pt>
    <dgm:pt modelId="{1980BB9B-2B20-497A-AD91-8544B5CE0018}" type="parTrans" cxnId="{440E3A40-B672-403E-83E4-70971FA51E98}">
      <dgm:prSet/>
      <dgm:spPr/>
      <dgm:t>
        <a:bodyPr/>
        <a:lstStyle/>
        <a:p>
          <a:endParaRPr lang="en-US"/>
        </a:p>
      </dgm:t>
    </dgm:pt>
    <dgm:pt modelId="{35CB8D5A-D4B7-44AF-B92F-626300A16B5F}" type="sibTrans" cxnId="{440E3A40-B672-403E-83E4-70971FA51E98}">
      <dgm:prSet/>
      <dgm:spPr/>
      <dgm:t>
        <a:bodyPr/>
        <a:lstStyle/>
        <a:p>
          <a:endParaRPr lang="en-US"/>
        </a:p>
      </dgm:t>
    </dgm:pt>
    <dgm:pt modelId="{07980671-3B52-456B-8B57-B35306401FAD}">
      <dgm:prSet phldrT="[Text]"/>
      <dgm:spPr/>
      <dgm:t>
        <a:bodyPr/>
        <a:lstStyle/>
        <a:p>
          <a:r>
            <a:rPr lang="hu-HU" dirty="0"/>
            <a:t>Más tesztelők is tudnak teszt eseteket készíteni</a:t>
          </a:r>
          <a:endParaRPr lang="en-US" dirty="0"/>
        </a:p>
      </dgm:t>
    </dgm:pt>
    <dgm:pt modelId="{6994F323-241E-42B3-B24C-0CCCC81B7AED}" type="parTrans" cxnId="{C301E6F2-6A71-458A-AE6B-EE2F3B96ABF5}">
      <dgm:prSet/>
      <dgm:spPr/>
      <dgm:t>
        <a:bodyPr/>
        <a:lstStyle/>
        <a:p>
          <a:endParaRPr lang="en-US"/>
        </a:p>
      </dgm:t>
    </dgm:pt>
    <dgm:pt modelId="{02766C94-EC18-4367-809D-755ACC26AA4F}" type="sibTrans" cxnId="{C301E6F2-6A71-458A-AE6B-EE2F3B96ABF5}">
      <dgm:prSet/>
      <dgm:spPr/>
      <dgm:t>
        <a:bodyPr/>
        <a:lstStyle/>
        <a:p>
          <a:endParaRPr lang="en-US"/>
        </a:p>
      </dgm:t>
    </dgm:pt>
    <dgm:pt modelId="{944CBC94-662E-422A-9F6C-D1E7E57F9EAF}">
      <dgm:prSet phldrT="[Text]"/>
      <dgm:spPr/>
      <dgm:t>
        <a:bodyPr/>
        <a:lstStyle/>
        <a:p>
          <a:r>
            <a:rPr lang="hu-HU" dirty="0"/>
            <a:t>Felsővezetői támogatás szükséges (költség, idő, erőforrás)</a:t>
          </a:r>
          <a:endParaRPr lang="en-US" dirty="0"/>
        </a:p>
      </dgm:t>
    </dgm:pt>
    <dgm:pt modelId="{6CBE7958-EB20-41C7-BC50-3050101DA332}" type="parTrans" cxnId="{6A71C02A-784E-42E2-B904-6336EB21C4BB}">
      <dgm:prSet/>
      <dgm:spPr/>
      <dgm:t>
        <a:bodyPr/>
        <a:lstStyle/>
        <a:p>
          <a:endParaRPr lang="en-US"/>
        </a:p>
      </dgm:t>
    </dgm:pt>
    <dgm:pt modelId="{0D7B002F-25A2-40B1-881C-0C4B7FD750C2}" type="sibTrans" cxnId="{6A71C02A-784E-42E2-B904-6336EB21C4BB}">
      <dgm:prSet/>
      <dgm:spPr/>
      <dgm:t>
        <a:bodyPr/>
        <a:lstStyle/>
        <a:p>
          <a:endParaRPr lang="en-US"/>
        </a:p>
      </dgm:t>
    </dgm:pt>
    <dgm:pt modelId="{CEA9FF99-F7A3-4E5E-9552-D1721787B33D}" type="pres">
      <dgm:prSet presAssocID="{0BB64948-7F4F-4071-9D47-1191BF417418}" presName="Name0" presStyleCnt="0">
        <dgm:presLayoutVars>
          <dgm:dir/>
          <dgm:animLvl val="lvl"/>
          <dgm:resizeHandles val="exact"/>
        </dgm:presLayoutVars>
      </dgm:prSet>
      <dgm:spPr/>
    </dgm:pt>
    <dgm:pt modelId="{60766897-760F-4275-B81B-72D6FDC49E01}" type="pres">
      <dgm:prSet presAssocID="{5CB82677-C3E5-4618-959A-DE6364461B3E}" presName="composite" presStyleCnt="0"/>
      <dgm:spPr/>
    </dgm:pt>
    <dgm:pt modelId="{C5C20BC4-5906-46BD-8F06-DBB2EAEB6691}" type="pres">
      <dgm:prSet presAssocID="{5CB82677-C3E5-4618-959A-DE6364461B3E}" presName="parTx" presStyleLbl="alignNode1" presStyleIdx="0" presStyleCnt="2">
        <dgm:presLayoutVars>
          <dgm:chMax val="0"/>
          <dgm:chPref val="0"/>
          <dgm:bulletEnabled val="1"/>
        </dgm:presLayoutVars>
      </dgm:prSet>
      <dgm:spPr/>
    </dgm:pt>
    <dgm:pt modelId="{E6A2D987-1B73-4457-B72B-D558A55BF93D}" type="pres">
      <dgm:prSet presAssocID="{5CB82677-C3E5-4618-959A-DE6364461B3E}" presName="desTx" presStyleLbl="alignAccFollowNode1" presStyleIdx="0" presStyleCnt="2">
        <dgm:presLayoutVars>
          <dgm:bulletEnabled val="1"/>
        </dgm:presLayoutVars>
      </dgm:prSet>
      <dgm:spPr/>
    </dgm:pt>
    <dgm:pt modelId="{03EF546B-4C69-4AEE-8180-D2CCBC34D364}" type="pres">
      <dgm:prSet presAssocID="{A3E573C8-B0E1-4515-A947-A59B315CAA68}" presName="space" presStyleCnt="0"/>
      <dgm:spPr/>
    </dgm:pt>
    <dgm:pt modelId="{9D551D02-C4DF-412E-A062-366C70E832EE}" type="pres">
      <dgm:prSet presAssocID="{B3BC00DD-83B7-4E8B-80C6-71DC9803FDB7}" presName="composite" presStyleCnt="0"/>
      <dgm:spPr/>
    </dgm:pt>
    <dgm:pt modelId="{B5F3B1D7-8920-4F57-9D36-CAE7ED4FB4B7}" type="pres">
      <dgm:prSet presAssocID="{B3BC00DD-83B7-4E8B-80C6-71DC9803FDB7}" presName="parTx" presStyleLbl="alignNode1" presStyleIdx="1" presStyleCnt="2">
        <dgm:presLayoutVars>
          <dgm:chMax val="0"/>
          <dgm:chPref val="0"/>
          <dgm:bulletEnabled val="1"/>
        </dgm:presLayoutVars>
      </dgm:prSet>
      <dgm:spPr/>
    </dgm:pt>
    <dgm:pt modelId="{DABEBBF4-3A07-4165-BEBF-B1A60BB0AD1E}" type="pres">
      <dgm:prSet presAssocID="{B3BC00DD-83B7-4E8B-80C6-71DC9803FDB7}" presName="desTx" presStyleLbl="alignAccFollowNode1" presStyleIdx="1" presStyleCnt="2">
        <dgm:presLayoutVars>
          <dgm:bulletEnabled val="1"/>
        </dgm:presLayoutVars>
      </dgm:prSet>
      <dgm:spPr/>
    </dgm:pt>
  </dgm:ptLst>
  <dgm:cxnLst>
    <dgm:cxn modelId="{839BC90C-A628-4C59-B8A7-A48B65FFD2D1}" type="presOf" srcId="{36F128FE-63CD-4CCF-80BF-40389AA8F347}" destId="{DABEBBF4-3A07-4165-BEBF-B1A60BB0AD1E}" srcOrd="0" destOrd="2" presId="urn:microsoft.com/office/officeart/2005/8/layout/hList1"/>
    <dgm:cxn modelId="{4000A60D-9E89-4122-8BDC-39731C995A93}" type="presOf" srcId="{0BB64948-7F4F-4071-9D47-1191BF417418}" destId="{CEA9FF99-F7A3-4E5E-9552-D1721787B33D}" srcOrd="0" destOrd="0" presId="urn:microsoft.com/office/officeart/2005/8/layout/hList1"/>
    <dgm:cxn modelId="{DBD89910-6BB3-4055-BA8F-37C5C128225F}" type="presOf" srcId="{07980671-3B52-456B-8B57-B35306401FAD}" destId="{E6A2D987-1B73-4457-B72B-D558A55BF93D}" srcOrd="0" destOrd="5" presId="urn:microsoft.com/office/officeart/2005/8/layout/hList1"/>
    <dgm:cxn modelId="{BEAC2323-7E03-43DA-AF52-3B072EF08055}" srcId="{0BB64948-7F4F-4071-9D47-1191BF417418}" destId="{B3BC00DD-83B7-4E8B-80C6-71DC9803FDB7}" srcOrd="1" destOrd="0" parTransId="{02F6BA29-4079-4B4D-8B92-A614A249D726}" sibTransId="{C1A06408-FB65-420A-8D79-56EEADBCF8BA}"/>
    <dgm:cxn modelId="{6A71C02A-784E-42E2-B904-6336EB21C4BB}" srcId="{B3BC00DD-83B7-4E8B-80C6-71DC9803FDB7}" destId="{944CBC94-662E-422A-9F6C-D1E7E57F9EAF}" srcOrd="3" destOrd="0" parTransId="{6CBE7958-EB20-41C7-BC50-3050101DA332}" sibTransId="{0D7B002F-25A2-40B1-881C-0C4B7FD750C2}"/>
    <dgm:cxn modelId="{4F21403C-32D1-4C90-9DD7-6BED8323F6C5}" srcId="{5CB82677-C3E5-4618-959A-DE6364461B3E}" destId="{CC5E817C-5392-4D85-B4CE-A5D5BC62BDDA}" srcOrd="4" destOrd="0" parTransId="{5D5B4414-4989-4DDB-AD55-F050D9BFF47C}" sibTransId="{A144DE95-9696-423F-8784-74F92B46F704}"/>
    <dgm:cxn modelId="{440E3A40-B672-403E-83E4-70971FA51E98}" srcId="{B3BC00DD-83B7-4E8B-80C6-71DC9803FDB7}" destId="{36F128FE-63CD-4CCF-80BF-40389AA8F347}" srcOrd="2" destOrd="0" parTransId="{1980BB9B-2B20-497A-AD91-8544B5CE0018}" sibTransId="{35CB8D5A-D4B7-44AF-B92F-626300A16B5F}"/>
    <dgm:cxn modelId="{AD40D761-05A6-4B36-B9CD-C76B3E0CE9D1}" type="presOf" srcId="{CBA43517-93CC-4DA2-BA9F-AF4495B07616}" destId="{E6A2D987-1B73-4457-B72B-D558A55BF93D}" srcOrd="0" destOrd="3" presId="urn:microsoft.com/office/officeart/2005/8/layout/hList1"/>
    <dgm:cxn modelId="{B52FDE48-FC2C-4969-A96C-74CBD4CC57B0}" srcId="{5CB82677-C3E5-4618-959A-DE6364461B3E}" destId="{9B82C8CB-E742-422C-8A95-D5F891F57BE8}" srcOrd="1" destOrd="0" parTransId="{CB53A933-7D87-4241-8AE5-F8E233D805DA}" sibTransId="{895E7B8C-D3A2-4CAB-B4FD-D260B4279E6E}"/>
    <dgm:cxn modelId="{18D0834A-6DD0-41D2-AEE7-FDD3A51601A9}" type="presOf" srcId="{C9CFEF44-006F-4C06-A749-672DFFE2AD7A}" destId="{E6A2D987-1B73-4457-B72B-D558A55BF93D}" srcOrd="0" destOrd="2" presId="urn:microsoft.com/office/officeart/2005/8/layout/hList1"/>
    <dgm:cxn modelId="{5668F26C-2AF7-4FCF-B0B9-9446956CEE11}" type="presOf" srcId="{45850B49-6867-4CDD-9481-2D49107ED66C}" destId="{DABEBBF4-3A07-4165-BEBF-B1A60BB0AD1E}" srcOrd="0" destOrd="1" presId="urn:microsoft.com/office/officeart/2005/8/layout/hList1"/>
    <dgm:cxn modelId="{ECB24A4D-E372-41ED-965C-A61B3078A595}" srcId="{5CB82677-C3E5-4618-959A-DE6364461B3E}" destId="{4DB83A90-4617-4C4A-8236-EC76936B7B58}" srcOrd="0" destOrd="0" parTransId="{3BFFDA1D-AC8E-4FE8-8F10-7A4726DFF505}" sibTransId="{31537960-3D6C-4EB6-B514-663BC49F96CB}"/>
    <dgm:cxn modelId="{0033B170-746D-45A0-B11F-6A5C317AAF06}" type="presOf" srcId="{9B82C8CB-E742-422C-8A95-D5F891F57BE8}" destId="{E6A2D987-1B73-4457-B72B-D558A55BF93D}" srcOrd="0" destOrd="1" presId="urn:microsoft.com/office/officeart/2005/8/layout/hList1"/>
    <dgm:cxn modelId="{E1C1D350-8A44-4298-B2CB-7DA87D4ABE0F}" srcId="{B3BC00DD-83B7-4E8B-80C6-71DC9803FDB7}" destId="{60B82E1F-1C3A-4D7D-89E2-D22738867B4D}" srcOrd="0" destOrd="0" parTransId="{CAC49E96-8358-4447-81C9-069E26DF0B9F}" sibTransId="{30DAB640-1401-4771-BD8B-89CD88D27250}"/>
    <dgm:cxn modelId="{22A3F450-5EC0-4E78-9E4E-4DA8A1106F03}" type="presOf" srcId="{94AB1CA1-B357-437C-8093-BF60397569BA}" destId="{E6A2D987-1B73-4457-B72B-D558A55BF93D}" srcOrd="0" destOrd="6" presId="urn:microsoft.com/office/officeart/2005/8/layout/hList1"/>
    <dgm:cxn modelId="{C910CE73-5EFA-4925-B115-75E99F27DC1A}" type="presOf" srcId="{944CBC94-662E-422A-9F6C-D1E7E57F9EAF}" destId="{DABEBBF4-3A07-4165-BEBF-B1A60BB0AD1E}" srcOrd="0" destOrd="3" presId="urn:microsoft.com/office/officeart/2005/8/layout/hList1"/>
    <dgm:cxn modelId="{5A50749D-7610-4E45-BD31-CEAED5D552FD}" srcId="{0BB64948-7F4F-4071-9D47-1191BF417418}" destId="{5CB82677-C3E5-4618-959A-DE6364461B3E}" srcOrd="0" destOrd="0" parTransId="{34C5F0E5-6640-4E02-A8CC-869A0CD56AEA}" sibTransId="{A3E573C8-B0E1-4515-A947-A59B315CAA68}"/>
    <dgm:cxn modelId="{CFFBF3A7-AA6A-4354-830D-9C138956DE5B}" srcId="{5CB82677-C3E5-4618-959A-DE6364461B3E}" destId="{C9CFEF44-006F-4C06-A749-672DFFE2AD7A}" srcOrd="2" destOrd="0" parTransId="{C4E84BAC-FF5E-4754-AE9F-64E37A2D29A2}" sibTransId="{FCC55DBF-A755-421C-AC59-177C7F5ECD2A}"/>
    <dgm:cxn modelId="{34C756A9-A3D5-46F3-9D5A-D05D2A79107D}" type="presOf" srcId="{60B82E1F-1C3A-4D7D-89E2-D22738867B4D}" destId="{DABEBBF4-3A07-4165-BEBF-B1A60BB0AD1E}" srcOrd="0" destOrd="0" presId="urn:microsoft.com/office/officeart/2005/8/layout/hList1"/>
    <dgm:cxn modelId="{77D769B9-F682-41D8-AA81-29A312930A2B}" type="presOf" srcId="{5CB82677-C3E5-4618-959A-DE6364461B3E}" destId="{C5C20BC4-5906-46BD-8F06-DBB2EAEB6691}" srcOrd="0" destOrd="0" presId="urn:microsoft.com/office/officeart/2005/8/layout/hList1"/>
    <dgm:cxn modelId="{0FD3E9BB-72E6-4F0A-9951-6B2A61AB2C71}" type="presOf" srcId="{CC5E817C-5392-4D85-B4CE-A5D5BC62BDDA}" destId="{E6A2D987-1B73-4457-B72B-D558A55BF93D}" srcOrd="0" destOrd="4" presId="urn:microsoft.com/office/officeart/2005/8/layout/hList1"/>
    <dgm:cxn modelId="{F64FCCD6-3AAB-45BB-A2AA-876AAFFDC84F}" type="presOf" srcId="{4DB83A90-4617-4C4A-8236-EC76936B7B58}" destId="{E6A2D987-1B73-4457-B72B-D558A55BF93D}" srcOrd="0" destOrd="0" presId="urn:microsoft.com/office/officeart/2005/8/layout/hList1"/>
    <dgm:cxn modelId="{BCA311D9-4670-4A53-B5DB-54F9D89165F0}" srcId="{5CB82677-C3E5-4618-959A-DE6364461B3E}" destId="{CBA43517-93CC-4DA2-BA9F-AF4495B07616}" srcOrd="3" destOrd="0" parTransId="{8FC9E160-A22B-457B-9212-15A04A59FD43}" sibTransId="{966152DC-7DF3-446D-98D5-8D41FD4B73AF}"/>
    <dgm:cxn modelId="{9E58A4E1-795F-4C72-9C9E-A7D90E7A4D44}" srcId="{B3BC00DD-83B7-4E8B-80C6-71DC9803FDB7}" destId="{45850B49-6867-4CDD-9481-2D49107ED66C}" srcOrd="1" destOrd="0" parTransId="{395111CD-CB14-4FC4-8ADD-86341B79D7AD}" sibTransId="{0B2E05DD-B032-4301-B3E1-1331CC0CF085}"/>
    <dgm:cxn modelId="{3AF668E6-5C6F-42A1-82CC-D15FD483AACE}" srcId="{5CB82677-C3E5-4618-959A-DE6364461B3E}" destId="{94AB1CA1-B357-437C-8093-BF60397569BA}" srcOrd="6" destOrd="0" parTransId="{83A65EF4-5DAC-44AB-8A8F-E62304A9B21C}" sibTransId="{7A271047-381A-42DF-99A4-B30FEDF5DBEA}"/>
    <dgm:cxn modelId="{C301E6F2-6A71-458A-AE6B-EE2F3B96ABF5}" srcId="{5CB82677-C3E5-4618-959A-DE6364461B3E}" destId="{07980671-3B52-456B-8B57-B35306401FAD}" srcOrd="5" destOrd="0" parTransId="{6994F323-241E-42B3-B24C-0CCCC81B7AED}" sibTransId="{02766C94-EC18-4367-809D-755ACC26AA4F}"/>
    <dgm:cxn modelId="{93E3ECFC-8C1D-4400-A337-22064874F563}" type="presOf" srcId="{B3BC00DD-83B7-4E8B-80C6-71DC9803FDB7}" destId="{B5F3B1D7-8920-4F57-9D36-CAE7ED4FB4B7}" srcOrd="0" destOrd="0" presId="urn:microsoft.com/office/officeart/2005/8/layout/hList1"/>
    <dgm:cxn modelId="{43D22858-9EEA-4423-B04A-ED6205D896BB}" type="presParOf" srcId="{CEA9FF99-F7A3-4E5E-9552-D1721787B33D}" destId="{60766897-760F-4275-B81B-72D6FDC49E01}" srcOrd="0" destOrd="0" presId="urn:microsoft.com/office/officeart/2005/8/layout/hList1"/>
    <dgm:cxn modelId="{FA00FC76-E064-4C22-9C57-A7371A8D89FB}" type="presParOf" srcId="{60766897-760F-4275-B81B-72D6FDC49E01}" destId="{C5C20BC4-5906-46BD-8F06-DBB2EAEB6691}" srcOrd="0" destOrd="0" presId="urn:microsoft.com/office/officeart/2005/8/layout/hList1"/>
    <dgm:cxn modelId="{F04DB947-1A84-46B1-965E-8EBFA1741F8D}" type="presParOf" srcId="{60766897-760F-4275-B81B-72D6FDC49E01}" destId="{E6A2D987-1B73-4457-B72B-D558A55BF93D}" srcOrd="1" destOrd="0" presId="urn:microsoft.com/office/officeart/2005/8/layout/hList1"/>
    <dgm:cxn modelId="{3ECB91C5-A59F-411E-80D2-D9F0CB7EA7EE}" type="presParOf" srcId="{CEA9FF99-F7A3-4E5E-9552-D1721787B33D}" destId="{03EF546B-4C69-4AEE-8180-D2CCBC34D364}" srcOrd="1" destOrd="0" presId="urn:microsoft.com/office/officeart/2005/8/layout/hList1"/>
    <dgm:cxn modelId="{0A3257A6-FF10-470C-BFAE-03F3F8032019}" type="presParOf" srcId="{CEA9FF99-F7A3-4E5E-9552-D1721787B33D}" destId="{9D551D02-C4DF-412E-A062-366C70E832EE}" srcOrd="2" destOrd="0" presId="urn:microsoft.com/office/officeart/2005/8/layout/hList1"/>
    <dgm:cxn modelId="{A7185B17-0AA2-4C82-BCE7-213373BC89AE}" type="presParOf" srcId="{9D551D02-C4DF-412E-A062-366C70E832EE}" destId="{B5F3B1D7-8920-4F57-9D36-CAE7ED4FB4B7}" srcOrd="0" destOrd="0" presId="urn:microsoft.com/office/officeart/2005/8/layout/hList1"/>
    <dgm:cxn modelId="{7EBB1305-4D1F-402E-A873-668E90E85716}" type="presParOf" srcId="{9D551D02-C4DF-412E-A062-366C70E832EE}" destId="{DABEBBF4-3A07-4165-BEBF-B1A60BB0AD1E}"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A00FF77-106B-449F-A811-73B1FDC67229}" type="doc">
      <dgm:prSet loTypeId="urn:microsoft.com/office/officeart/2005/8/layout/radial6" loCatId="cycle" qsTypeId="urn:microsoft.com/office/officeart/2005/8/quickstyle/simple5" qsCatId="simple" csTypeId="urn:microsoft.com/office/officeart/2005/8/colors/colorful2" csCatId="colorful" phldr="1"/>
      <dgm:spPr/>
      <dgm:t>
        <a:bodyPr/>
        <a:lstStyle/>
        <a:p>
          <a:endParaRPr lang="en-US"/>
        </a:p>
      </dgm:t>
    </dgm:pt>
    <dgm:pt modelId="{F5D3284B-C11C-47D5-B4D6-F73532B2CA61}">
      <dgm:prSet phldrT="[Text]"/>
      <dgm:spPr/>
      <dgm:t>
        <a:bodyPr/>
        <a:lstStyle/>
        <a:p>
          <a:r>
            <a:rPr lang="hu-HU" b="1" dirty="0">
              <a:solidFill>
                <a:schemeClr val="tx1"/>
              </a:solidFill>
            </a:rPr>
            <a:t>Teszt automatizálás</a:t>
          </a:r>
          <a:endParaRPr lang="en-US" b="1" dirty="0">
            <a:solidFill>
              <a:schemeClr val="tx1"/>
            </a:solidFill>
          </a:endParaRPr>
        </a:p>
      </dgm:t>
    </dgm:pt>
    <dgm:pt modelId="{2DA884C5-F10C-4A61-A243-27986EAABE78}" type="parTrans" cxnId="{CAA2DBB0-7C3C-4764-81D2-0748CF4E73B4}">
      <dgm:prSet/>
      <dgm:spPr/>
      <dgm:t>
        <a:bodyPr/>
        <a:lstStyle/>
        <a:p>
          <a:endParaRPr lang="en-US" b="1">
            <a:solidFill>
              <a:schemeClr val="tx1"/>
            </a:solidFill>
          </a:endParaRPr>
        </a:p>
      </dgm:t>
    </dgm:pt>
    <dgm:pt modelId="{A4F19189-66FB-42D3-B091-5BCC98647104}" type="sibTrans" cxnId="{CAA2DBB0-7C3C-4764-81D2-0748CF4E73B4}">
      <dgm:prSet/>
      <dgm:spPr/>
      <dgm:t>
        <a:bodyPr/>
        <a:lstStyle/>
        <a:p>
          <a:endParaRPr lang="en-US" b="1">
            <a:solidFill>
              <a:schemeClr val="tx1"/>
            </a:solidFill>
          </a:endParaRPr>
        </a:p>
      </dgm:t>
    </dgm:pt>
    <dgm:pt modelId="{A50F925A-CA2E-4632-814E-872955F2429E}">
      <dgm:prSet phldrT="[Text]"/>
      <dgm:spPr/>
      <dgm:t>
        <a:bodyPr/>
        <a:lstStyle/>
        <a:p>
          <a:r>
            <a:rPr lang="hu-HU" b="1" dirty="0">
              <a:solidFill>
                <a:schemeClr val="tx1"/>
              </a:solidFill>
            </a:rPr>
            <a:t>Tesztek / függvények</a:t>
          </a:r>
          <a:endParaRPr lang="en-US" b="1" dirty="0">
            <a:solidFill>
              <a:schemeClr val="tx1"/>
            </a:solidFill>
          </a:endParaRPr>
        </a:p>
      </dgm:t>
    </dgm:pt>
    <dgm:pt modelId="{5547FF9B-3B1C-4C92-B688-16C586B2BAB6}" type="parTrans" cxnId="{34556116-E0B1-4192-AEF0-24AABEF6C70D}">
      <dgm:prSet/>
      <dgm:spPr/>
      <dgm:t>
        <a:bodyPr/>
        <a:lstStyle/>
        <a:p>
          <a:endParaRPr lang="en-US" b="1">
            <a:solidFill>
              <a:schemeClr val="tx1"/>
            </a:solidFill>
          </a:endParaRPr>
        </a:p>
      </dgm:t>
    </dgm:pt>
    <dgm:pt modelId="{DE7A6062-0C40-41EF-969F-BC47CE0DEFC3}" type="sibTrans" cxnId="{34556116-E0B1-4192-AEF0-24AABEF6C70D}">
      <dgm:prSet/>
      <dgm:spPr/>
      <dgm:t>
        <a:bodyPr/>
        <a:lstStyle/>
        <a:p>
          <a:endParaRPr lang="en-US" b="1">
            <a:solidFill>
              <a:schemeClr val="tx1"/>
            </a:solidFill>
          </a:endParaRPr>
        </a:p>
      </dgm:t>
    </dgm:pt>
    <dgm:pt modelId="{32EA4A87-3152-4AF7-A8AB-38EDDF5C7BCF}">
      <dgm:prSet phldrT="[Text]"/>
      <dgm:spPr/>
      <dgm:t>
        <a:bodyPr/>
        <a:lstStyle/>
        <a:p>
          <a:r>
            <a:rPr lang="hu-HU" b="1" dirty="0">
              <a:solidFill>
                <a:schemeClr val="tx1"/>
              </a:solidFill>
            </a:rPr>
            <a:t>Teszt adat</a:t>
          </a:r>
          <a:endParaRPr lang="en-US" b="1" dirty="0">
            <a:solidFill>
              <a:schemeClr val="tx1"/>
            </a:solidFill>
          </a:endParaRPr>
        </a:p>
      </dgm:t>
    </dgm:pt>
    <dgm:pt modelId="{50AF1585-E05B-46B2-B42D-687FAF7C1CD6}" type="parTrans" cxnId="{BDB9A2A6-9290-4245-B7C6-182DF7026B60}">
      <dgm:prSet/>
      <dgm:spPr/>
      <dgm:t>
        <a:bodyPr/>
        <a:lstStyle/>
        <a:p>
          <a:endParaRPr lang="en-US" b="1">
            <a:solidFill>
              <a:schemeClr val="tx1"/>
            </a:solidFill>
          </a:endParaRPr>
        </a:p>
      </dgm:t>
    </dgm:pt>
    <dgm:pt modelId="{E1848892-B284-425E-8DB4-20D9B8D5511B}" type="sibTrans" cxnId="{BDB9A2A6-9290-4245-B7C6-182DF7026B60}">
      <dgm:prSet/>
      <dgm:spPr/>
      <dgm:t>
        <a:bodyPr/>
        <a:lstStyle/>
        <a:p>
          <a:endParaRPr lang="en-US" b="1">
            <a:solidFill>
              <a:schemeClr val="tx1"/>
            </a:solidFill>
          </a:endParaRPr>
        </a:p>
      </dgm:t>
    </dgm:pt>
    <dgm:pt modelId="{5BF82E6C-840D-4741-AC1D-296FBCF633FC}">
      <dgm:prSet phldrT="[Text]"/>
      <dgm:spPr/>
      <dgm:t>
        <a:bodyPr/>
        <a:lstStyle/>
        <a:p>
          <a:r>
            <a:rPr lang="hu-HU" b="1" dirty="0">
              <a:solidFill>
                <a:schemeClr val="tx1"/>
              </a:solidFill>
            </a:rPr>
            <a:t>Objektumok</a:t>
          </a:r>
          <a:endParaRPr lang="en-US" b="1" dirty="0">
            <a:solidFill>
              <a:schemeClr val="tx1"/>
            </a:solidFill>
          </a:endParaRPr>
        </a:p>
      </dgm:t>
    </dgm:pt>
    <dgm:pt modelId="{062FE00A-232D-4DE2-804B-8630ADFDF369}" type="parTrans" cxnId="{B6386254-B0C9-4416-B80A-11D244A2B946}">
      <dgm:prSet/>
      <dgm:spPr/>
      <dgm:t>
        <a:bodyPr/>
        <a:lstStyle/>
        <a:p>
          <a:endParaRPr lang="en-US" b="1">
            <a:solidFill>
              <a:schemeClr val="tx1"/>
            </a:solidFill>
          </a:endParaRPr>
        </a:p>
      </dgm:t>
    </dgm:pt>
    <dgm:pt modelId="{78489E12-CB5D-4830-AF09-3A63D81B0E19}" type="sibTrans" cxnId="{B6386254-B0C9-4416-B80A-11D244A2B946}">
      <dgm:prSet/>
      <dgm:spPr/>
      <dgm:t>
        <a:bodyPr/>
        <a:lstStyle/>
        <a:p>
          <a:endParaRPr lang="en-US" b="1">
            <a:solidFill>
              <a:schemeClr val="tx1"/>
            </a:solidFill>
          </a:endParaRPr>
        </a:p>
      </dgm:t>
    </dgm:pt>
    <dgm:pt modelId="{5B225616-36C9-4215-9012-403C645E8575}">
      <dgm:prSet phldrT="[Text]"/>
      <dgm:spPr/>
      <dgm:t>
        <a:bodyPr/>
        <a:lstStyle/>
        <a:p>
          <a:r>
            <a:rPr lang="hu-HU" b="1" dirty="0">
              <a:solidFill>
                <a:schemeClr val="tx1"/>
              </a:solidFill>
            </a:rPr>
            <a:t>Alkalmazás</a:t>
          </a:r>
          <a:endParaRPr lang="en-US" b="1" dirty="0">
            <a:solidFill>
              <a:schemeClr val="tx1"/>
            </a:solidFill>
          </a:endParaRPr>
        </a:p>
      </dgm:t>
    </dgm:pt>
    <dgm:pt modelId="{8B3B6E0D-8300-46AE-953B-395DE5ED4246}" type="parTrans" cxnId="{F94781BC-2841-4007-9A66-ABFF1BA62AF3}">
      <dgm:prSet/>
      <dgm:spPr/>
      <dgm:t>
        <a:bodyPr/>
        <a:lstStyle/>
        <a:p>
          <a:endParaRPr lang="en-US" b="1">
            <a:solidFill>
              <a:schemeClr val="tx1"/>
            </a:solidFill>
          </a:endParaRPr>
        </a:p>
      </dgm:t>
    </dgm:pt>
    <dgm:pt modelId="{C700A8AD-AB64-458D-AB00-CA3ACE9EED29}" type="sibTrans" cxnId="{F94781BC-2841-4007-9A66-ABFF1BA62AF3}">
      <dgm:prSet/>
      <dgm:spPr/>
      <dgm:t>
        <a:bodyPr/>
        <a:lstStyle/>
        <a:p>
          <a:endParaRPr lang="en-US" b="1">
            <a:solidFill>
              <a:schemeClr val="tx1"/>
            </a:solidFill>
          </a:endParaRPr>
        </a:p>
      </dgm:t>
    </dgm:pt>
    <dgm:pt modelId="{A9F3DD2B-5AFF-4FCC-8C11-B9C9847AE219}">
      <dgm:prSet phldrT="[Text]"/>
      <dgm:spPr/>
      <dgm:t>
        <a:bodyPr/>
        <a:lstStyle/>
        <a:p>
          <a:r>
            <a:rPr lang="hu-HU" b="1" dirty="0">
              <a:solidFill>
                <a:schemeClr val="tx1"/>
              </a:solidFill>
            </a:rPr>
            <a:t>Naplózás</a:t>
          </a:r>
          <a:endParaRPr lang="en-US" b="1" dirty="0">
            <a:solidFill>
              <a:schemeClr val="tx1"/>
            </a:solidFill>
          </a:endParaRPr>
        </a:p>
      </dgm:t>
    </dgm:pt>
    <dgm:pt modelId="{2303AF9D-65F5-4537-98F9-D0F42F8D70F6}" type="parTrans" cxnId="{FC73DAFC-2D6B-4511-B9E1-8B93CED137A1}">
      <dgm:prSet/>
      <dgm:spPr/>
      <dgm:t>
        <a:bodyPr/>
        <a:lstStyle/>
        <a:p>
          <a:endParaRPr lang="en-US" b="1">
            <a:solidFill>
              <a:schemeClr val="tx1"/>
            </a:solidFill>
          </a:endParaRPr>
        </a:p>
      </dgm:t>
    </dgm:pt>
    <dgm:pt modelId="{E388958E-3451-44C7-BB6E-604B0678FCA5}" type="sibTrans" cxnId="{FC73DAFC-2D6B-4511-B9E1-8B93CED137A1}">
      <dgm:prSet/>
      <dgm:spPr/>
      <dgm:t>
        <a:bodyPr/>
        <a:lstStyle/>
        <a:p>
          <a:endParaRPr lang="en-US" b="1">
            <a:solidFill>
              <a:schemeClr val="tx1"/>
            </a:solidFill>
          </a:endParaRPr>
        </a:p>
      </dgm:t>
    </dgm:pt>
    <dgm:pt modelId="{8557C821-8A06-44A7-A7B8-F55EEC9E203F}">
      <dgm:prSet phldrT="[Text]"/>
      <dgm:spPr/>
      <dgm:t>
        <a:bodyPr/>
        <a:lstStyle/>
        <a:p>
          <a:r>
            <a:rPr lang="hu-HU" b="1" dirty="0">
              <a:solidFill>
                <a:schemeClr val="tx1"/>
              </a:solidFill>
            </a:rPr>
            <a:t>Helyreállítási forgatókönyv</a:t>
          </a:r>
          <a:endParaRPr lang="en-US" b="1" dirty="0">
            <a:solidFill>
              <a:schemeClr val="tx1"/>
            </a:solidFill>
          </a:endParaRPr>
        </a:p>
      </dgm:t>
    </dgm:pt>
    <dgm:pt modelId="{9A88417B-98BA-4963-BC74-9CC7742828D3}" type="parTrans" cxnId="{DD5E7658-4571-4248-B54E-AFC780007707}">
      <dgm:prSet/>
      <dgm:spPr/>
      <dgm:t>
        <a:bodyPr/>
        <a:lstStyle/>
        <a:p>
          <a:endParaRPr lang="en-US"/>
        </a:p>
      </dgm:t>
    </dgm:pt>
    <dgm:pt modelId="{78EF5FEB-500D-43C8-B073-193CD6CDB9DB}" type="sibTrans" cxnId="{DD5E7658-4571-4248-B54E-AFC780007707}">
      <dgm:prSet/>
      <dgm:spPr/>
      <dgm:t>
        <a:bodyPr/>
        <a:lstStyle/>
        <a:p>
          <a:endParaRPr lang="en-US"/>
        </a:p>
      </dgm:t>
    </dgm:pt>
    <dgm:pt modelId="{650C0C38-CC00-4CC3-9B64-BEC6F3B0550F}" type="pres">
      <dgm:prSet presAssocID="{2A00FF77-106B-449F-A811-73B1FDC67229}" presName="Name0" presStyleCnt="0">
        <dgm:presLayoutVars>
          <dgm:chMax val="1"/>
          <dgm:dir/>
          <dgm:animLvl val="ctr"/>
          <dgm:resizeHandles val="exact"/>
        </dgm:presLayoutVars>
      </dgm:prSet>
      <dgm:spPr/>
    </dgm:pt>
    <dgm:pt modelId="{97592341-0698-44E7-8E39-3928B0398B70}" type="pres">
      <dgm:prSet presAssocID="{F5D3284B-C11C-47D5-B4D6-F73532B2CA61}" presName="centerShape" presStyleLbl="node0" presStyleIdx="0" presStyleCnt="1"/>
      <dgm:spPr/>
    </dgm:pt>
    <dgm:pt modelId="{36929975-4907-41A6-8333-4DB309D070B6}" type="pres">
      <dgm:prSet presAssocID="{A50F925A-CA2E-4632-814E-872955F2429E}" presName="node" presStyleLbl="node1" presStyleIdx="0" presStyleCnt="6">
        <dgm:presLayoutVars>
          <dgm:bulletEnabled val="1"/>
        </dgm:presLayoutVars>
      </dgm:prSet>
      <dgm:spPr/>
    </dgm:pt>
    <dgm:pt modelId="{562FB8C2-0C72-4501-8166-10812EA32082}" type="pres">
      <dgm:prSet presAssocID="{A50F925A-CA2E-4632-814E-872955F2429E}" presName="dummy" presStyleCnt="0"/>
      <dgm:spPr/>
    </dgm:pt>
    <dgm:pt modelId="{860EE9C7-8E96-4D84-B53A-D01174E6858B}" type="pres">
      <dgm:prSet presAssocID="{DE7A6062-0C40-41EF-969F-BC47CE0DEFC3}" presName="sibTrans" presStyleLbl="sibTrans2D1" presStyleIdx="0" presStyleCnt="6" custLinFactNeighborX="334" custLinFactNeighborY="334"/>
      <dgm:spPr/>
    </dgm:pt>
    <dgm:pt modelId="{DCB7501F-FD59-45F0-B285-5E35CAC7F6F1}" type="pres">
      <dgm:prSet presAssocID="{32EA4A87-3152-4AF7-A8AB-38EDDF5C7BCF}" presName="node" presStyleLbl="node1" presStyleIdx="1" presStyleCnt="6">
        <dgm:presLayoutVars>
          <dgm:bulletEnabled val="1"/>
        </dgm:presLayoutVars>
      </dgm:prSet>
      <dgm:spPr/>
    </dgm:pt>
    <dgm:pt modelId="{B23DD1C1-A847-42E9-9124-C8185BFE7194}" type="pres">
      <dgm:prSet presAssocID="{32EA4A87-3152-4AF7-A8AB-38EDDF5C7BCF}" presName="dummy" presStyleCnt="0"/>
      <dgm:spPr/>
    </dgm:pt>
    <dgm:pt modelId="{1D051807-C898-4047-BDE6-CDC32FCCAE71}" type="pres">
      <dgm:prSet presAssocID="{E1848892-B284-425E-8DB4-20D9B8D5511B}" presName="sibTrans" presStyleLbl="sibTrans2D1" presStyleIdx="1" presStyleCnt="6"/>
      <dgm:spPr/>
    </dgm:pt>
    <dgm:pt modelId="{4EE32459-93B0-415B-A802-14C244C466C7}" type="pres">
      <dgm:prSet presAssocID="{5BF82E6C-840D-4741-AC1D-296FBCF633FC}" presName="node" presStyleLbl="node1" presStyleIdx="2" presStyleCnt="6">
        <dgm:presLayoutVars>
          <dgm:bulletEnabled val="1"/>
        </dgm:presLayoutVars>
      </dgm:prSet>
      <dgm:spPr/>
    </dgm:pt>
    <dgm:pt modelId="{9126D303-371D-4A5C-8FC1-E1EED02BECA9}" type="pres">
      <dgm:prSet presAssocID="{5BF82E6C-840D-4741-AC1D-296FBCF633FC}" presName="dummy" presStyleCnt="0"/>
      <dgm:spPr/>
    </dgm:pt>
    <dgm:pt modelId="{C18955A6-4857-4C78-BBC5-B9882AB620E1}" type="pres">
      <dgm:prSet presAssocID="{78489E12-CB5D-4830-AF09-3A63D81B0E19}" presName="sibTrans" presStyleLbl="sibTrans2D1" presStyleIdx="2" presStyleCnt="6"/>
      <dgm:spPr/>
    </dgm:pt>
    <dgm:pt modelId="{BBDB9B6A-6CA7-4BB7-8F69-E75C91B20DBF}" type="pres">
      <dgm:prSet presAssocID="{5B225616-36C9-4215-9012-403C645E8575}" presName="node" presStyleLbl="node1" presStyleIdx="3" presStyleCnt="6">
        <dgm:presLayoutVars>
          <dgm:bulletEnabled val="1"/>
        </dgm:presLayoutVars>
      </dgm:prSet>
      <dgm:spPr/>
    </dgm:pt>
    <dgm:pt modelId="{9AE46943-D8E2-4476-A41C-DF24598912B9}" type="pres">
      <dgm:prSet presAssocID="{5B225616-36C9-4215-9012-403C645E8575}" presName="dummy" presStyleCnt="0"/>
      <dgm:spPr/>
    </dgm:pt>
    <dgm:pt modelId="{DCBE2629-1449-41DA-B5EE-E05165A24820}" type="pres">
      <dgm:prSet presAssocID="{C700A8AD-AB64-458D-AB00-CA3ACE9EED29}" presName="sibTrans" presStyleLbl="sibTrans2D1" presStyleIdx="3" presStyleCnt="6"/>
      <dgm:spPr/>
    </dgm:pt>
    <dgm:pt modelId="{523DFD6A-7095-4B33-AC6F-43AA86CA0DCD}" type="pres">
      <dgm:prSet presAssocID="{A9F3DD2B-5AFF-4FCC-8C11-B9C9847AE219}" presName="node" presStyleLbl="node1" presStyleIdx="4" presStyleCnt="6">
        <dgm:presLayoutVars>
          <dgm:bulletEnabled val="1"/>
        </dgm:presLayoutVars>
      </dgm:prSet>
      <dgm:spPr/>
    </dgm:pt>
    <dgm:pt modelId="{546CEEFC-A0AC-46A8-B15D-07709E40D638}" type="pres">
      <dgm:prSet presAssocID="{A9F3DD2B-5AFF-4FCC-8C11-B9C9847AE219}" presName="dummy" presStyleCnt="0"/>
      <dgm:spPr/>
    </dgm:pt>
    <dgm:pt modelId="{BC20B610-A444-4A69-A999-D1D47CBDC210}" type="pres">
      <dgm:prSet presAssocID="{E388958E-3451-44C7-BB6E-604B0678FCA5}" presName="sibTrans" presStyleLbl="sibTrans2D1" presStyleIdx="4" presStyleCnt="6"/>
      <dgm:spPr/>
    </dgm:pt>
    <dgm:pt modelId="{00AC4533-BE3C-4058-9BAA-9E0E0C010A08}" type="pres">
      <dgm:prSet presAssocID="{8557C821-8A06-44A7-A7B8-F55EEC9E203F}" presName="node" presStyleLbl="node1" presStyleIdx="5" presStyleCnt="6">
        <dgm:presLayoutVars>
          <dgm:bulletEnabled val="1"/>
        </dgm:presLayoutVars>
      </dgm:prSet>
      <dgm:spPr/>
    </dgm:pt>
    <dgm:pt modelId="{DECD89AA-C072-4E12-A7FF-44303991A749}" type="pres">
      <dgm:prSet presAssocID="{8557C821-8A06-44A7-A7B8-F55EEC9E203F}" presName="dummy" presStyleCnt="0"/>
      <dgm:spPr/>
    </dgm:pt>
    <dgm:pt modelId="{03227B27-9405-4ADA-A643-974DA03CA66B}" type="pres">
      <dgm:prSet presAssocID="{78EF5FEB-500D-43C8-B073-193CD6CDB9DB}" presName="sibTrans" presStyleLbl="sibTrans2D1" presStyleIdx="5" presStyleCnt="6"/>
      <dgm:spPr/>
    </dgm:pt>
  </dgm:ptLst>
  <dgm:cxnLst>
    <dgm:cxn modelId="{BFC70A0E-B068-43FA-9D3E-C1D9D1941CDA}" type="presOf" srcId="{E1848892-B284-425E-8DB4-20D9B8D5511B}" destId="{1D051807-C898-4047-BDE6-CDC32FCCAE71}" srcOrd="0" destOrd="0" presId="urn:microsoft.com/office/officeart/2005/8/layout/radial6"/>
    <dgm:cxn modelId="{34556116-E0B1-4192-AEF0-24AABEF6C70D}" srcId="{F5D3284B-C11C-47D5-B4D6-F73532B2CA61}" destId="{A50F925A-CA2E-4632-814E-872955F2429E}" srcOrd="0" destOrd="0" parTransId="{5547FF9B-3B1C-4C92-B688-16C586B2BAB6}" sibTransId="{DE7A6062-0C40-41EF-969F-BC47CE0DEFC3}"/>
    <dgm:cxn modelId="{6391BB1E-93EC-4AC6-BF6A-2332763C18B1}" type="presOf" srcId="{8557C821-8A06-44A7-A7B8-F55EEC9E203F}" destId="{00AC4533-BE3C-4058-9BAA-9E0E0C010A08}" srcOrd="0" destOrd="0" presId="urn:microsoft.com/office/officeart/2005/8/layout/radial6"/>
    <dgm:cxn modelId="{B8643F26-237C-49FC-ADA4-C352784E4AC1}" type="presOf" srcId="{DE7A6062-0C40-41EF-969F-BC47CE0DEFC3}" destId="{860EE9C7-8E96-4D84-B53A-D01174E6858B}" srcOrd="0" destOrd="0" presId="urn:microsoft.com/office/officeart/2005/8/layout/radial6"/>
    <dgm:cxn modelId="{8B8F5028-26F4-450C-9DED-6365ADAEED96}" type="presOf" srcId="{2A00FF77-106B-449F-A811-73B1FDC67229}" destId="{650C0C38-CC00-4CC3-9B64-BEC6F3B0550F}" srcOrd="0" destOrd="0" presId="urn:microsoft.com/office/officeart/2005/8/layout/radial6"/>
    <dgm:cxn modelId="{8F068C3E-0677-46C5-BB1D-6103B2D96C26}" type="presOf" srcId="{A9F3DD2B-5AFF-4FCC-8C11-B9C9847AE219}" destId="{523DFD6A-7095-4B33-AC6F-43AA86CA0DCD}" srcOrd="0" destOrd="0" presId="urn:microsoft.com/office/officeart/2005/8/layout/radial6"/>
    <dgm:cxn modelId="{6101BB42-3AA6-4AB3-96B1-1C744B952E03}" type="presOf" srcId="{C700A8AD-AB64-458D-AB00-CA3ACE9EED29}" destId="{DCBE2629-1449-41DA-B5EE-E05165A24820}" srcOrd="0" destOrd="0" presId="urn:microsoft.com/office/officeart/2005/8/layout/radial6"/>
    <dgm:cxn modelId="{FF672A4E-92DA-42BE-AD89-6BCD676F259B}" type="presOf" srcId="{E388958E-3451-44C7-BB6E-604B0678FCA5}" destId="{BC20B610-A444-4A69-A999-D1D47CBDC210}" srcOrd="0" destOrd="0" presId="urn:microsoft.com/office/officeart/2005/8/layout/radial6"/>
    <dgm:cxn modelId="{60F03473-2BCA-4A23-95C2-D9505E20FDF6}" type="presOf" srcId="{78489E12-CB5D-4830-AF09-3A63D81B0E19}" destId="{C18955A6-4857-4C78-BBC5-B9882AB620E1}" srcOrd="0" destOrd="0" presId="urn:microsoft.com/office/officeart/2005/8/layout/radial6"/>
    <dgm:cxn modelId="{B6386254-B0C9-4416-B80A-11D244A2B946}" srcId="{F5D3284B-C11C-47D5-B4D6-F73532B2CA61}" destId="{5BF82E6C-840D-4741-AC1D-296FBCF633FC}" srcOrd="2" destOrd="0" parTransId="{062FE00A-232D-4DE2-804B-8630ADFDF369}" sibTransId="{78489E12-CB5D-4830-AF09-3A63D81B0E19}"/>
    <dgm:cxn modelId="{DD5E7658-4571-4248-B54E-AFC780007707}" srcId="{F5D3284B-C11C-47D5-B4D6-F73532B2CA61}" destId="{8557C821-8A06-44A7-A7B8-F55EEC9E203F}" srcOrd="5" destOrd="0" parTransId="{9A88417B-98BA-4963-BC74-9CC7742828D3}" sibTransId="{78EF5FEB-500D-43C8-B073-193CD6CDB9DB}"/>
    <dgm:cxn modelId="{D704747D-73D8-4A4E-81E3-9287FAC974B4}" type="presOf" srcId="{F5D3284B-C11C-47D5-B4D6-F73532B2CA61}" destId="{97592341-0698-44E7-8E39-3928B0398B70}" srcOrd="0" destOrd="0" presId="urn:microsoft.com/office/officeart/2005/8/layout/radial6"/>
    <dgm:cxn modelId="{C250AB99-5568-4F8E-BC9B-9CB9D7009980}" type="presOf" srcId="{5B225616-36C9-4215-9012-403C645E8575}" destId="{BBDB9B6A-6CA7-4BB7-8F69-E75C91B20DBF}" srcOrd="0" destOrd="0" presId="urn:microsoft.com/office/officeart/2005/8/layout/radial6"/>
    <dgm:cxn modelId="{BDB9A2A6-9290-4245-B7C6-182DF7026B60}" srcId="{F5D3284B-C11C-47D5-B4D6-F73532B2CA61}" destId="{32EA4A87-3152-4AF7-A8AB-38EDDF5C7BCF}" srcOrd="1" destOrd="0" parTransId="{50AF1585-E05B-46B2-B42D-687FAF7C1CD6}" sibTransId="{E1848892-B284-425E-8DB4-20D9B8D5511B}"/>
    <dgm:cxn modelId="{CAA2DBB0-7C3C-4764-81D2-0748CF4E73B4}" srcId="{2A00FF77-106B-449F-A811-73B1FDC67229}" destId="{F5D3284B-C11C-47D5-B4D6-F73532B2CA61}" srcOrd="0" destOrd="0" parTransId="{2DA884C5-F10C-4A61-A243-27986EAABE78}" sibTransId="{A4F19189-66FB-42D3-B091-5BCC98647104}"/>
    <dgm:cxn modelId="{F94781BC-2841-4007-9A66-ABFF1BA62AF3}" srcId="{F5D3284B-C11C-47D5-B4D6-F73532B2CA61}" destId="{5B225616-36C9-4215-9012-403C645E8575}" srcOrd="3" destOrd="0" parTransId="{8B3B6E0D-8300-46AE-953B-395DE5ED4246}" sibTransId="{C700A8AD-AB64-458D-AB00-CA3ACE9EED29}"/>
    <dgm:cxn modelId="{E09FD2C5-D2EB-484A-A709-60E374231D9D}" type="presOf" srcId="{32EA4A87-3152-4AF7-A8AB-38EDDF5C7BCF}" destId="{DCB7501F-FD59-45F0-B285-5E35CAC7F6F1}" srcOrd="0" destOrd="0" presId="urn:microsoft.com/office/officeart/2005/8/layout/radial6"/>
    <dgm:cxn modelId="{160C20D2-1C7E-471F-B447-F9112D6FAD1F}" type="presOf" srcId="{A50F925A-CA2E-4632-814E-872955F2429E}" destId="{36929975-4907-41A6-8333-4DB309D070B6}" srcOrd="0" destOrd="0" presId="urn:microsoft.com/office/officeart/2005/8/layout/radial6"/>
    <dgm:cxn modelId="{5ABC5FDA-5984-461E-9D18-650FBE0B4F90}" type="presOf" srcId="{5BF82E6C-840D-4741-AC1D-296FBCF633FC}" destId="{4EE32459-93B0-415B-A802-14C244C466C7}" srcOrd="0" destOrd="0" presId="urn:microsoft.com/office/officeart/2005/8/layout/radial6"/>
    <dgm:cxn modelId="{3C2293E0-8585-4521-98F3-68C7D9898F4C}" type="presOf" srcId="{78EF5FEB-500D-43C8-B073-193CD6CDB9DB}" destId="{03227B27-9405-4ADA-A643-974DA03CA66B}" srcOrd="0" destOrd="0" presId="urn:microsoft.com/office/officeart/2005/8/layout/radial6"/>
    <dgm:cxn modelId="{FC73DAFC-2D6B-4511-B9E1-8B93CED137A1}" srcId="{F5D3284B-C11C-47D5-B4D6-F73532B2CA61}" destId="{A9F3DD2B-5AFF-4FCC-8C11-B9C9847AE219}" srcOrd="4" destOrd="0" parTransId="{2303AF9D-65F5-4537-98F9-D0F42F8D70F6}" sibTransId="{E388958E-3451-44C7-BB6E-604B0678FCA5}"/>
    <dgm:cxn modelId="{F144FC2C-D112-494C-B808-8164E8899C88}" type="presParOf" srcId="{650C0C38-CC00-4CC3-9B64-BEC6F3B0550F}" destId="{97592341-0698-44E7-8E39-3928B0398B70}" srcOrd="0" destOrd="0" presId="urn:microsoft.com/office/officeart/2005/8/layout/radial6"/>
    <dgm:cxn modelId="{25B92E4C-D4F0-4E53-86B1-5C567C106923}" type="presParOf" srcId="{650C0C38-CC00-4CC3-9B64-BEC6F3B0550F}" destId="{36929975-4907-41A6-8333-4DB309D070B6}" srcOrd="1" destOrd="0" presId="urn:microsoft.com/office/officeart/2005/8/layout/radial6"/>
    <dgm:cxn modelId="{9A3D2782-D67C-4C15-9228-97169A5FBC8F}" type="presParOf" srcId="{650C0C38-CC00-4CC3-9B64-BEC6F3B0550F}" destId="{562FB8C2-0C72-4501-8166-10812EA32082}" srcOrd="2" destOrd="0" presId="urn:microsoft.com/office/officeart/2005/8/layout/radial6"/>
    <dgm:cxn modelId="{E494BCE9-745C-4DDF-8AD8-DCB381B32EE5}" type="presParOf" srcId="{650C0C38-CC00-4CC3-9B64-BEC6F3B0550F}" destId="{860EE9C7-8E96-4D84-B53A-D01174E6858B}" srcOrd="3" destOrd="0" presId="urn:microsoft.com/office/officeart/2005/8/layout/radial6"/>
    <dgm:cxn modelId="{96489A0B-0260-4337-9AF8-052FA3DB3155}" type="presParOf" srcId="{650C0C38-CC00-4CC3-9B64-BEC6F3B0550F}" destId="{DCB7501F-FD59-45F0-B285-5E35CAC7F6F1}" srcOrd="4" destOrd="0" presId="urn:microsoft.com/office/officeart/2005/8/layout/radial6"/>
    <dgm:cxn modelId="{1F5F91E6-68F0-4418-942B-D5581C508E04}" type="presParOf" srcId="{650C0C38-CC00-4CC3-9B64-BEC6F3B0550F}" destId="{B23DD1C1-A847-42E9-9124-C8185BFE7194}" srcOrd="5" destOrd="0" presId="urn:microsoft.com/office/officeart/2005/8/layout/radial6"/>
    <dgm:cxn modelId="{ECF1B610-02CA-40E6-89DC-07C8D932F0A7}" type="presParOf" srcId="{650C0C38-CC00-4CC3-9B64-BEC6F3B0550F}" destId="{1D051807-C898-4047-BDE6-CDC32FCCAE71}" srcOrd="6" destOrd="0" presId="urn:microsoft.com/office/officeart/2005/8/layout/radial6"/>
    <dgm:cxn modelId="{719FF31B-0FB8-414E-BA37-7C091C148060}" type="presParOf" srcId="{650C0C38-CC00-4CC3-9B64-BEC6F3B0550F}" destId="{4EE32459-93B0-415B-A802-14C244C466C7}" srcOrd="7" destOrd="0" presId="urn:microsoft.com/office/officeart/2005/8/layout/radial6"/>
    <dgm:cxn modelId="{684576B8-DCAA-40B0-9B62-A06695C5F103}" type="presParOf" srcId="{650C0C38-CC00-4CC3-9B64-BEC6F3B0550F}" destId="{9126D303-371D-4A5C-8FC1-E1EED02BECA9}" srcOrd="8" destOrd="0" presId="urn:microsoft.com/office/officeart/2005/8/layout/radial6"/>
    <dgm:cxn modelId="{98A7C233-974B-4D45-A23C-4A74144C3739}" type="presParOf" srcId="{650C0C38-CC00-4CC3-9B64-BEC6F3B0550F}" destId="{C18955A6-4857-4C78-BBC5-B9882AB620E1}" srcOrd="9" destOrd="0" presId="urn:microsoft.com/office/officeart/2005/8/layout/radial6"/>
    <dgm:cxn modelId="{8E3DFEC7-A312-428E-8619-68D5CE7D3D75}" type="presParOf" srcId="{650C0C38-CC00-4CC3-9B64-BEC6F3B0550F}" destId="{BBDB9B6A-6CA7-4BB7-8F69-E75C91B20DBF}" srcOrd="10" destOrd="0" presId="urn:microsoft.com/office/officeart/2005/8/layout/radial6"/>
    <dgm:cxn modelId="{D75F4FA8-F880-437E-A343-0F04FB9E4144}" type="presParOf" srcId="{650C0C38-CC00-4CC3-9B64-BEC6F3B0550F}" destId="{9AE46943-D8E2-4476-A41C-DF24598912B9}" srcOrd="11" destOrd="0" presId="urn:microsoft.com/office/officeart/2005/8/layout/radial6"/>
    <dgm:cxn modelId="{36CAEE24-93E2-4932-9A90-A873DB257A34}" type="presParOf" srcId="{650C0C38-CC00-4CC3-9B64-BEC6F3B0550F}" destId="{DCBE2629-1449-41DA-B5EE-E05165A24820}" srcOrd="12" destOrd="0" presId="urn:microsoft.com/office/officeart/2005/8/layout/radial6"/>
    <dgm:cxn modelId="{2C9FEC80-FE79-4443-AB0E-16C7A534FC38}" type="presParOf" srcId="{650C0C38-CC00-4CC3-9B64-BEC6F3B0550F}" destId="{523DFD6A-7095-4B33-AC6F-43AA86CA0DCD}" srcOrd="13" destOrd="0" presId="urn:microsoft.com/office/officeart/2005/8/layout/radial6"/>
    <dgm:cxn modelId="{84E8F864-C069-4D64-867A-CF39EE9E54F3}" type="presParOf" srcId="{650C0C38-CC00-4CC3-9B64-BEC6F3B0550F}" destId="{546CEEFC-A0AC-46A8-B15D-07709E40D638}" srcOrd="14" destOrd="0" presId="urn:microsoft.com/office/officeart/2005/8/layout/radial6"/>
    <dgm:cxn modelId="{F0F6FA95-81EF-4835-8EEF-717AD3BCA785}" type="presParOf" srcId="{650C0C38-CC00-4CC3-9B64-BEC6F3B0550F}" destId="{BC20B610-A444-4A69-A999-D1D47CBDC210}" srcOrd="15" destOrd="0" presId="urn:microsoft.com/office/officeart/2005/8/layout/radial6"/>
    <dgm:cxn modelId="{C1A4751A-58E0-4471-8825-5EE1E1829139}" type="presParOf" srcId="{650C0C38-CC00-4CC3-9B64-BEC6F3B0550F}" destId="{00AC4533-BE3C-4058-9BAA-9E0E0C010A08}" srcOrd="16" destOrd="0" presId="urn:microsoft.com/office/officeart/2005/8/layout/radial6"/>
    <dgm:cxn modelId="{4CBC6424-0A9D-4E83-806B-7B45E52F11E1}" type="presParOf" srcId="{650C0C38-CC00-4CC3-9B64-BEC6F3B0550F}" destId="{DECD89AA-C072-4E12-A7FF-44303991A749}" srcOrd="17" destOrd="0" presId="urn:microsoft.com/office/officeart/2005/8/layout/radial6"/>
    <dgm:cxn modelId="{DF857B8B-8857-47FA-9071-32D6CE4D7843}" type="presParOf" srcId="{650C0C38-CC00-4CC3-9B64-BEC6F3B0550F}" destId="{03227B27-9405-4ADA-A643-974DA03CA66B}" srcOrd="18"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20E3CCF-7F05-4377-8262-DC07426EC9A5}" type="doc">
      <dgm:prSet loTypeId="urn:microsoft.com/office/officeart/2005/8/layout/hList1" loCatId="list" qsTypeId="urn:microsoft.com/office/officeart/2005/8/quickstyle/3d2#1" qsCatId="3D" csTypeId="urn:microsoft.com/office/officeart/2005/8/colors/colorful2" csCatId="colorful" phldr="1"/>
      <dgm:spPr/>
      <dgm:t>
        <a:bodyPr/>
        <a:lstStyle/>
        <a:p>
          <a:endParaRPr lang="en-US"/>
        </a:p>
      </dgm:t>
    </dgm:pt>
    <dgm:pt modelId="{69515E74-75D0-485F-B565-8C20553555CD}">
      <dgm:prSet phldrT="[Text]"/>
      <dgm:spPr/>
      <dgm:t>
        <a:bodyPr/>
        <a:lstStyle/>
        <a:p>
          <a:r>
            <a:rPr lang="hu-HU" dirty="0"/>
            <a:t>Manuális</a:t>
          </a:r>
          <a:endParaRPr lang="en-US" dirty="0"/>
        </a:p>
      </dgm:t>
    </dgm:pt>
    <dgm:pt modelId="{B9E62BCF-82BA-4A62-BC38-083EFDFD0792}" type="parTrans" cxnId="{99942D4F-5E4B-40BA-8AC6-32BF980556FF}">
      <dgm:prSet/>
      <dgm:spPr/>
      <dgm:t>
        <a:bodyPr/>
        <a:lstStyle/>
        <a:p>
          <a:endParaRPr lang="en-US"/>
        </a:p>
      </dgm:t>
    </dgm:pt>
    <dgm:pt modelId="{B494DF94-E4BF-4CA5-85BE-BD4979DD0845}" type="sibTrans" cxnId="{99942D4F-5E4B-40BA-8AC6-32BF980556FF}">
      <dgm:prSet/>
      <dgm:spPr/>
      <dgm:t>
        <a:bodyPr/>
        <a:lstStyle/>
        <a:p>
          <a:endParaRPr lang="en-US"/>
        </a:p>
      </dgm:t>
    </dgm:pt>
    <dgm:pt modelId="{4F3D3A0D-3DA5-460C-86FC-B90CB7FC58B3}">
      <dgm:prSet phldrT="[Text]"/>
      <dgm:spPr/>
      <dgm:t>
        <a:bodyPr/>
        <a:lstStyle/>
        <a:p>
          <a:r>
            <a:rPr lang="hu-HU" dirty="0"/>
            <a:t>Vázlatos teszt tervezés is elég</a:t>
          </a:r>
          <a:endParaRPr lang="en-US" dirty="0"/>
        </a:p>
      </dgm:t>
    </dgm:pt>
    <dgm:pt modelId="{014E4F71-03BD-4B79-88D4-F8E2F344C87E}" type="parTrans" cxnId="{57E002D2-D329-4AA3-80A4-97F02365B2E5}">
      <dgm:prSet/>
      <dgm:spPr/>
      <dgm:t>
        <a:bodyPr/>
        <a:lstStyle/>
        <a:p>
          <a:endParaRPr lang="en-US"/>
        </a:p>
      </dgm:t>
    </dgm:pt>
    <dgm:pt modelId="{2CFE9B29-B6FA-4471-AEBE-9BC166FCEA42}" type="sibTrans" cxnId="{57E002D2-D329-4AA3-80A4-97F02365B2E5}">
      <dgm:prSet/>
      <dgm:spPr/>
      <dgm:t>
        <a:bodyPr/>
        <a:lstStyle/>
        <a:p>
          <a:endParaRPr lang="en-US"/>
        </a:p>
      </dgm:t>
    </dgm:pt>
    <dgm:pt modelId="{E73B362F-6831-48D2-8880-4591D9566D04}">
      <dgm:prSet phldrT="[Text]"/>
      <dgm:spPr/>
      <dgm:t>
        <a:bodyPr/>
        <a:lstStyle/>
        <a:p>
          <a:r>
            <a:rPr lang="hu-HU" dirty="0"/>
            <a:t>Automatizált</a:t>
          </a:r>
          <a:endParaRPr lang="en-US" dirty="0"/>
        </a:p>
      </dgm:t>
    </dgm:pt>
    <dgm:pt modelId="{1A1D9FC8-28A2-4834-A8DD-B64EFA7D71E3}" type="parTrans" cxnId="{3CE03FCE-9E8D-4C66-AFD3-210923F54877}">
      <dgm:prSet/>
      <dgm:spPr/>
      <dgm:t>
        <a:bodyPr/>
        <a:lstStyle/>
        <a:p>
          <a:endParaRPr lang="en-US"/>
        </a:p>
      </dgm:t>
    </dgm:pt>
    <dgm:pt modelId="{DFE1C385-0279-4D7A-B6D0-D1D8562E0D04}" type="sibTrans" cxnId="{3CE03FCE-9E8D-4C66-AFD3-210923F54877}">
      <dgm:prSet/>
      <dgm:spPr/>
      <dgm:t>
        <a:bodyPr/>
        <a:lstStyle/>
        <a:p>
          <a:endParaRPr lang="en-US"/>
        </a:p>
      </dgm:t>
    </dgm:pt>
    <dgm:pt modelId="{3AAF1470-A2AC-4AF8-9B5A-E34D82339D92}">
      <dgm:prSet phldrT="[Text]"/>
      <dgm:spPr/>
      <dgm:t>
        <a:bodyPr/>
        <a:lstStyle/>
        <a:p>
          <a:r>
            <a:rPr lang="hu-HU" dirty="0"/>
            <a:t>Pontos tervezést igényel</a:t>
          </a:r>
          <a:endParaRPr lang="en-US" dirty="0"/>
        </a:p>
      </dgm:t>
    </dgm:pt>
    <dgm:pt modelId="{59583F5E-FE96-45D3-AE47-7FED66B41CC9}" type="parTrans" cxnId="{71AB2012-1EAF-4FC0-81D8-5FF7BC31CEB7}">
      <dgm:prSet/>
      <dgm:spPr/>
      <dgm:t>
        <a:bodyPr/>
        <a:lstStyle/>
        <a:p>
          <a:endParaRPr lang="en-US"/>
        </a:p>
      </dgm:t>
    </dgm:pt>
    <dgm:pt modelId="{9CBF7BDC-5B7B-4F65-B82E-0DCF6F9D45C4}" type="sibTrans" cxnId="{71AB2012-1EAF-4FC0-81D8-5FF7BC31CEB7}">
      <dgm:prSet/>
      <dgm:spPr/>
      <dgm:t>
        <a:bodyPr/>
        <a:lstStyle/>
        <a:p>
          <a:endParaRPr lang="en-US"/>
        </a:p>
      </dgm:t>
    </dgm:pt>
    <dgm:pt modelId="{071566F5-A502-4774-8C34-374576B9EE8B}">
      <dgm:prSet/>
      <dgm:spPr/>
      <dgm:t>
        <a:bodyPr/>
        <a:lstStyle/>
        <a:p>
          <a:r>
            <a:rPr lang="hu-HU" dirty="0"/>
            <a:t>Pontosan azt csinálja amit „mondunk” neki, nem képes dönteni</a:t>
          </a:r>
          <a:endParaRPr lang="en-US" dirty="0"/>
        </a:p>
      </dgm:t>
    </dgm:pt>
    <dgm:pt modelId="{ABD5B5A4-48E0-49BE-AC47-D5E7B302E228}" type="parTrans" cxnId="{0B96BFA4-525D-499B-A553-4789F30BB933}">
      <dgm:prSet/>
      <dgm:spPr/>
      <dgm:t>
        <a:bodyPr/>
        <a:lstStyle/>
        <a:p>
          <a:endParaRPr lang="en-US"/>
        </a:p>
      </dgm:t>
    </dgm:pt>
    <dgm:pt modelId="{F2266F9A-09C4-4316-ACB4-DF9499CB05C7}" type="sibTrans" cxnId="{0B96BFA4-525D-499B-A553-4789F30BB933}">
      <dgm:prSet/>
      <dgm:spPr/>
      <dgm:t>
        <a:bodyPr/>
        <a:lstStyle/>
        <a:p>
          <a:endParaRPr lang="en-US"/>
        </a:p>
      </dgm:t>
    </dgm:pt>
    <dgm:pt modelId="{132DAA8B-EDCB-4A34-84E1-C3BED34C15D1}">
      <dgm:prSet/>
      <dgm:spPr/>
      <dgm:t>
        <a:bodyPr/>
        <a:lstStyle/>
        <a:p>
          <a:r>
            <a:rPr lang="hu-HU" dirty="0"/>
            <a:t>24/7 elérhetőség</a:t>
          </a:r>
          <a:endParaRPr lang="en-US" dirty="0"/>
        </a:p>
      </dgm:t>
    </dgm:pt>
    <dgm:pt modelId="{D8EC6189-30E6-463E-96A0-63F8B2EA0E93}" type="parTrans" cxnId="{267EE463-96AB-4529-B912-C02C923BE4D9}">
      <dgm:prSet/>
      <dgm:spPr/>
      <dgm:t>
        <a:bodyPr/>
        <a:lstStyle/>
        <a:p>
          <a:endParaRPr lang="en-US"/>
        </a:p>
      </dgm:t>
    </dgm:pt>
    <dgm:pt modelId="{CA713F82-7D6D-49BA-B8C6-C42FED45180F}" type="sibTrans" cxnId="{267EE463-96AB-4529-B912-C02C923BE4D9}">
      <dgm:prSet/>
      <dgm:spPr/>
      <dgm:t>
        <a:bodyPr/>
        <a:lstStyle/>
        <a:p>
          <a:endParaRPr lang="en-US"/>
        </a:p>
      </dgm:t>
    </dgm:pt>
    <dgm:pt modelId="{A9742F58-0AAC-4C6F-9578-7731106FF092}">
      <dgm:prSet/>
      <dgm:spPr/>
      <dgm:t>
        <a:bodyPr/>
        <a:lstStyle/>
        <a:p>
          <a:r>
            <a:rPr lang="hu-HU" dirty="0"/>
            <a:t>Könnyű teszteket újrafuttatni</a:t>
          </a:r>
          <a:endParaRPr lang="en-US" dirty="0"/>
        </a:p>
      </dgm:t>
    </dgm:pt>
    <dgm:pt modelId="{45C18F62-FF85-487D-8023-19468DB6AAFC}" type="parTrans" cxnId="{C83E5E1B-685F-4799-AEB3-E9BEA1C65A67}">
      <dgm:prSet/>
      <dgm:spPr/>
      <dgm:t>
        <a:bodyPr/>
        <a:lstStyle/>
        <a:p>
          <a:endParaRPr lang="en-US"/>
        </a:p>
      </dgm:t>
    </dgm:pt>
    <dgm:pt modelId="{65202707-1D16-40AF-82F1-E57B7154B535}" type="sibTrans" cxnId="{C83E5E1B-685F-4799-AEB3-E9BEA1C65A67}">
      <dgm:prSet/>
      <dgm:spPr/>
      <dgm:t>
        <a:bodyPr/>
        <a:lstStyle/>
        <a:p>
          <a:endParaRPr lang="en-US"/>
        </a:p>
      </dgm:t>
    </dgm:pt>
    <dgm:pt modelId="{05DD4EA1-08E4-4F22-9AFC-F859350F32AF}">
      <dgm:prSet/>
      <dgm:spPr/>
      <dgm:t>
        <a:bodyPr/>
        <a:lstStyle/>
        <a:p>
          <a:r>
            <a:rPr lang="hu-HU" dirty="0"/>
            <a:t>Nagy kombinációk végrehajtása nincs nagy hatással a költségekre</a:t>
          </a:r>
          <a:endParaRPr lang="en-US" dirty="0"/>
        </a:p>
      </dgm:t>
    </dgm:pt>
    <dgm:pt modelId="{B6D6E46F-6326-4A0C-B77B-C86CAC5F3F78}" type="parTrans" cxnId="{682975DA-D614-4F2F-B0F4-8C23E9932D4D}">
      <dgm:prSet/>
      <dgm:spPr/>
      <dgm:t>
        <a:bodyPr/>
        <a:lstStyle/>
        <a:p>
          <a:endParaRPr lang="en-US"/>
        </a:p>
      </dgm:t>
    </dgm:pt>
    <dgm:pt modelId="{520215CF-0A2D-4233-9892-0C3F24DF1FC8}" type="sibTrans" cxnId="{682975DA-D614-4F2F-B0F4-8C23E9932D4D}">
      <dgm:prSet/>
      <dgm:spPr/>
      <dgm:t>
        <a:bodyPr/>
        <a:lstStyle/>
        <a:p>
          <a:endParaRPr lang="en-US"/>
        </a:p>
      </dgm:t>
    </dgm:pt>
    <dgm:pt modelId="{51BFF01C-4A29-479F-84F4-22DFA4B90781}">
      <dgm:prSet/>
      <dgm:spPr/>
      <dgm:t>
        <a:bodyPr/>
        <a:lstStyle/>
        <a:p>
          <a:r>
            <a:rPr lang="hu-HU" dirty="0"/>
            <a:t>Nem unja meg a végrehajtást</a:t>
          </a:r>
        </a:p>
      </dgm:t>
    </dgm:pt>
    <dgm:pt modelId="{EF90A422-3BBF-4230-855E-C5B7759C67C9}" type="parTrans" cxnId="{14ABD2B2-1B21-44A8-87EF-DC836C6B388B}">
      <dgm:prSet/>
      <dgm:spPr/>
      <dgm:t>
        <a:bodyPr/>
        <a:lstStyle/>
        <a:p>
          <a:endParaRPr lang="en-US"/>
        </a:p>
      </dgm:t>
    </dgm:pt>
    <dgm:pt modelId="{19B1EC10-462C-43AE-8F7B-3A5FA59FC63D}" type="sibTrans" cxnId="{14ABD2B2-1B21-44A8-87EF-DC836C6B388B}">
      <dgm:prSet/>
      <dgm:spPr/>
      <dgm:t>
        <a:bodyPr/>
        <a:lstStyle/>
        <a:p>
          <a:endParaRPr lang="en-US"/>
        </a:p>
      </dgm:t>
    </dgm:pt>
    <dgm:pt modelId="{D4AC1219-02A4-4F78-9998-074EEA61389D}">
      <dgm:prSet/>
      <dgm:spPr/>
      <dgm:t>
        <a:bodyPr/>
        <a:lstStyle/>
        <a:p>
          <a:r>
            <a:rPr lang="hu-HU" dirty="0"/>
            <a:t>Végrehajtás során a tervezési hibák küszöbölhetők</a:t>
          </a:r>
          <a:endParaRPr lang="en-US" dirty="0"/>
        </a:p>
      </dgm:t>
    </dgm:pt>
    <dgm:pt modelId="{09D4E93D-C1B6-4B4B-95B4-2C4C8D87402A}" type="parTrans" cxnId="{C14FA5C4-628C-447C-A8DD-15171CD128A4}">
      <dgm:prSet/>
      <dgm:spPr/>
      <dgm:t>
        <a:bodyPr/>
        <a:lstStyle/>
        <a:p>
          <a:endParaRPr lang="en-US"/>
        </a:p>
      </dgm:t>
    </dgm:pt>
    <dgm:pt modelId="{AF85DCF1-9C74-44A2-97A7-CF285B50CD23}" type="sibTrans" cxnId="{C14FA5C4-628C-447C-A8DD-15171CD128A4}">
      <dgm:prSet/>
      <dgm:spPr/>
      <dgm:t>
        <a:bodyPr/>
        <a:lstStyle/>
        <a:p>
          <a:endParaRPr lang="en-US"/>
        </a:p>
      </dgm:t>
    </dgm:pt>
    <dgm:pt modelId="{583686DB-0728-4A46-9DC8-84E3D835D207}">
      <dgm:prSet/>
      <dgm:spPr/>
      <dgm:t>
        <a:bodyPr/>
        <a:lstStyle/>
        <a:p>
          <a:r>
            <a:rPr lang="hu-HU" dirty="0"/>
            <a:t>Teszt végrehajtás idő és erőforrás igényes</a:t>
          </a:r>
          <a:endParaRPr lang="en-US" dirty="0"/>
        </a:p>
      </dgm:t>
    </dgm:pt>
    <dgm:pt modelId="{43F1272A-D333-4BB1-9D2D-15B21CEE5A6A}" type="parTrans" cxnId="{BF5052DD-42C3-47E3-84D1-9537B6ED4553}">
      <dgm:prSet/>
      <dgm:spPr/>
      <dgm:t>
        <a:bodyPr/>
        <a:lstStyle/>
        <a:p>
          <a:endParaRPr lang="en-US"/>
        </a:p>
      </dgm:t>
    </dgm:pt>
    <dgm:pt modelId="{072F3CB3-867B-42E7-8EDE-58641F09D023}" type="sibTrans" cxnId="{BF5052DD-42C3-47E3-84D1-9537B6ED4553}">
      <dgm:prSet/>
      <dgm:spPr/>
      <dgm:t>
        <a:bodyPr/>
        <a:lstStyle/>
        <a:p>
          <a:endParaRPr lang="en-US"/>
        </a:p>
      </dgm:t>
    </dgm:pt>
    <dgm:pt modelId="{404425B5-3D42-480E-9D0A-CA8A2E61A8CD}">
      <dgm:prSet/>
      <dgm:spPr/>
      <dgm:t>
        <a:bodyPr/>
        <a:lstStyle/>
        <a:p>
          <a:r>
            <a:rPr lang="hu-HU" dirty="0"/>
            <a:t>Ismétlődő végrehajtások, nagy kombinációk hatással vannak a költségekre és erőforrásokra</a:t>
          </a:r>
          <a:endParaRPr lang="en-US" dirty="0"/>
        </a:p>
      </dgm:t>
    </dgm:pt>
    <dgm:pt modelId="{1A22ED7E-5B9E-4AD7-922D-5777656F1E45}" type="parTrans" cxnId="{C760A499-001D-44BF-8688-2112FF3B0891}">
      <dgm:prSet/>
      <dgm:spPr/>
      <dgm:t>
        <a:bodyPr/>
        <a:lstStyle/>
        <a:p>
          <a:endParaRPr lang="en-US"/>
        </a:p>
      </dgm:t>
    </dgm:pt>
    <dgm:pt modelId="{46257702-B0AB-4239-A7DA-70DA0D9D685E}" type="sibTrans" cxnId="{C760A499-001D-44BF-8688-2112FF3B0891}">
      <dgm:prSet/>
      <dgm:spPr/>
      <dgm:t>
        <a:bodyPr/>
        <a:lstStyle/>
        <a:p>
          <a:endParaRPr lang="en-US"/>
        </a:p>
      </dgm:t>
    </dgm:pt>
    <dgm:pt modelId="{036AB878-A3FB-460E-B0AF-1D3C0826222D}">
      <dgm:prSet/>
      <dgm:spPr/>
      <dgm:t>
        <a:bodyPr/>
        <a:lstStyle/>
        <a:p>
          <a:r>
            <a:rPr lang="hu-HU" dirty="0"/>
            <a:t>Tesztelők elfáradhatnak, hibát véthetnek</a:t>
          </a:r>
        </a:p>
      </dgm:t>
    </dgm:pt>
    <dgm:pt modelId="{04FB3F1B-A400-4596-A6D7-440A4A6BECA7}" type="parTrans" cxnId="{299B6BB1-1BB5-4FAB-B7C0-FFEFF0812319}">
      <dgm:prSet/>
      <dgm:spPr/>
      <dgm:t>
        <a:bodyPr/>
        <a:lstStyle/>
        <a:p>
          <a:endParaRPr lang="en-US"/>
        </a:p>
      </dgm:t>
    </dgm:pt>
    <dgm:pt modelId="{22339DE6-AECB-4C9D-84B5-56490DD4FDC6}" type="sibTrans" cxnId="{299B6BB1-1BB5-4FAB-B7C0-FFEFF0812319}">
      <dgm:prSet/>
      <dgm:spPr/>
      <dgm:t>
        <a:bodyPr/>
        <a:lstStyle/>
        <a:p>
          <a:endParaRPr lang="en-US"/>
        </a:p>
      </dgm:t>
    </dgm:pt>
    <dgm:pt modelId="{BA39048A-DB2F-4B7A-9AE8-733E4AC76A16}" type="pres">
      <dgm:prSet presAssocID="{E20E3CCF-7F05-4377-8262-DC07426EC9A5}" presName="Name0" presStyleCnt="0">
        <dgm:presLayoutVars>
          <dgm:dir/>
          <dgm:animLvl val="lvl"/>
          <dgm:resizeHandles val="exact"/>
        </dgm:presLayoutVars>
      </dgm:prSet>
      <dgm:spPr/>
    </dgm:pt>
    <dgm:pt modelId="{9A4AE114-B37C-466A-B22D-F3BA85B101C6}" type="pres">
      <dgm:prSet presAssocID="{69515E74-75D0-485F-B565-8C20553555CD}" presName="composite" presStyleCnt="0"/>
      <dgm:spPr/>
    </dgm:pt>
    <dgm:pt modelId="{66392513-B8C4-45CB-BFF8-579F35C254FE}" type="pres">
      <dgm:prSet presAssocID="{69515E74-75D0-485F-B565-8C20553555CD}" presName="parTx" presStyleLbl="alignNode1" presStyleIdx="0" presStyleCnt="2">
        <dgm:presLayoutVars>
          <dgm:chMax val="0"/>
          <dgm:chPref val="0"/>
          <dgm:bulletEnabled val="1"/>
        </dgm:presLayoutVars>
      </dgm:prSet>
      <dgm:spPr/>
    </dgm:pt>
    <dgm:pt modelId="{EBF0B064-B332-4B25-A2B6-4D16D23E92B4}" type="pres">
      <dgm:prSet presAssocID="{69515E74-75D0-485F-B565-8C20553555CD}" presName="desTx" presStyleLbl="alignAccFollowNode1" presStyleIdx="0" presStyleCnt="2">
        <dgm:presLayoutVars>
          <dgm:bulletEnabled val="1"/>
        </dgm:presLayoutVars>
      </dgm:prSet>
      <dgm:spPr/>
    </dgm:pt>
    <dgm:pt modelId="{5D909114-3B4C-442E-98F5-382E3F966D1D}" type="pres">
      <dgm:prSet presAssocID="{B494DF94-E4BF-4CA5-85BE-BD4979DD0845}" presName="space" presStyleCnt="0"/>
      <dgm:spPr/>
    </dgm:pt>
    <dgm:pt modelId="{0067B5BB-B169-4880-99A5-81176D885DA0}" type="pres">
      <dgm:prSet presAssocID="{E73B362F-6831-48D2-8880-4591D9566D04}" presName="composite" presStyleCnt="0"/>
      <dgm:spPr/>
    </dgm:pt>
    <dgm:pt modelId="{C9289B85-50C7-4BC6-839D-AA740DA53C60}" type="pres">
      <dgm:prSet presAssocID="{E73B362F-6831-48D2-8880-4591D9566D04}" presName="parTx" presStyleLbl="alignNode1" presStyleIdx="1" presStyleCnt="2">
        <dgm:presLayoutVars>
          <dgm:chMax val="0"/>
          <dgm:chPref val="0"/>
          <dgm:bulletEnabled val="1"/>
        </dgm:presLayoutVars>
      </dgm:prSet>
      <dgm:spPr/>
    </dgm:pt>
    <dgm:pt modelId="{5F779ED8-2DA7-4039-A17E-E3A8F45858C6}" type="pres">
      <dgm:prSet presAssocID="{E73B362F-6831-48D2-8880-4591D9566D04}" presName="desTx" presStyleLbl="alignAccFollowNode1" presStyleIdx="1" presStyleCnt="2">
        <dgm:presLayoutVars>
          <dgm:bulletEnabled val="1"/>
        </dgm:presLayoutVars>
      </dgm:prSet>
      <dgm:spPr/>
    </dgm:pt>
  </dgm:ptLst>
  <dgm:cxnLst>
    <dgm:cxn modelId="{71AB2012-1EAF-4FC0-81D8-5FF7BC31CEB7}" srcId="{E73B362F-6831-48D2-8880-4591D9566D04}" destId="{3AAF1470-A2AC-4AF8-9B5A-E34D82339D92}" srcOrd="0" destOrd="0" parTransId="{59583F5E-FE96-45D3-AE47-7FED66B41CC9}" sibTransId="{9CBF7BDC-5B7B-4F65-B82E-0DCF6F9D45C4}"/>
    <dgm:cxn modelId="{71D3D115-3D96-4461-92B5-2F497CFB0609}" type="presOf" srcId="{071566F5-A502-4774-8C34-374576B9EE8B}" destId="{5F779ED8-2DA7-4039-A17E-E3A8F45858C6}" srcOrd="0" destOrd="1" presId="urn:microsoft.com/office/officeart/2005/8/layout/hList1"/>
    <dgm:cxn modelId="{C83E5E1B-685F-4799-AEB3-E9BEA1C65A67}" srcId="{E73B362F-6831-48D2-8880-4591D9566D04}" destId="{A9742F58-0AAC-4C6F-9578-7731106FF092}" srcOrd="3" destOrd="0" parTransId="{45C18F62-FF85-487D-8023-19468DB6AAFC}" sibTransId="{65202707-1D16-40AF-82F1-E57B7154B535}"/>
    <dgm:cxn modelId="{C5712F21-3430-4AA8-91F1-0E7BA85796D9}" type="presOf" srcId="{E20E3CCF-7F05-4377-8262-DC07426EC9A5}" destId="{BA39048A-DB2F-4B7A-9AE8-733E4AC76A16}" srcOrd="0" destOrd="0" presId="urn:microsoft.com/office/officeart/2005/8/layout/hList1"/>
    <dgm:cxn modelId="{4021EE26-DBF6-49FF-B12D-B21C62B21358}" type="presOf" srcId="{3AAF1470-A2AC-4AF8-9B5A-E34D82339D92}" destId="{5F779ED8-2DA7-4039-A17E-E3A8F45858C6}" srcOrd="0" destOrd="0" presId="urn:microsoft.com/office/officeart/2005/8/layout/hList1"/>
    <dgm:cxn modelId="{9D225438-CFAE-4800-9225-04916F483A97}" type="presOf" srcId="{036AB878-A3FB-460E-B0AF-1D3C0826222D}" destId="{EBF0B064-B332-4B25-A2B6-4D16D23E92B4}" srcOrd="0" destOrd="4" presId="urn:microsoft.com/office/officeart/2005/8/layout/hList1"/>
    <dgm:cxn modelId="{267EE463-96AB-4529-B912-C02C923BE4D9}" srcId="{E73B362F-6831-48D2-8880-4591D9566D04}" destId="{132DAA8B-EDCB-4A34-84E1-C3BED34C15D1}" srcOrd="2" destOrd="0" parTransId="{D8EC6189-30E6-463E-96A0-63F8B2EA0E93}" sibTransId="{CA713F82-7D6D-49BA-B8C6-C42FED45180F}"/>
    <dgm:cxn modelId="{1A4F1D46-A11C-44D4-9812-BC71367C68C2}" type="presOf" srcId="{4F3D3A0D-3DA5-460C-86FC-B90CB7FC58B3}" destId="{EBF0B064-B332-4B25-A2B6-4D16D23E92B4}" srcOrd="0" destOrd="0" presId="urn:microsoft.com/office/officeart/2005/8/layout/hList1"/>
    <dgm:cxn modelId="{99942D4F-5E4B-40BA-8AC6-32BF980556FF}" srcId="{E20E3CCF-7F05-4377-8262-DC07426EC9A5}" destId="{69515E74-75D0-485F-B565-8C20553555CD}" srcOrd="0" destOrd="0" parTransId="{B9E62BCF-82BA-4A62-BC38-083EFDFD0792}" sibTransId="{B494DF94-E4BF-4CA5-85BE-BD4979DD0845}"/>
    <dgm:cxn modelId="{10494251-5661-4D9D-BD21-C904F68DB79A}" type="presOf" srcId="{D4AC1219-02A4-4F78-9998-074EEA61389D}" destId="{EBF0B064-B332-4B25-A2B6-4D16D23E92B4}" srcOrd="0" destOrd="1" presId="urn:microsoft.com/office/officeart/2005/8/layout/hList1"/>
    <dgm:cxn modelId="{EF47E372-1FF7-426C-B8D1-974D26EB34D2}" type="presOf" srcId="{E73B362F-6831-48D2-8880-4591D9566D04}" destId="{C9289B85-50C7-4BC6-839D-AA740DA53C60}" srcOrd="0" destOrd="0" presId="urn:microsoft.com/office/officeart/2005/8/layout/hList1"/>
    <dgm:cxn modelId="{15B54753-9117-4F2A-A917-94E9B05B2C5F}" type="presOf" srcId="{404425B5-3D42-480E-9D0A-CA8A2E61A8CD}" destId="{EBF0B064-B332-4B25-A2B6-4D16D23E92B4}" srcOrd="0" destOrd="3" presId="urn:microsoft.com/office/officeart/2005/8/layout/hList1"/>
    <dgm:cxn modelId="{AEB3657E-EBC9-4B58-A3E8-4DAF91959D47}" type="presOf" srcId="{132DAA8B-EDCB-4A34-84E1-C3BED34C15D1}" destId="{5F779ED8-2DA7-4039-A17E-E3A8F45858C6}" srcOrd="0" destOrd="2" presId="urn:microsoft.com/office/officeart/2005/8/layout/hList1"/>
    <dgm:cxn modelId="{127C517F-78C0-404A-8C41-4DCEC8A5B63A}" type="presOf" srcId="{583686DB-0728-4A46-9DC8-84E3D835D207}" destId="{EBF0B064-B332-4B25-A2B6-4D16D23E92B4}" srcOrd="0" destOrd="2" presId="urn:microsoft.com/office/officeart/2005/8/layout/hList1"/>
    <dgm:cxn modelId="{C760A499-001D-44BF-8688-2112FF3B0891}" srcId="{69515E74-75D0-485F-B565-8C20553555CD}" destId="{404425B5-3D42-480E-9D0A-CA8A2E61A8CD}" srcOrd="3" destOrd="0" parTransId="{1A22ED7E-5B9E-4AD7-922D-5777656F1E45}" sibTransId="{46257702-B0AB-4239-A7DA-70DA0D9D685E}"/>
    <dgm:cxn modelId="{0B96BFA4-525D-499B-A553-4789F30BB933}" srcId="{E73B362F-6831-48D2-8880-4591D9566D04}" destId="{071566F5-A502-4774-8C34-374576B9EE8B}" srcOrd="1" destOrd="0" parTransId="{ABD5B5A4-48E0-49BE-AC47-D5E7B302E228}" sibTransId="{F2266F9A-09C4-4316-ACB4-DF9499CB05C7}"/>
    <dgm:cxn modelId="{299B6BB1-1BB5-4FAB-B7C0-FFEFF0812319}" srcId="{69515E74-75D0-485F-B565-8C20553555CD}" destId="{036AB878-A3FB-460E-B0AF-1D3C0826222D}" srcOrd="4" destOrd="0" parTransId="{04FB3F1B-A400-4596-A6D7-440A4A6BECA7}" sibTransId="{22339DE6-AECB-4C9D-84B5-56490DD4FDC6}"/>
    <dgm:cxn modelId="{14ABD2B2-1B21-44A8-87EF-DC836C6B388B}" srcId="{E73B362F-6831-48D2-8880-4591D9566D04}" destId="{51BFF01C-4A29-479F-84F4-22DFA4B90781}" srcOrd="5" destOrd="0" parTransId="{EF90A422-3BBF-4230-855E-C5B7759C67C9}" sibTransId="{19B1EC10-462C-43AE-8F7B-3A5FA59FC63D}"/>
    <dgm:cxn modelId="{836DC3BA-149D-4CFE-A2FB-CE957932981B}" type="presOf" srcId="{69515E74-75D0-485F-B565-8C20553555CD}" destId="{66392513-B8C4-45CB-BFF8-579F35C254FE}" srcOrd="0" destOrd="0" presId="urn:microsoft.com/office/officeart/2005/8/layout/hList1"/>
    <dgm:cxn modelId="{C14FA5C4-628C-447C-A8DD-15171CD128A4}" srcId="{69515E74-75D0-485F-B565-8C20553555CD}" destId="{D4AC1219-02A4-4F78-9998-074EEA61389D}" srcOrd="1" destOrd="0" parTransId="{09D4E93D-C1B6-4B4B-95B4-2C4C8D87402A}" sibTransId="{AF85DCF1-9C74-44A2-97A7-CF285B50CD23}"/>
    <dgm:cxn modelId="{D3F8CFC7-087A-4AD8-AF2F-150682BEBB26}" type="presOf" srcId="{51BFF01C-4A29-479F-84F4-22DFA4B90781}" destId="{5F779ED8-2DA7-4039-A17E-E3A8F45858C6}" srcOrd="0" destOrd="5" presId="urn:microsoft.com/office/officeart/2005/8/layout/hList1"/>
    <dgm:cxn modelId="{DEEFD0CC-D63C-46AA-81BA-F6088A8BFA52}" type="presOf" srcId="{05DD4EA1-08E4-4F22-9AFC-F859350F32AF}" destId="{5F779ED8-2DA7-4039-A17E-E3A8F45858C6}" srcOrd="0" destOrd="4" presId="urn:microsoft.com/office/officeart/2005/8/layout/hList1"/>
    <dgm:cxn modelId="{3CE03FCE-9E8D-4C66-AFD3-210923F54877}" srcId="{E20E3CCF-7F05-4377-8262-DC07426EC9A5}" destId="{E73B362F-6831-48D2-8880-4591D9566D04}" srcOrd="1" destOrd="0" parTransId="{1A1D9FC8-28A2-4834-A8DD-B64EFA7D71E3}" sibTransId="{DFE1C385-0279-4D7A-B6D0-D1D8562E0D04}"/>
    <dgm:cxn modelId="{57E002D2-D329-4AA3-80A4-97F02365B2E5}" srcId="{69515E74-75D0-485F-B565-8C20553555CD}" destId="{4F3D3A0D-3DA5-460C-86FC-B90CB7FC58B3}" srcOrd="0" destOrd="0" parTransId="{014E4F71-03BD-4B79-88D4-F8E2F344C87E}" sibTransId="{2CFE9B29-B6FA-4471-AEBE-9BC166FCEA42}"/>
    <dgm:cxn modelId="{682975DA-D614-4F2F-B0F4-8C23E9932D4D}" srcId="{E73B362F-6831-48D2-8880-4591D9566D04}" destId="{05DD4EA1-08E4-4F22-9AFC-F859350F32AF}" srcOrd="4" destOrd="0" parTransId="{B6D6E46F-6326-4A0C-B77B-C86CAC5F3F78}" sibTransId="{520215CF-0A2D-4233-9892-0C3F24DF1FC8}"/>
    <dgm:cxn modelId="{BF5052DD-42C3-47E3-84D1-9537B6ED4553}" srcId="{69515E74-75D0-485F-B565-8C20553555CD}" destId="{583686DB-0728-4A46-9DC8-84E3D835D207}" srcOrd="2" destOrd="0" parTransId="{43F1272A-D333-4BB1-9D2D-15B21CEE5A6A}" sibTransId="{072F3CB3-867B-42E7-8EDE-58641F09D023}"/>
    <dgm:cxn modelId="{7A06EBFD-525D-4082-87E1-4699BD7278F4}" type="presOf" srcId="{A9742F58-0AAC-4C6F-9578-7731106FF092}" destId="{5F779ED8-2DA7-4039-A17E-E3A8F45858C6}" srcOrd="0" destOrd="3" presId="urn:microsoft.com/office/officeart/2005/8/layout/hList1"/>
    <dgm:cxn modelId="{ADC49DE3-CA26-4B76-98ED-E083ED8A12E9}" type="presParOf" srcId="{BA39048A-DB2F-4B7A-9AE8-733E4AC76A16}" destId="{9A4AE114-B37C-466A-B22D-F3BA85B101C6}" srcOrd="0" destOrd="0" presId="urn:microsoft.com/office/officeart/2005/8/layout/hList1"/>
    <dgm:cxn modelId="{11C1C73F-2D43-4D0F-94E8-6BB66D2AE334}" type="presParOf" srcId="{9A4AE114-B37C-466A-B22D-F3BA85B101C6}" destId="{66392513-B8C4-45CB-BFF8-579F35C254FE}" srcOrd="0" destOrd="0" presId="urn:microsoft.com/office/officeart/2005/8/layout/hList1"/>
    <dgm:cxn modelId="{C8436EEC-2AFB-48A4-8DA3-68563EB9BE04}" type="presParOf" srcId="{9A4AE114-B37C-466A-B22D-F3BA85B101C6}" destId="{EBF0B064-B332-4B25-A2B6-4D16D23E92B4}" srcOrd="1" destOrd="0" presId="urn:microsoft.com/office/officeart/2005/8/layout/hList1"/>
    <dgm:cxn modelId="{06443250-FB8F-4989-8E0E-1ACDB807179B}" type="presParOf" srcId="{BA39048A-DB2F-4B7A-9AE8-733E4AC76A16}" destId="{5D909114-3B4C-442E-98F5-382E3F966D1D}" srcOrd="1" destOrd="0" presId="urn:microsoft.com/office/officeart/2005/8/layout/hList1"/>
    <dgm:cxn modelId="{F5CD9438-3CBC-4663-B122-49CFEF71738E}" type="presParOf" srcId="{BA39048A-DB2F-4B7A-9AE8-733E4AC76A16}" destId="{0067B5BB-B169-4880-99A5-81176D885DA0}" srcOrd="2" destOrd="0" presId="urn:microsoft.com/office/officeart/2005/8/layout/hList1"/>
    <dgm:cxn modelId="{DAE8F2E6-1354-4A1C-A2D6-496369C764CE}" type="presParOf" srcId="{0067B5BB-B169-4880-99A5-81176D885DA0}" destId="{C9289B85-50C7-4BC6-839D-AA740DA53C60}" srcOrd="0" destOrd="0" presId="urn:microsoft.com/office/officeart/2005/8/layout/hList1"/>
    <dgm:cxn modelId="{3820DB62-21F7-470D-9B3E-06044D939EFF}" type="presParOf" srcId="{0067B5BB-B169-4880-99A5-81176D885DA0}" destId="{5F779ED8-2DA7-4039-A17E-E3A8F45858C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C20BC4-5906-46BD-8F06-DBB2EAEB6691}">
      <dsp:nvSpPr>
        <dsp:cNvPr id="0" name=""/>
        <dsp:cNvSpPr/>
      </dsp:nvSpPr>
      <dsp:spPr>
        <a:xfrm>
          <a:off x="43" y="75300"/>
          <a:ext cx="4130426" cy="74880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hu-HU" sz="2600" kern="1200" dirty="0"/>
            <a:t>Előnyök</a:t>
          </a:r>
          <a:endParaRPr lang="en-US" sz="2600" kern="1200" dirty="0"/>
        </a:p>
      </dsp:txBody>
      <dsp:txXfrm>
        <a:off x="43" y="75300"/>
        <a:ext cx="4130426" cy="748800"/>
      </dsp:txXfrm>
    </dsp:sp>
    <dsp:sp modelId="{E6A2D987-1B73-4457-B72B-D558A55BF93D}">
      <dsp:nvSpPr>
        <dsp:cNvPr id="0" name=""/>
        <dsp:cNvSpPr/>
      </dsp:nvSpPr>
      <dsp:spPr>
        <a:xfrm>
          <a:off x="43" y="824100"/>
          <a:ext cx="4130426" cy="4282199"/>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hu-HU" sz="2600" kern="1200" dirty="0"/>
            <a:t>Gyors fejlesztés</a:t>
          </a:r>
          <a:endParaRPr lang="en-US" sz="2600" kern="1200" dirty="0"/>
        </a:p>
        <a:p>
          <a:pPr marL="228600" lvl="1" indent="-228600" algn="l" defTabSz="1155700">
            <a:lnSpc>
              <a:spcPct val="90000"/>
            </a:lnSpc>
            <a:spcBef>
              <a:spcPct val="0"/>
            </a:spcBef>
            <a:spcAft>
              <a:spcPct val="15000"/>
            </a:spcAft>
            <a:buChar char="•"/>
          </a:pPr>
          <a:r>
            <a:rPr lang="hu-HU" sz="2600" kern="1200" dirty="0"/>
            <a:t>Rövid eszköz betanulási idő</a:t>
          </a:r>
          <a:endParaRPr lang="en-US" sz="2600" kern="1200" dirty="0"/>
        </a:p>
        <a:p>
          <a:pPr marL="228600" lvl="1" indent="-228600" algn="l" defTabSz="1155700">
            <a:lnSpc>
              <a:spcPct val="90000"/>
            </a:lnSpc>
            <a:spcBef>
              <a:spcPct val="0"/>
            </a:spcBef>
            <a:spcAft>
              <a:spcPct val="15000"/>
            </a:spcAft>
            <a:buChar char="•"/>
          </a:pPr>
          <a:r>
            <a:rPr lang="hu-HU" sz="2600" kern="1200" dirty="0"/>
            <a:t>A </a:t>
          </a:r>
          <a:r>
            <a:rPr lang="hu-HU" sz="2600" kern="1200" dirty="0" err="1"/>
            <a:t>Record</a:t>
          </a:r>
          <a:r>
            <a:rPr lang="hu-HU" sz="2600" kern="1200" dirty="0"/>
            <a:t> funkciónak köszönhetően információhoz jutunk az alkalmazás felépítéséről</a:t>
          </a:r>
          <a:endParaRPr lang="en-US" sz="2600" kern="1200" dirty="0"/>
        </a:p>
        <a:p>
          <a:pPr marL="228600" lvl="1" indent="-228600" algn="l" defTabSz="1155700">
            <a:lnSpc>
              <a:spcPct val="90000"/>
            </a:lnSpc>
            <a:spcBef>
              <a:spcPct val="0"/>
            </a:spcBef>
            <a:spcAft>
              <a:spcPct val="15000"/>
            </a:spcAft>
            <a:buChar char="•"/>
          </a:pPr>
          <a:r>
            <a:rPr lang="hu-HU" sz="2600" kern="1200" dirty="0"/>
            <a:t>Független scriptek</a:t>
          </a:r>
          <a:endParaRPr lang="en-US" sz="2600" kern="1200" dirty="0"/>
        </a:p>
        <a:p>
          <a:pPr marL="228600" lvl="1" indent="-228600" algn="l" defTabSz="1155700">
            <a:lnSpc>
              <a:spcPct val="90000"/>
            </a:lnSpc>
            <a:spcBef>
              <a:spcPct val="0"/>
            </a:spcBef>
            <a:spcAft>
              <a:spcPct val="15000"/>
            </a:spcAft>
            <a:buChar char="•"/>
          </a:pPr>
          <a:r>
            <a:rPr lang="hu-HU" sz="2600" kern="1200" dirty="0"/>
            <a:t>Egyszerű hiba detektálás</a:t>
          </a:r>
          <a:endParaRPr lang="en-US" sz="2600" kern="1200" dirty="0"/>
        </a:p>
        <a:p>
          <a:pPr marL="228600" lvl="1" indent="-228600" algn="l" defTabSz="1155700">
            <a:lnSpc>
              <a:spcPct val="90000"/>
            </a:lnSpc>
            <a:spcBef>
              <a:spcPct val="0"/>
            </a:spcBef>
            <a:spcAft>
              <a:spcPct val="15000"/>
            </a:spcAft>
            <a:buChar char="•"/>
          </a:pPr>
          <a:r>
            <a:rPr lang="hu-HU" sz="2600" kern="1200" dirty="0"/>
            <a:t>Kevés tervezés szükséges</a:t>
          </a:r>
          <a:endParaRPr lang="en-US" sz="2600" kern="1200" dirty="0"/>
        </a:p>
      </dsp:txBody>
      <dsp:txXfrm>
        <a:off x="43" y="824100"/>
        <a:ext cx="4130426" cy="4282199"/>
      </dsp:txXfrm>
    </dsp:sp>
    <dsp:sp modelId="{B5F3B1D7-8920-4F57-9D36-CAE7ED4FB4B7}">
      <dsp:nvSpPr>
        <dsp:cNvPr id="0" name=""/>
        <dsp:cNvSpPr/>
      </dsp:nvSpPr>
      <dsp:spPr>
        <a:xfrm>
          <a:off x="4708729" y="75300"/>
          <a:ext cx="4130426" cy="748800"/>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hu-HU" sz="2600" kern="1200" dirty="0"/>
            <a:t>Hátrányok/Kockázatok</a:t>
          </a:r>
          <a:endParaRPr lang="en-US" sz="2600" kern="1200" dirty="0"/>
        </a:p>
      </dsp:txBody>
      <dsp:txXfrm>
        <a:off x="4708729" y="75300"/>
        <a:ext cx="4130426" cy="748800"/>
      </dsp:txXfrm>
    </dsp:sp>
    <dsp:sp modelId="{DABEBBF4-3A07-4165-BEBF-B1A60BB0AD1E}">
      <dsp:nvSpPr>
        <dsp:cNvPr id="0" name=""/>
        <dsp:cNvSpPr/>
      </dsp:nvSpPr>
      <dsp:spPr>
        <a:xfrm>
          <a:off x="4708729" y="824100"/>
          <a:ext cx="4130426" cy="4282199"/>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hu-HU" sz="2600" kern="1200" dirty="0"/>
            <a:t>Futtatás néha helytelen</a:t>
          </a:r>
          <a:endParaRPr lang="en-US" sz="2600" kern="1200" dirty="0"/>
        </a:p>
        <a:p>
          <a:pPr marL="228600" lvl="1" indent="-228600" algn="l" defTabSz="1155700">
            <a:lnSpc>
              <a:spcPct val="90000"/>
            </a:lnSpc>
            <a:spcBef>
              <a:spcPct val="0"/>
            </a:spcBef>
            <a:spcAft>
              <a:spcPct val="15000"/>
            </a:spcAft>
            <a:buChar char="•"/>
          </a:pPr>
          <a:r>
            <a:rPr lang="hu-HU" sz="2600" kern="1200" dirty="0"/>
            <a:t>Egy dimenziós script</a:t>
          </a:r>
          <a:endParaRPr lang="en-US" sz="2600" kern="1200" dirty="0"/>
        </a:p>
        <a:p>
          <a:pPr marL="228600" lvl="1" indent="-228600" algn="l" defTabSz="1155700">
            <a:lnSpc>
              <a:spcPct val="90000"/>
            </a:lnSpc>
            <a:spcBef>
              <a:spcPct val="0"/>
            </a:spcBef>
            <a:spcAft>
              <a:spcPct val="15000"/>
            </a:spcAft>
            <a:buChar char="•"/>
          </a:pPr>
          <a:r>
            <a:rPr lang="hu-HU" sz="2600" kern="1200" dirty="0"/>
            <a:t>Nehéz olvashatóság</a:t>
          </a:r>
          <a:endParaRPr lang="en-US" sz="2600" kern="1200" dirty="0"/>
        </a:p>
        <a:p>
          <a:pPr marL="228600" lvl="1" indent="-228600" algn="l" defTabSz="1155700">
            <a:lnSpc>
              <a:spcPct val="90000"/>
            </a:lnSpc>
            <a:spcBef>
              <a:spcPct val="0"/>
            </a:spcBef>
            <a:spcAft>
              <a:spcPct val="15000"/>
            </a:spcAft>
            <a:buChar char="•"/>
          </a:pPr>
          <a:r>
            <a:rPr lang="hu-HU" sz="2600" kern="1200" dirty="0"/>
            <a:t>Alkalmazás magas ismerete</a:t>
          </a:r>
          <a:endParaRPr lang="en-US" sz="2600" kern="1200" dirty="0"/>
        </a:p>
        <a:p>
          <a:pPr marL="228600" lvl="1" indent="-228600" algn="l" defTabSz="1155700">
            <a:lnSpc>
              <a:spcPct val="90000"/>
            </a:lnSpc>
            <a:spcBef>
              <a:spcPct val="0"/>
            </a:spcBef>
            <a:spcAft>
              <a:spcPct val="15000"/>
            </a:spcAft>
            <a:buChar char="•"/>
          </a:pPr>
          <a:r>
            <a:rPr lang="hu-HU" sz="2600" kern="1200" dirty="0"/>
            <a:t>Újrafelhasználhatóság hiánya</a:t>
          </a:r>
          <a:endParaRPr lang="en-US" sz="2600" kern="1200" dirty="0"/>
        </a:p>
        <a:p>
          <a:pPr marL="228600" lvl="1" indent="-228600" algn="l" defTabSz="1155700">
            <a:lnSpc>
              <a:spcPct val="90000"/>
            </a:lnSpc>
            <a:spcBef>
              <a:spcPct val="0"/>
            </a:spcBef>
            <a:spcAft>
              <a:spcPct val="15000"/>
            </a:spcAft>
            <a:buChar char="•"/>
          </a:pPr>
          <a:r>
            <a:rPr lang="hu-HU" sz="2600" kern="1200" dirty="0"/>
            <a:t>Paraméterezés hiánya</a:t>
          </a:r>
          <a:endParaRPr lang="en-US" sz="2600" kern="1200" dirty="0"/>
        </a:p>
        <a:p>
          <a:pPr marL="228600" lvl="1" indent="-228600" algn="l" defTabSz="1155700">
            <a:lnSpc>
              <a:spcPct val="90000"/>
            </a:lnSpc>
            <a:spcBef>
              <a:spcPct val="0"/>
            </a:spcBef>
            <a:spcAft>
              <a:spcPct val="15000"/>
            </a:spcAft>
            <a:buChar char="•"/>
          </a:pPr>
          <a:r>
            <a:rPr lang="hu-HU" sz="2600" kern="1200" dirty="0"/>
            <a:t>Költséges fenntarthatóság</a:t>
          </a:r>
          <a:endParaRPr lang="en-US" sz="2600" kern="1200" dirty="0"/>
        </a:p>
      </dsp:txBody>
      <dsp:txXfrm>
        <a:off x="4708729" y="824100"/>
        <a:ext cx="4130426" cy="42821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C20BC4-5906-46BD-8F06-DBB2EAEB6691}">
      <dsp:nvSpPr>
        <dsp:cNvPr id="0" name=""/>
        <dsp:cNvSpPr/>
      </dsp:nvSpPr>
      <dsp:spPr>
        <a:xfrm>
          <a:off x="43" y="305924"/>
          <a:ext cx="4130426" cy="86400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hu-HU" sz="3000" kern="1200" dirty="0"/>
            <a:t>Előnyök</a:t>
          </a:r>
          <a:endParaRPr lang="en-US" sz="3000" kern="1200" dirty="0"/>
        </a:p>
      </dsp:txBody>
      <dsp:txXfrm>
        <a:off x="43" y="305924"/>
        <a:ext cx="4130426" cy="864000"/>
      </dsp:txXfrm>
    </dsp:sp>
    <dsp:sp modelId="{E6A2D987-1B73-4457-B72B-D558A55BF93D}">
      <dsp:nvSpPr>
        <dsp:cNvPr id="0" name=""/>
        <dsp:cNvSpPr/>
      </dsp:nvSpPr>
      <dsp:spPr>
        <a:xfrm>
          <a:off x="43" y="1169924"/>
          <a:ext cx="4130426" cy="370575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a:lnSpc>
              <a:spcPct val="90000"/>
            </a:lnSpc>
            <a:spcBef>
              <a:spcPct val="0"/>
            </a:spcBef>
            <a:spcAft>
              <a:spcPct val="15000"/>
            </a:spcAft>
            <a:buChar char="•"/>
          </a:pPr>
          <a:r>
            <a:rPr lang="hu-HU" sz="3000" kern="1200" dirty="0"/>
            <a:t>Újrafelhasználhatóság</a:t>
          </a:r>
          <a:endParaRPr lang="en-US" sz="3000" kern="1200" dirty="0"/>
        </a:p>
        <a:p>
          <a:pPr marL="285750" lvl="1" indent="-285750" algn="l" defTabSz="1333500">
            <a:lnSpc>
              <a:spcPct val="90000"/>
            </a:lnSpc>
            <a:spcBef>
              <a:spcPct val="0"/>
            </a:spcBef>
            <a:spcAft>
              <a:spcPct val="15000"/>
            </a:spcAft>
            <a:buChar char="•"/>
          </a:pPr>
          <a:r>
            <a:rPr lang="hu-HU" sz="3000" kern="1200" dirty="0"/>
            <a:t>Korai script készítés</a:t>
          </a:r>
          <a:endParaRPr lang="en-US" sz="3000" kern="1200" dirty="0"/>
        </a:p>
        <a:p>
          <a:pPr marL="285750" lvl="1" indent="-285750" algn="l" defTabSz="1333500">
            <a:lnSpc>
              <a:spcPct val="90000"/>
            </a:lnSpc>
            <a:spcBef>
              <a:spcPct val="0"/>
            </a:spcBef>
            <a:spcAft>
              <a:spcPct val="15000"/>
            </a:spcAft>
            <a:buChar char="•"/>
          </a:pPr>
          <a:r>
            <a:rPr lang="hu-HU" sz="3000" kern="1200" dirty="0"/>
            <a:t>Könnyű olvashatóság</a:t>
          </a:r>
          <a:endParaRPr lang="en-US" sz="3000" kern="1200" dirty="0"/>
        </a:p>
        <a:p>
          <a:pPr marL="285750" lvl="1" indent="-285750" algn="l" defTabSz="1333500">
            <a:lnSpc>
              <a:spcPct val="90000"/>
            </a:lnSpc>
            <a:spcBef>
              <a:spcPct val="0"/>
            </a:spcBef>
            <a:spcAft>
              <a:spcPct val="15000"/>
            </a:spcAft>
            <a:buChar char="•"/>
          </a:pPr>
          <a:r>
            <a:rPr lang="hu-HU" sz="3000" kern="1200" dirty="0"/>
            <a:t>Standardizálás</a:t>
          </a:r>
          <a:endParaRPr lang="en-US" sz="3000" kern="1200" dirty="0"/>
        </a:p>
        <a:p>
          <a:pPr marL="285750" lvl="1" indent="-285750" algn="l" defTabSz="1333500">
            <a:lnSpc>
              <a:spcPct val="90000"/>
            </a:lnSpc>
            <a:spcBef>
              <a:spcPct val="0"/>
            </a:spcBef>
            <a:spcAft>
              <a:spcPct val="15000"/>
            </a:spcAft>
            <a:buChar char="•"/>
          </a:pPr>
          <a:r>
            <a:rPr lang="hu-HU" sz="3000" kern="1200" dirty="0"/>
            <a:t>Hibakezelés használata</a:t>
          </a:r>
          <a:endParaRPr lang="en-US" sz="3000" kern="1200" dirty="0"/>
        </a:p>
        <a:p>
          <a:pPr marL="285750" lvl="1" indent="-285750" algn="l" defTabSz="1333500">
            <a:lnSpc>
              <a:spcPct val="90000"/>
            </a:lnSpc>
            <a:spcBef>
              <a:spcPct val="0"/>
            </a:spcBef>
            <a:spcAft>
              <a:spcPct val="15000"/>
            </a:spcAft>
            <a:buChar char="•"/>
          </a:pPr>
          <a:endParaRPr lang="en-US" sz="3000" kern="1200" dirty="0"/>
        </a:p>
      </dsp:txBody>
      <dsp:txXfrm>
        <a:off x="43" y="1169924"/>
        <a:ext cx="4130426" cy="3705750"/>
      </dsp:txXfrm>
    </dsp:sp>
    <dsp:sp modelId="{B5F3B1D7-8920-4F57-9D36-CAE7ED4FB4B7}">
      <dsp:nvSpPr>
        <dsp:cNvPr id="0" name=""/>
        <dsp:cNvSpPr/>
      </dsp:nvSpPr>
      <dsp:spPr>
        <a:xfrm>
          <a:off x="4708729" y="305924"/>
          <a:ext cx="4130426" cy="864000"/>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hu-HU" sz="3000" kern="1200" dirty="0"/>
            <a:t>Hátrányok/Kockázatok</a:t>
          </a:r>
          <a:endParaRPr lang="en-US" sz="3000" kern="1200" dirty="0"/>
        </a:p>
      </dsp:txBody>
      <dsp:txXfrm>
        <a:off x="4708729" y="305924"/>
        <a:ext cx="4130426" cy="864000"/>
      </dsp:txXfrm>
    </dsp:sp>
    <dsp:sp modelId="{DABEBBF4-3A07-4165-BEBF-B1A60BB0AD1E}">
      <dsp:nvSpPr>
        <dsp:cNvPr id="0" name=""/>
        <dsp:cNvSpPr/>
      </dsp:nvSpPr>
      <dsp:spPr>
        <a:xfrm>
          <a:off x="4708729" y="1169924"/>
          <a:ext cx="4130426" cy="370575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a:lnSpc>
              <a:spcPct val="90000"/>
            </a:lnSpc>
            <a:spcBef>
              <a:spcPct val="0"/>
            </a:spcBef>
            <a:spcAft>
              <a:spcPct val="15000"/>
            </a:spcAft>
            <a:buChar char="•"/>
          </a:pPr>
          <a:r>
            <a:rPr lang="hu-HU" sz="3000" kern="1200" dirty="0"/>
            <a:t>Technikai szakemberekre van szükség</a:t>
          </a:r>
          <a:endParaRPr lang="en-US" sz="3000" kern="1200" dirty="0"/>
        </a:p>
        <a:p>
          <a:pPr marL="285750" lvl="1" indent="-285750" algn="l" defTabSz="1333500">
            <a:lnSpc>
              <a:spcPct val="90000"/>
            </a:lnSpc>
            <a:spcBef>
              <a:spcPct val="0"/>
            </a:spcBef>
            <a:spcAft>
              <a:spcPct val="15000"/>
            </a:spcAft>
            <a:buChar char="•"/>
          </a:pPr>
          <a:r>
            <a:rPr lang="hu-HU" sz="3000" kern="1200" dirty="0"/>
            <a:t>Komplexebb fenntarthatóság</a:t>
          </a:r>
          <a:endParaRPr lang="en-US" sz="3000" kern="1200" dirty="0"/>
        </a:p>
        <a:p>
          <a:pPr marL="285750" lvl="1" indent="-285750" algn="l" defTabSz="1333500">
            <a:lnSpc>
              <a:spcPct val="90000"/>
            </a:lnSpc>
            <a:spcBef>
              <a:spcPct val="0"/>
            </a:spcBef>
            <a:spcAft>
              <a:spcPct val="15000"/>
            </a:spcAft>
            <a:buChar char="•"/>
          </a:pPr>
          <a:r>
            <a:rPr lang="hu-HU" sz="3000" kern="1200" dirty="0"/>
            <a:t>Alapos tervezést igényel</a:t>
          </a:r>
          <a:endParaRPr lang="en-US" sz="3000" kern="1200" dirty="0"/>
        </a:p>
      </dsp:txBody>
      <dsp:txXfrm>
        <a:off x="4708729" y="1169924"/>
        <a:ext cx="4130426" cy="37057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C20BC4-5906-46BD-8F06-DBB2EAEB6691}">
      <dsp:nvSpPr>
        <dsp:cNvPr id="0" name=""/>
        <dsp:cNvSpPr/>
      </dsp:nvSpPr>
      <dsp:spPr>
        <a:xfrm>
          <a:off x="43" y="105174"/>
          <a:ext cx="4130426" cy="80640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hu-HU" sz="2800" kern="1200" dirty="0"/>
            <a:t>Előnyök</a:t>
          </a:r>
          <a:endParaRPr lang="en-US" sz="2800" kern="1200" dirty="0"/>
        </a:p>
      </dsp:txBody>
      <dsp:txXfrm>
        <a:off x="43" y="105174"/>
        <a:ext cx="4130426" cy="806400"/>
      </dsp:txXfrm>
    </dsp:sp>
    <dsp:sp modelId="{E6A2D987-1B73-4457-B72B-D558A55BF93D}">
      <dsp:nvSpPr>
        <dsp:cNvPr id="0" name=""/>
        <dsp:cNvSpPr/>
      </dsp:nvSpPr>
      <dsp:spPr>
        <a:xfrm>
          <a:off x="43" y="911574"/>
          <a:ext cx="4130426" cy="4164851"/>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hu-HU" sz="2800" kern="1200" dirty="0"/>
            <a:t>Újrafelhasználhatóság</a:t>
          </a:r>
          <a:endParaRPr lang="en-US" sz="2800" kern="1200" dirty="0"/>
        </a:p>
        <a:p>
          <a:pPr marL="285750" lvl="1" indent="-285750" algn="l" defTabSz="1244600">
            <a:lnSpc>
              <a:spcPct val="90000"/>
            </a:lnSpc>
            <a:spcBef>
              <a:spcPct val="0"/>
            </a:spcBef>
            <a:spcAft>
              <a:spcPct val="15000"/>
            </a:spcAft>
            <a:buChar char="•"/>
          </a:pPr>
          <a:r>
            <a:rPr lang="hu-HU" sz="2800" kern="1200" dirty="0"/>
            <a:t>Korai script készítés</a:t>
          </a:r>
          <a:endParaRPr lang="en-US" sz="2800" kern="1200" dirty="0"/>
        </a:p>
        <a:p>
          <a:pPr marL="285750" lvl="1" indent="-285750" algn="l" defTabSz="1244600">
            <a:lnSpc>
              <a:spcPct val="90000"/>
            </a:lnSpc>
            <a:spcBef>
              <a:spcPct val="0"/>
            </a:spcBef>
            <a:spcAft>
              <a:spcPct val="15000"/>
            </a:spcAft>
            <a:buChar char="•"/>
          </a:pPr>
          <a:r>
            <a:rPr lang="hu-HU" sz="2800" kern="1200" dirty="0"/>
            <a:t>Könnyű olvashatóság</a:t>
          </a:r>
          <a:endParaRPr lang="en-US" sz="2800" kern="1200" dirty="0"/>
        </a:p>
        <a:p>
          <a:pPr marL="285750" lvl="1" indent="-285750" algn="l" defTabSz="1244600">
            <a:lnSpc>
              <a:spcPct val="90000"/>
            </a:lnSpc>
            <a:spcBef>
              <a:spcPct val="0"/>
            </a:spcBef>
            <a:spcAft>
              <a:spcPct val="15000"/>
            </a:spcAft>
            <a:buChar char="•"/>
          </a:pPr>
          <a:r>
            <a:rPr lang="hu-HU" sz="2800" kern="1200" dirty="0"/>
            <a:t>Standardizálás</a:t>
          </a:r>
          <a:endParaRPr lang="en-US" sz="2800" kern="1200" dirty="0"/>
        </a:p>
        <a:p>
          <a:pPr marL="285750" lvl="1" indent="-285750" algn="l" defTabSz="1244600">
            <a:lnSpc>
              <a:spcPct val="90000"/>
            </a:lnSpc>
            <a:spcBef>
              <a:spcPct val="0"/>
            </a:spcBef>
            <a:spcAft>
              <a:spcPct val="15000"/>
            </a:spcAft>
            <a:buChar char="•"/>
          </a:pPr>
          <a:r>
            <a:rPr lang="hu-HU" sz="2800" kern="1200" dirty="0"/>
            <a:t>Hibakezelés használata</a:t>
          </a:r>
          <a:endParaRPr lang="en-US" sz="2800" kern="1200" dirty="0"/>
        </a:p>
        <a:p>
          <a:pPr marL="285750" lvl="1" indent="-285750" algn="l" defTabSz="1244600">
            <a:lnSpc>
              <a:spcPct val="90000"/>
            </a:lnSpc>
            <a:spcBef>
              <a:spcPct val="0"/>
            </a:spcBef>
            <a:spcAft>
              <a:spcPct val="15000"/>
            </a:spcAft>
            <a:buChar char="•"/>
          </a:pPr>
          <a:r>
            <a:rPr lang="hu-HU" sz="2800" kern="1200" dirty="0"/>
            <a:t>Más tesztelők is tudnak teszt eseteket készíteni</a:t>
          </a:r>
          <a:endParaRPr lang="en-US" sz="2800" kern="1200" dirty="0"/>
        </a:p>
        <a:p>
          <a:pPr marL="285750" lvl="1" indent="-285750" algn="l" defTabSz="1244600">
            <a:lnSpc>
              <a:spcPct val="90000"/>
            </a:lnSpc>
            <a:spcBef>
              <a:spcPct val="0"/>
            </a:spcBef>
            <a:spcAft>
              <a:spcPct val="15000"/>
            </a:spcAft>
            <a:buChar char="•"/>
          </a:pPr>
          <a:endParaRPr lang="en-US" sz="2800" kern="1200" dirty="0"/>
        </a:p>
      </dsp:txBody>
      <dsp:txXfrm>
        <a:off x="43" y="911574"/>
        <a:ext cx="4130426" cy="4164851"/>
      </dsp:txXfrm>
    </dsp:sp>
    <dsp:sp modelId="{B5F3B1D7-8920-4F57-9D36-CAE7ED4FB4B7}">
      <dsp:nvSpPr>
        <dsp:cNvPr id="0" name=""/>
        <dsp:cNvSpPr/>
      </dsp:nvSpPr>
      <dsp:spPr>
        <a:xfrm>
          <a:off x="4708729" y="105174"/>
          <a:ext cx="4130426" cy="806400"/>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hu-HU" sz="2800" kern="1200" dirty="0"/>
            <a:t>Hátrányok/Kockázatok</a:t>
          </a:r>
          <a:endParaRPr lang="en-US" sz="2800" kern="1200" dirty="0"/>
        </a:p>
      </dsp:txBody>
      <dsp:txXfrm>
        <a:off x="4708729" y="105174"/>
        <a:ext cx="4130426" cy="806400"/>
      </dsp:txXfrm>
    </dsp:sp>
    <dsp:sp modelId="{DABEBBF4-3A07-4165-BEBF-B1A60BB0AD1E}">
      <dsp:nvSpPr>
        <dsp:cNvPr id="0" name=""/>
        <dsp:cNvSpPr/>
      </dsp:nvSpPr>
      <dsp:spPr>
        <a:xfrm>
          <a:off x="4708729" y="911574"/>
          <a:ext cx="4130426" cy="4164851"/>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hu-HU" sz="2800" kern="1200" dirty="0"/>
            <a:t>Technikai szakemberekre van szükség</a:t>
          </a:r>
          <a:endParaRPr lang="en-US" sz="2800" kern="1200" dirty="0"/>
        </a:p>
        <a:p>
          <a:pPr marL="285750" lvl="1" indent="-285750" algn="l" defTabSz="1244600">
            <a:lnSpc>
              <a:spcPct val="90000"/>
            </a:lnSpc>
            <a:spcBef>
              <a:spcPct val="0"/>
            </a:spcBef>
            <a:spcAft>
              <a:spcPct val="15000"/>
            </a:spcAft>
            <a:buChar char="•"/>
          </a:pPr>
          <a:r>
            <a:rPr lang="hu-HU" sz="2800" kern="1200" dirty="0"/>
            <a:t>Komplexebb fenntarthatóság</a:t>
          </a:r>
          <a:endParaRPr lang="en-US" sz="2800" kern="1200" dirty="0"/>
        </a:p>
        <a:p>
          <a:pPr marL="285750" lvl="1" indent="-285750" algn="l" defTabSz="1244600">
            <a:lnSpc>
              <a:spcPct val="90000"/>
            </a:lnSpc>
            <a:spcBef>
              <a:spcPct val="0"/>
            </a:spcBef>
            <a:spcAft>
              <a:spcPct val="15000"/>
            </a:spcAft>
            <a:buChar char="•"/>
          </a:pPr>
          <a:r>
            <a:rPr lang="hu-HU" sz="2800" kern="1200" dirty="0"/>
            <a:t>Alapos tervezést igényel</a:t>
          </a:r>
          <a:endParaRPr lang="en-US" sz="2800" kern="1200" dirty="0"/>
        </a:p>
        <a:p>
          <a:pPr marL="285750" lvl="1" indent="-285750" algn="l" defTabSz="1244600">
            <a:lnSpc>
              <a:spcPct val="90000"/>
            </a:lnSpc>
            <a:spcBef>
              <a:spcPct val="0"/>
            </a:spcBef>
            <a:spcAft>
              <a:spcPct val="15000"/>
            </a:spcAft>
            <a:buChar char="•"/>
          </a:pPr>
          <a:r>
            <a:rPr lang="hu-HU" sz="2800" kern="1200" dirty="0"/>
            <a:t>Felsővezetői támogatás szükséges (költség, idő, erőforrás)</a:t>
          </a:r>
          <a:endParaRPr lang="en-US" sz="2800" kern="1200" dirty="0"/>
        </a:p>
      </dsp:txBody>
      <dsp:txXfrm>
        <a:off x="4708729" y="911574"/>
        <a:ext cx="4130426" cy="416485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227B27-9405-4ADA-A643-974DA03CA66B}">
      <dsp:nvSpPr>
        <dsp:cNvPr id="0" name=""/>
        <dsp:cNvSpPr/>
      </dsp:nvSpPr>
      <dsp:spPr>
        <a:xfrm>
          <a:off x="2043816" y="596016"/>
          <a:ext cx="4065766" cy="4065766"/>
        </a:xfrm>
        <a:prstGeom prst="blockArc">
          <a:avLst>
            <a:gd name="adj1" fmla="val 12600000"/>
            <a:gd name="adj2" fmla="val 16200000"/>
            <a:gd name="adj3" fmla="val 4525"/>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C20B610-A444-4A69-A999-D1D47CBDC210}">
      <dsp:nvSpPr>
        <dsp:cNvPr id="0" name=""/>
        <dsp:cNvSpPr/>
      </dsp:nvSpPr>
      <dsp:spPr>
        <a:xfrm>
          <a:off x="2043816" y="596016"/>
          <a:ext cx="4065766" cy="4065766"/>
        </a:xfrm>
        <a:prstGeom prst="blockArc">
          <a:avLst>
            <a:gd name="adj1" fmla="val 9000000"/>
            <a:gd name="adj2" fmla="val 12600000"/>
            <a:gd name="adj3" fmla="val 4525"/>
          </a:avLst>
        </a:prstGeom>
        <a:gradFill rotWithShape="0">
          <a:gsLst>
            <a:gs pos="0">
              <a:schemeClr val="accent2">
                <a:hueOff val="-1164290"/>
                <a:satOff val="-67142"/>
                <a:lumOff val="6902"/>
                <a:alphaOff val="0"/>
                <a:satMod val="103000"/>
                <a:lumMod val="102000"/>
                <a:tint val="94000"/>
              </a:schemeClr>
            </a:gs>
            <a:gs pos="50000">
              <a:schemeClr val="accent2">
                <a:hueOff val="-1164290"/>
                <a:satOff val="-67142"/>
                <a:lumOff val="6902"/>
                <a:alphaOff val="0"/>
                <a:satMod val="110000"/>
                <a:lumMod val="100000"/>
                <a:shade val="100000"/>
              </a:schemeClr>
            </a:gs>
            <a:gs pos="100000">
              <a:schemeClr val="accent2">
                <a:hueOff val="-1164290"/>
                <a:satOff val="-67142"/>
                <a:lumOff val="690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DCBE2629-1449-41DA-B5EE-E05165A24820}">
      <dsp:nvSpPr>
        <dsp:cNvPr id="0" name=""/>
        <dsp:cNvSpPr/>
      </dsp:nvSpPr>
      <dsp:spPr>
        <a:xfrm>
          <a:off x="2043816" y="596016"/>
          <a:ext cx="4065766" cy="4065766"/>
        </a:xfrm>
        <a:prstGeom prst="blockArc">
          <a:avLst>
            <a:gd name="adj1" fmla="val 5400000"/>
            <a:gd name="adj2" fmla="val 9000000"/>
            <a:gd name="adj3" fmla="val 4525"/>
          </a:avLst>
        </a:prstGeom>
        <a:gradFill rotWithShape="0">
          <a:gsLst>
            <a:gs pos="0">
              <a:schemeClr val="accent2">
                <a:hueOff val="-873218"/>
                <a:satOff val="-50357"/>
                <a:lumOff val="5177"/>
                <a:alphaOff val="0"/>
                <a:satMod val="103000"/>
                <a:lumMod val="102000"/>
                <a:tint val="94000"/>
              </a:schemeClr>
            </a:gs>
            <a:gs pos="50000">
              <a:schemeClr val="accent2">
                <a:hueOff val="-873218"/>
                <a:satOff val="-50357"/>
                <a:lumOff val="5177"/>
                <a:alphaOff val="0"/>
                <a:satMod val="110000"/>
                <a:lumMod val="100000"/>
                <a:shade val="100000"/>
              </a:schemeClr>
            </a:gs>
            <a:gs pos="100000">
              <a:schemeClr val="accent2">
                <a:hueOff val="-873218"/>
                <a:satOff val="-50357"/>
                <a:lumOff val="517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18955A6-4857-4C78-BBC5-B9882AB620E1}">
      <dsp:nvSpPr>
        <dsp:cNvPr id="0" name=""/>
        <dsp:cNvSpPr/>
      </dsp:nvSpPr>
      <dsp:spPr>
        <a:xfrm>
          <a:off x="2043816" y="596016"/>
          <a:ext cx="4065766" cy="4065766"/>
        </a:xfrm>
        <a:prstGeom prst="blockArc">
          <a:avLst>
            <a:gd name="adj1" fmla="val 1800000"/>
            <a:gd name="adj2" fmla="val 5400000"/>
            <a:gd name="adj3" fmla="val 4525"/>
          </a:avLst>
        </a:prstGeom>
        <a:gradFill rotWithShape="0">
          <a:gsLst>
            <a:gs pos="0">
              <a:schemeClr val="accent2">
                <a:hueOff val="-582145"/>
                <a:satOff val="-33571"/>
                <a:lumOff val="3451"/>
                <a:alphaOff val="0"/>
                <a:satMod val="103000"/>
                <a:lumMod val="102000"/>
                <a:tint val="94000"/>
              </a:schemeClr>
            </a:gs>
            <a:gs pos="50000">
              <a:schemeClr val="accent2">
                <a:hueOff val="-582145"/>
                <a:satOff val="-33571"/>
                <a:lumOff val="3451"/>
                <a:alphaOff val="0"/>
                <a:satMod val="110000"/>
                <a:lumMod val="100000"/>
                <a:shade val="100000"/>
              </a:schemeClr>
            </a:gs>
            <a:gs pos="100000">
              <a:schemeClr val="accent2">
                <a:hueOff val="-582145"/>
                <a:satOff val="-33571"/>
                <a:lumOff val="345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D051807-C898-4047-BDE6-CDC32FCCAE71}">
      <dsp:nvSpPr>
        <dsp:cNvPr id="0" name=""/>
        <dsp:cNvSpPr/>
      </dsp:nvSpPr>
      <dsp:spPr>
        <a:xfrm>
          <a:off x="2043816" y="596016"/>
          <a:ext cx="4065766" cy="4065766"/>
        </a:xfrm>
        <a:prstGeom prst="blockArc">
          <a:avLst>
            <a:gd name="adj1" fmla="val 19800000"/>
            <a:gd name="adj2" fmla="val 1800000"/>
            <a:gd name="adj3" fmla="val 4525"/>
          </a:avLst>
        </a:prstGeom>
        <a:gradFill rotWithShape="0">
          <a:gsLst>
            <a:gs pos="0">
              <a:schemeClr val="accent2">
                <a:hueOff val="-291073"/>
                <a:satOff val="-16786"/>
                <a:lumOff val="1726"/>
                <a:alphaOff val="0"/>
                <a:satMod val="103000"/>
                <a:lumMod val="102000"/>
                <a:tint val="94000"/>
              </a:schemeClr>
            </a:gs>
            <a:gs pos="50000">
              <a:schemeClr val="accent2">
                <a:hueOff val="-291073"/>
                <a:satOff val="-16786"/>
                <a:lumOff val="1726"/>
                <a:alphaOff val="0"/>
                <a:satMod val="110000"/>
                <a:lumMod val="100000"/>
                <a:shade val="100000"/>
              </a:schemeClr>
            </a:gs>
            <a:gs pos="100000">
              <a:schemeClr val="accent2">
                <a:hueOff val="-291073"/>
                <a:satOff val="-16786"/>
                <a:lumOff val="172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60EE9C7-8E96-4D84-B53A-D01174E6858B}">
      <dsp:nvSpPr>
        <dsp:cNvPr id="0" name=""/>
        <dsp:cNvSpPr/>
      </dsp:nvSpPr>
      <dsp:spPr>
        <a:xfrm>
          <a:off x="2057396" y="609596"/>
          <a:ext cx="4065766" cy="4065766"/>
        </a:xfrm>
        <a:prstGeom prst="blockArc">
          <a:avLst>
            <a:gd name="adj1" fmla="val 16200000"/>
            <a:gd name="adj2" fmla="val 19800000"/>
            <a:gd name="adj3" fmla="val 4525"/>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7592341-0698-44E7-8E39-3928B0398B70}">
      <dsp:nvSpPr>
        <dsp:cNvPr id="0" name=""/>
        <dsp:cNvSpPr/>
      </dsp:nvSpPr>
      <dsp:spPr>
        <a:xfrm>
          <a:off x="3164020" y="1716220"/>
          <a:ext cx="1825358" cy="1825358"/>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hu-HU" sz="1600" b="1" kern="1200" dirty="0">
              <a:solidFill>
                <a:schemeClr val="tx1"/>
              </a:solidFill>
            </a:rPr>
            <a:t>Teszt automatizálás</a:t>
          </a:r>
          <a:endParaRPr lang="en-US" sz="1600" b="1" kern="1200" dirty="0">
            <a:solidFill>
              <a:schemeClr val="tx1"/>
            </a:solidFill>
          </a:endParaRPr>
        </a:p>
      </dsp:txBody>
      <dsp:txXfrm>
        <a:off x="3431337" y="1983537"/>
        <a:ext cx="1290724" cy="1290724"/>
      </dsp:txXfrm>
    </dsp:sp>
    <dsp:sp modelId="{36929975-4907-41A6-8333-4DB309D070B6}">
      <dsp:nvSpPr>
        <dsp:cNvPr id="0" name=""/>
        <dsp:cNvSpPr/>
      </dsp:nvSpPr>
      <dsp:spPr>
        <a:xfrm>
          <a:off x="3437824" y="3140"/>
          <a:ext cx="1277750" cy="1277750"/>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hu-HU" sz="1200" b="1" kern="1200" dirty="0">
              <a:solidFill>
                <a:schemeClr val="tx1"/>
              </a:solidFill>
            </a:rPr>
            <a:t>Tesztek / függvények</a:t>
          </a:r>
          <a:endParaRPr lang="en-US" sz="1200" b="1" kern="1200" dirty="0">
            <a:solidFill>
              <a:schemeClr val="tx1"/>
            </a:solidFill>
          </a:endParaRPr>
        </a:p>
      </dsp:txBody>
      <dsp:txXfrm>
        <a:off x="3624946" y="190262"/>
        <a:ext cx="903506" cy="903506"/>
      </dsp:txXfrm>
    </dsp:sp>
    <dsp:sp modelId="{DCB7501F-FD59-45F0-B285-5E35CAC7F6F1}">
      <dsp:nvSpPr>
        <dsp:cNvPr id="0" name=""/>
        <dsp:cNvSpPr/>
      </dsp:nvSpPr>
      <dsp:spPr>
        <a:xfrm>
          <a:off x="5158516" y="996582"/>
          <a:ext cx="1277750" cy="1277750"/>
        </a:xfrm>
        <a:prstGeom prst="ellipse">
          <a:avLst/>
        </a:prstGeom>
        <a:gradFill rotWithShape="0">
          <a:gsLst>
            <a:gs pos="0">
              <a:schemeClr val="accent2">
                <a:hueOff val="-291073"/>
                <a:satOff val="-16786"/>
                <a:lumOff val="1726"/>
                <a:alphaOff val="0"/>
                <a:satMod val="103000"/>
                <a:lumMod val="102000"/>
                <a:tint val="94000"/>
              </a:schemeClr>
            </a:gs>
            <a:gs pos="50000">
              <a:schemeClr val="accent2">
                <a:hueOff val="-291073"/>
                <a:satOff val="-16786"/>
                <a:lumOff val="1726"/>
                <a:alphaOff val="0"/>
                <a:satMod val="110000"/>
                <a:lumMod val="100000"/>
                <a:shade val="100000"/>
              </a:schemeClr>
            </a:gs>
            <a:gs pos="100000">
              <a:schemeClr val="accent2">
                <a:hueOff val="-291073"/>
                <a:satOff val="-16786"/>
                <a:lumOff val="172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hu-HU" sz="1200" b="1" kern="1200" dirty="0">
              <a:solidFill>
                <a:schemeClr val="tx1"/>
              </a:solidFill>
            </a:rPr>
            <a:t>Teszt adat</a:t>
          </a:r>
          <a:endParaRPr lang="en-US" sz="1200" b="1" kern="1200" dirty="0">
            <a:solidFill>
              <a:schemeClr val="tx1"/>
            </a:solidFill>
          </a:endParaRPr>
        </a:p>
      </dsp:txBody>
      <dsp:txXfrm>
        <a:off x="5345638" y="1183704"/>
        <a:ext cx="903506" cy="903506"/>
      </dsp:txXfrm>
    </dsp:sp>
    <dsp:sp modelId="{4EE32459-93B0-415B-A802-14C244C466C7}">
      <dsp:nvSpPr>
        <dsp:cNvPr id="0" name=""/>
        <dsp:cNvSpPr/>
      </dsp:nvSpPr>
      <dsp:spPr>
        <a:xfrm>
          <a:off x="5158516" y="2983466"/>
          <a:ext cx="1277750" cy="1277750"/>
        </a:xfrm>
        <a:prstGeom prst="ellipse">
          <a:avLst/>
        </a:prstGeom>
        <a:gradFill rotWithShape="0">
          <a:gsLst>
            <a:gs pos="0">
              <a:schemeClr val="accent2">
                <a:hueOff val="-582145"/>
                <a:satOff val="-33571"/>
                <a:lumOff val="3451"/>
                <a:alphaOff val="0"/>
                <a:satMod val="103000"/>
                <a:lumMod val="102000"/>
                <a:tint val="94000"/>
              </a:schemeClr>
            </a:gs>
            <a:gs pos="50000">
              <a:schemeClr val="accent2">
                <a:hueOff val="-582145"/>
                <a:satOff val="-33571"/>
                <a:lumOff val="3451"/>
                <a:alphaOff val="0"/>
                <a:satMod val="110000"/>
                <a:lumMod val="100000"/>
                <a:shade val="100000"/>
              </a:schemeClr>
            </a:gs>
            <a:gs pos="100000">
              <a:schemeClr val="accent2">
                <a:hueOff val="-582145"/>
                <a:satOff val="-33571"/>
                <a:lumOff val="345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hu-HU" sz="1200" b="1" kern="1200" dirty="0">
              <a:solidFill>
                <a:schemeClr val="tx1"/>
              </a:solidFill>
            </a:rPr>
            <a:t>Objektumok</a:t>
          </a:r>
          <a:endParaRPr lang="en-US" sz="1200" b="1" kern="1200" dirty="0">
            <a:solidFill>
              <a:schemeClr val="tx1"/>
            </a:solidFill>
          </a:endParaRPr>
        </a:p>
      </dsp:txBody>
      <dsp:txXfrm>
        <a:off x="5345638" y="3170588"/>
        <a:ext cx="903506" cy="903506"/>
      </dsp:txXfrm>
    </dsp:sp>
    <dsp:sp modelId="{BBDB9B6A-6CA7-4BB7-8F69-E75C91B20DBF}">
      <dsp:nvSpPr>
        <dsp:cNvPr id="0" name=""/>
        <dsp:cNvSpPr/>
      </dsp:nvSpPr>
      <dsp:spPr>
        <a:xfrm>
          <a:off x="3437824" y="3976909"/>
          <a:ext cx="1277750" cy="1277750"/>
        </a:xfrm>
        <a:prstGeom prst="ellipse">
          <a:avLst/>
        </a:prstGeom>
        <a:gradFill rotWithShape="0">
          <a:gsLst>
            <a:gs pos="0">
              <a:schemeClr val="accent2">
                <a:hueOff val="-873218"/>
                <a:satOff val="-50357"/>
                <a:lumOff val="5177"/>
                <a:alphaOff val="0"/>
                <a:satMod val="103000"/>
                <a:lumMod val="102000"/>
                <a:tint val="94000"/>
              </a:schemeClr>
            </a:gs>
            <a:gs pos="50000">
              <a:schemeClr val="accent2">
                <a:hueOff val="-873218"/>
                <a:satOff val="-50357"/>
                <a:lumOff val="5177"/>
                <a:alphaOff val="0"/>
                <a:satMod val="110000"/>
                <a:lumMod val="100000"/>
                <a:shade val="100000"/>
              </a:schemeClr>
            </a:gs>
            <a:gs pos="100000">
              <a:schemeClr val="accent2">
                <a:hueOff val="-873218"/>
                <a:satOff val="-50357"/>
                <a:lumOff val="517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hu-HU" sz="1200" b="1" kern="1200" dirty="0">
              <a:solidFill>
                <a:schemeClr val="tx1"/>
              </a:solidFill>
            </a:rPr>
            <a:t>Alkalmazás</a:t>
          </a:r>
          <a:endParaRPr lang="en-US" sz="1200" b="1" kern="1200" dirty="0">
            <a:solidFill>
              <a:schemeClr val="tx1"/>
            </a:solidFill>
          </a:endParaRPr>
        </a:p>
      </dsp:txBody>
      <dsp:txXfrm>
        <a:off x="3624946" y="4164031"/>
        <a:ext cx="903506" cy="903506"/>
      </dsp:txXfrm>
    </dsp:sp>
    <dsp:sp modelId="{523DFD6A-7095-4B33-AC6F-43AA86CA0DCD}">
      <dsp:nvSpPr>
        <dsp:cNvPr id="0" name=""/>
        <dsp:cNvSpPr/>
      </dsp:nvSpPr>
      <dsp:spPr>
        <a:xfrm>
          <a:off x="1717132" y="2983466"/>
          <a:ext cx="1277750" cy="1277750"/>
        </a:xfrm>
        <a:prstGeom prst="ellipse">
          <a:avLst/>
        </a:prstGeom>
        <a:gradFill rotWithShape="0">
          <a:gsLst>
            <a:gs pos="0">
              <a:schemeClr val="accent2">
                <a:hueOff val="-1164290"/>
                <a:satOff val="-67142"/>
                <a:lumOff val="6902"/>
                <a:alphaOff val="0"/>
                <a:satMod val="103000"/>
                <a:lumMod val="102000"/>
                <a:tint val="94000"/>
              </a:schemeClr>
            </a:gs>
            <a:gs pos="50000">
              <a:schemeClr val="accent2">
                <a:hueOff val="-1164290"/>
                <a:satOff val="-67142"/>
                <a:lumOff val="6902"/>
                <a:alphaOff val="0"/>
                <a:satMod val="110000"/>
                <a:lumMod val="100000"/>
                <a:shade val="100000"/>
              </a:schemeClr>
            </a:gs>
            <a:gs pos="100000">
              <a:schemeClr val="accent2">
                <a:hueOff val="-1164290"/>
                <a:satOff val="-67142"/>
                <a:lumOff val="690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hu-HU" sz="1200" b="1" kern="1200" dirty="0">
              <a:solidFill>
                <a:schemeClr val="tx1"/>
              </a:solidFill>
            </a:rPr>
            <a:t>Naplózás</a:t>
          </a:r>
          <a:endParaRPr lang="en-US" sz="1200" b="1" kern="1200" dirty="0">
            <a:solidFill>
              <a:schemeClr val="tx1"/>
            </a:solidFill>
          </a:endParaRPr>
        </a:p>
      </dsp:txBody>
      <dsp:txXfrm>
        <a:off x="1904254" y="3170588"/>
        <a:ext cx="903506" cy="903506"/>
      </dsp:txXfrm>
    </dsp:sp>
    <dsp:sp modelId="{00AC4533-BE3C-4058-9BAA-9E0E0C010A08}">
      <dsp:nvSpPr>
        <dsp:cNvPr id="0" name=""/>
        <dsp:cNvSpPr/>
      </dsp:nvSpPr>
      <dsp:spPr>
        <a:xfrm>
          <a:off x="1717132" y="996582"/>
          <a:ext cx="1277750" cy="1277750"/>
        </a:xfrm>
        <a:prstGeom prst="ellipse">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hu-HU" sz="1200" b="1" kern="1200" dirty="0">
              <a:solidFill>
                <a:schemeClr val="tx1"/>
              </a:solidFill>
            </a:rPr>
            <a:t>Helyreállítási forgatókönyv</a:t>
          </a:r>
          <a:endParaRPr lang="en-US" sz="1200" b="1" kern="1200" dirty="0">
            <a:solidFill>
              <a:schemeClr val="tx1"/>
            </a:solidFill>
          </a:endParaRPr>
        </a:p>
      </dsp:txBody>
      <dsp:txXfrm>
        <a:off x="1904254" y="1183704"/>
        <a:ext cx="903506" cy="9035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392513-B8C4-45CB-BFF8-579F35C254FE}">
      <dsp:nvSpPr>
        <dsp:cNvPr id="0" name=""/>
        <dsp:cNvSpPr/>
      </dsp:nvSpPr>
      <dsp:spPr>
        <a:xfrm>
          <a:off x="40" y="12049"/>
          <a:ext cx="3905657" cy="63360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hu-HU" sz="2200" kern="1200" dirty="0"/>
            <a:t>Manuális</a:t>
          </a:r>
          <a:endParaRPr lang="en-US" sz="2200" kern="1200" dirty="0"/>
        </a:p>
      </dsp:txBody>
      <dsp:txXfrm>
        <a:off x="40" y="12049"/>
        <a:ext cx="3905657" cy="633600"/>
      </dsp:txXfrm>
    </dsp:sp>
    <dsp:sp modelId="{EBF0B064-B332-4B25-A2B6-4D16D23E92B4}">
      <dsp:nvSpPr>
        <dsp:cNvPr id="0" name=""/>
        <dsp:cNvSpPr/>
      </dsp:nvSpPr>
      <dsp:spPr>
        <a:xfrm>
          <a:off x="40" y="645649"/>
          <a:ext cx="3905657" cy="3985739"/>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hu-HU" sz="2200" kern="1200" dirty="0"/>
            <a:t>Vázlatos teszt tervezés is elég</a:t>
          </a:r>
          <a:endParaRPr lang="en-US" sz="2200" kern="1200" dirty="0"/>
        </a:p>
        <a:p>
          <a:pPr marL="228600" lvl="1" indent="-228600" algn="l" defTabSz="977900">
            <a:lnSpc>
              <a:spcPct val="90000"/>
            </a:lnSpc>
            <a:spcBef>
              <a:spcPct val="0"/>
            </a:spcBef>
            <a:spcAft>
              <a:spcPct val="15000"/>
            </a:spcAft>
            <a:buChar char="•"/>
          </a:pPr>
          <a:r>
            <a:rPr lang="hu-HU" sz="2200" kern="1200" dirty="0"/>
            <a:t>Végrehajtás során a tervezési hibák küszöbölhetők</a:t>
          </a:r>
          <a:endParaRPr lang="en-US" sz="2200" kern="1200" dirty="0"/>
        </a:p>
        <a:p>
          <a:pPr marL="228600" lvl="1" indent="-228600" algn="l" defTabSz="977900">
            <a:lnSpc>
              <a:spcPct val="90000"/>
            </a:lnSpc>
            <a:spcBef>
              <a:spcPct val="0"/>
            </a:spcBef>
            <a:spcAft>
              <a:spcPct val="15000"/>
            </a:spcAft>
            <a:buChar char="•"/>
          </a:pPr>
          <a:r>
            <a:rPr lang="hu-HU" sz="2200" kern="1200" dirty="0"/>
            <a:t>Teszt végrehajtás idő és erőforrás igényes</a:t>
          </a:r>
          <a:endParaRPr lang="en-US" sz="2200" kern="1200" dirty="0"/>
        </a:p>
        <a:p>
          <a:pPr marL="228600" lvl="1" indent="-228600" algn="l" defTabSz="977900">
            <a:lnSpc>
              <a:spcPct val="90000"/>
            </a:lnSpc>
            <a:spcBef>
              <a:spcPct val="0"/>
            </a:spcBef>
            <a:spcAft>
              <a:spcPct val="15000"/>
            </a:spcAft>
            <a:buChar char="•"/>
          </a:pPr>
          <a:r>
            <a:rPr lang="hu-HU" sz="2200" kern="1200" dirty="0"/>
            <a:t>Ismétlődő végrehajtások, nagy kombinációk hatással vannak a költségekre és erőforrásokra</a:t>
          </a:r>
          <a:endParaRPr lang="en-US" sz="2200" kern="1200" dirty="0"/>
        </a:p>
        <a:p>
          <a:pPr marL="228600" lvl="1" indent="-228600" algn="l" defTabSz="977900">
            <a:lnSpc>
              <a:spcPct val="90000"/>
            </a:lnSpc>
            <a:spcBef>
              <a:spcPct val="0"/>
            </a:spcBef>
            <a:spcAft>
              <a:spcPct val="15000"/>
            </a:spcAft>
            <a:buChar char="•"/>
          </a:pPr>
          <a:r>
            <a:rPr lang="hu-HU" sz="2200" kern="1200" dirty="0"/>
            <a:t>Tesztelők elfáradhatnak, hibát véthetnek</a:t>
          </a:r>
        </a:p>
      </dsp:txBody>
      <dsp:txXfrm>
        <a:off x="40" y="645649"/>
        <a:ext cx="3905657" cy="3985739"/>
      </dsp:txXfrm>
    </dsp:sp>
    <dsp:sp modelId="{C9289B85-50C7-4BC6-839D-AA740DA53C60}">
      <dsp:nvSpPr>
        <dsp:cNvPr id="0" name=""/>
        <dsp:cNvSpPr/>
      </dsp:nvSpPr>
      <dsp:spPr>
        <a:xfrm>
          <a:off x="4452490" y="12049"/>
          <a:ext cx="3905657" cy="633600"/>
        </a:xfrm>
        <a:prstGeom prst="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hu-HU" sz="2200" kern="1200" dirty="0"/>
            <a:t>Automatizált</a:t>
          </a:r>
          <a:endParaRPr lang="en-US" sz="2200" kern="1200" dirty="0"/>
        </a:p>
      </dsp:txBody>
      <dsp:txXfrm>
        <a:off x="4452490" y="12049"/>
        <a:ext cx="3905657" cy="633600"/>
      </dsp:txXfrm>
    </dsp:sp>
    <dsp:sp modelId="{5F779ED8-2DA7-4039-A17E-E3A8F45858C6}">
      <dsp:nvSpPr>
        <dsp:cNvPr id="0" name=""/>
        <dsp:cNvSpPr/>
      </dsp:nvSpPr>
      <dsp:spPr>
        <a:xfrm>
          <a:off x="4452490" y="645649"/>
          <a:ext cx="3905657" cy="3985739"/>
        </a:xfrm>
        <a:prstGeom prst="rect">
          <a:avLst/>
        </a:prstGeom>
        <a:solidFill>
          <a:schemeClr val="accent2">
            <a:tint val="40000"/>
            <a:alpha val="90000"/>
            <a:hueOff val="-849226"/>
            <a:satOff val="-75346"/>
            <a:lumOff val="-769"/>
            <a:alphaOff val="0"/>
          </a:schemeClr>
        </a:solidFill>
        <a:ln w="6350" cap="flat" cmpd="sng" algn="ctr">
          <a:solidFill>
            <a:schemeClr val="accent2">
              <a:tint val="40000"/>
              <a:alpha val="90000"/>
              <a:hueOff val="-849226"/>
              <a:satOff val="-75346"/>
              <a:lumOff val="-769"/>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hu-HU" sz="2200" kern="1200" dirty="0"/>
            <a:t>Pontos tervezést igényel</a:t>
          </a:r>
          <a:endParaRPr lang="en-US" sz="2200" kern="1200" dirty="0"/>
        </a:p>
        <a:p>
          <a:pPr marL="228600" lvl="1" indent="-228600" algn="l" defTabSz="977900">
            <a:lnSpc>
              <a:spcPct val="90000"/>
            </a:lnSpc>
            <a:spcBef>
              <a:spcPct val="0"/>
            </a:spcBef>
            <a:spcAft>
              <a:spcPct val="15000"/>
            </a:spcAft>
            <a:buChar char="•"/>
          </a:pPr>
          <a:r>
            <a:rPr lang="hu-HU" sz="2200" kern="1200" dirty="0"/>
            <a:t>Pontosan azt csinálja amit „mondunk” neki, nem képes dönteni</a:t>
          </a:r>
          <a:endParaRPr lang="en-US" sz="2200" kern="1200" dirty="0"/>
        </a:p>
        <a:p>
          <a:pPr marL="228600" lvl="1" indent="-228600" algn="l" defTabSz="977900">
            <a:lnSpc>
              <a:spcPct val="90000"/>
            </a:lnSpc>
            <a:spcBef>
              <a:spcPct val="0"/>
            </a:spcBef>
            <a:spcAft>
              <a:spcPct val="15000"/>
            </a:spcAft>
            <a:buChar char="•"/>
          </a:pPr>
          <a:r>
            <a:rPr lang="hu-HU" sz="2200" kern="1200" dirty="0"/>
            <a:t>24/7 elérhetőség</a:t>
          </a:r>
          <a:endParaRPr lang="en-US" sz="2200" kern="1200" dirty="0"/>
        </a:p>
        <a:p>
          <a:pPr marL="228600" lvl="1" indent="-228600" algn="l" defTabSz="977900">
            <a:lnSpc>
              <a:spcPct val="90000"/>
            </a:lnSpc>
            <a:spcBef>
              <a:spcPct val="0"/>
            </a:spcBef>
            <a:spcAft>
              <a:spcPct val="15000"/>
            </a:spcAft>
            <a:buChar char="•"/>
          </a:pPr>
          <a:r>
            <a:rPr lang="hu-HU" sz="2200" kern="1200" dirty="0"/>
            <a:t>Könnyű teszteket újrafuttatni</a:t>
          </a:r>
          <a:endParaRPr lang="en-US" sz="2200" kern="1200" dirty="0"/>
        </a:p>
        <a:p>
          <a:pPr marL="228600" lvl="1" indent="-228600" algn="l" defTabSz="977900">
            <a:lnSpc>
              <a:spcPct val="90000"/>
            </a:lnSpc>
            <a:spcBef>
              <a:spcPct val="0"/>
            </a:spcBef>
            <a:spcAft>
              <a:spcPct val="15000"/>
            </a:spcAft>
            <a:buChar char="•"/>
          </a:pPr>
          <a:r>
            <a:rPr lang="hu-HU" sz="2200" kern="1200" dirty="0"/>
            <a:t>Nagy kombinációk végrehajtása nincs nagy hatással a költségekre</a:t>
          </a:r>
          <a:endParaRPr lang="en-US" sz="2200" kern="1200" dirty="0"/>
        </a:p>
        <a:p>
          <a:pPr marL="228600" lvl="1" indent="-228600" algn="l" defTabSz="977900">
            <a:lnSpc>
              <a:spcPct val="90000"/>
            </a:lnSpc>
            <a:spcBef>
              <a:spcPct val="0"/>
            </a:spcBef>
            <a:spcAft>
              <a:spcPct val="15000"/>
            </a:spcAft>
            <a:buChar char="•"/>
          </a:pPr>
          <a:r>
            <a:rPr lang="hu-HU" sz="2200" kern="1200" dirty="0"/>
            <a:t>Nem unja meg a végrehajtást</a:t>
          </a:r>
        </a:p>
      </dsp:txBody>
      <dsp:txXfrm>
        <a:off x="4452490" y="645649"/>
        <a:ext cx="3905657" cy="398573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350E2B-56AA-4312-86F0-093143137786}" type="datetimeFigureOut">
              <a:rPr lang="hu-HU" smtClean="0"/>
              <a:pPr/>
              <a:t>2025. 11. 11.</a:t>
            </a:fld>
            <a:endParaRPr lang="hu-HU"/>
          </a:p>
        </p:txBody>
      </p:sp>
      <p:sp>
        <p:nvSpPr>
          <p:cNvPr id="4" name="Diakép hely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BDA1BA-5F6C-443A-AB1C-901F2B3B9A5C}" type="slidenum">
              <a:rPr lang="hu-HU" smtClean="0"/>
              <a:pPr/>
              <a:t>‹#›</a:t>
            </a:fld>
            <a:endParaRPr lang="hu-HU"/>
          </a:p>
        </p:txBody>
      </p:sp>
    </p:spTree>
    <p:extLst>
      <p:ext uri="{BB962C8B-B14F-4D97-AF65-F5344CB8AC3E}">
        <p14:creationId xmlns:p14="http://schemas.microsoft.com/office/powerpoint/2010/main" val="1849788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U"/>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874FABB-6DBE-47C4-B626-20167906F47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4765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FBDA1BA-5F6C-443A-AB1C-901F2B3B9A5C}" type="slidenum">
              <a:rPr lang="hu-HU" smtClean="0"/>
              <a:pPr/>
              <a:t>18</a:t>
            </a:fld>
            <a:endParaRPr lang="hu-H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http://www.automatedtestinginstitute.com/home/index.php?option=com_content&amp;view=article&amp;id=69&amp;Itemid=75</a:t>
            </a:r>
          </a:p>
        </p:txBody>
      </p:sp>
      <p:sp>
        <p:nvSpPr>
          <p:cNvPr id="4" name="Slide Number Placeholder 3"/>
          <p:cNvSpPr>
            <a:spLocks noGrp="1"/>
          </p:cNvSpPr>
          <p:nvPr>
            <p:ph type="sldNum" sz="quarter" idx="10"/>
          </p:nvPr>
        </p:nvSpPr>
        <p:spPr/>
        <p:txBody>
          <a:bodyPr/>
          <a:lstStyle/>
          <a:p>
            <a:fld id="{3FBDA1BA-5F6C-443A-AB1C-901F2B3B9A5C}" type="slidenum">
              <a:rPr lang="hu-HU" smtClean="0"/>
              <a:pPr/>
              <a:t>19</a:t>
            </a:fld>
            <a:endParaRPr lang="hu-H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http://www.automatedtestinginstitute.com/home/index.php?option=com_content&amp;view=article&amp;id=69&amp;Itemid=75</a:t>
            </a:r>
          </a:p>
        </p:txBody>
      </p:sp>
      <p:sp>
        <p:nvSpPr>
          <p:cNvPr id="4" name="Slide Number Placeholder 3"/>
          <p:cNvSpPr>
            <a:spLocks noGrp="1"/>
          </p:cNvSpPr>
          <p:nvPr>
            <p:ph type="sldNum" sz="quarter" idx="10"/>
          </p:nvPr>
        </p:nvSpPr>
        <p:spPr/>
        <p:txBody>
          <a:bodyPr/>
          <a:lstStyle/>
          <a:p>
            <a:fld id="{3FBDA1BA-5F6C-443A-AB1C-901F2B3B9A5C}" type="slidenum">
              <a:rPr lang="hu-HU" smtClean="0"/>
              <a:pPr/>
              <a:t>20</a:t>
            </a:fld>
            <a:endParaRPr lang="hu-HU"/>
          </a:p>
        </p:txBody>
      </p:sp>
    </p:spTree>
    <p:extLst>
      <p:ext uri="{BB962C8B-B14F-4D97-AF65-F5344CB8AC3E}">
        <p14:creationId xmlns:p14="http://schemas.microsoft.com/office/powerpoint/2010/main" val="2616059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dirty="0"/>
          </a:p>
        </p:txBody>
      </p:sp>
      <p:sp>
        <p:nvSpPr>
          <p:cNvPr id="4" name="Slide Number Placeholder 3"/>
          <p:cNvSpPr>
            <a:spLocks noGrp="1"/>
          </p:cNvSpPr>
          <p:nvPr>
            <p:ph type="sldNum" sz="quarter" idx="10"/>
          </p:nvPr>
        </p:nvSpPr>
        <p:spPr/>
        <p:txBody>
          <a:bodyPr/>
          <a:lstStyle/>
          <a:p>
            <a:fld id="{3FBDA1BA-5F6C-443A-AB1C-901F2B3B9A5C}" type="slidenum">
              <a:rPr lang="hu-HU" smtClean="0"/>
              <a:pPr/>
              <a:t>21</a:t>
            </a:fld>
            <a:endParaRPr lang="hu-H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Más tesztelők is tudnak teszt eseteket készíteni</a:t>
            </a:r>
            <a:endParaRPr lang="en-US" dirty="0"/>
          </a:p>
          <a:p>
            <a:r>
              <a:rPr lang="hu-HU" dirty="0"/>
              <a:t>	Nem kell az </a:t>
            </a:r>
            <a:r>
              <a:rPr lang="hu-HU" dirty="0" err="1"/>
              <a:t>experteknek</a:t>
            </a:r>
            <a:r>
              <a:rPr lang="hu-HU" dirty="0"/>
              <a:t> foglalkozni a tábla összerakással.</a:t>
            </a:r>
            <a:r>
              <a:rPr lang="hu-HU" baseline="0" dirty="0"/>
              <a:t> A kulcsszók ismeretében tesztelők tudnak teszt eseteket előállítani.</a:t>
            </a:r>
            <a:endParaRPr lang="en-US" dirty="0"/>
          </a:p>
        </p:txBody>
      </p:sp>
      <p:sp>
        <p:nvSpPr>
          <p:cNvPr id="4" name="Slide Number Placeholder 3"/>
          <p:cNvSpPr>
            <a:spLocks noGrp="1"/>
          </p:cNvSpPr>
          <p:nvPr>
            <p:ph type="sldNum" sz="quarter" idx="10"/>
          </p:nvPr>
        </p:nvSpPr>
        <p:spPr/>
        <p:txBody>
          <a:bodyPr/>
          <a:lstStyle/>
          <a:p>
            <a:fld id="{3FBDA1BA-5F6C-443A-AB1C-901F2B3B9A5C}" type="slidenum">
              <a:rPr lang="hu-HU" smtClean="0"/>
              <a:pPr/>
              <a:t>35</a:t>
            </a:fld>
            <a:endParaRPr lang="hu-H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FBDA1BA-5F6C-443A-AB1C-901F2B3B9A5C}" type="slidenum">
              <a:rPr lang="hu-HU" smtClean="0"/>
              <a:pPr/>
              <a:t>36</a:t>
            </a:fld>
            <a:endParaRPr lang="hu-H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BDA1BA-5F6C-443A-AB1C-901F2B3B9A5C}" type="slidenum">
              <a:rPr lang="hu-HU" smtClean="0"/>
              <a:pPr/>
              <a:t>40</a:t>
            </a:fld>
            <a:endParaRPr lang="hu-HU"/>
          </a:p>
        </p:txBody>
      </p:sp>
    </p:spTree>
    <p:extLst>
      <p:ext uri="{BB962C8B-B14F-4D97-AF65-F5344CB8AC3E}">
        <p14:creationId xmlns:p14="http://schemas.microsoft.com/office/powerpoint/2010/main" val="2996326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FBDA1BA-5F6C-443A-AB1C-901F2B3B9A5C}" type="slidenum">
              <a:rPr lang="hu-HU" smtClean="0"/>
              <a:pPr/>
              <a:t>42</a:t>
            </a:fld>
            <a:endParaRPr lang="hu-H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FBDA1BA-5F6C-443A-AB1C-901F2B3B9A5C}" type="slidenum">
              <a:rPr lang="hu-HU" smtClean="0"/>
              <a:pPr/>
              <a:t>44</a:t>
            </a:fld>
            <a:endParaRPr lang="hu-H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F957BE-050A-4790-9AAD-9ACBB2DE553F}"/>
              </a:ext>
            </a:extLst>
          </p:cNvPr>
          <p:cNvSpPr>
            <a:spLocks noGrp="1"/>
          </p:cNvSpPr>
          <p:nvPr>
            <p:ph type="dt" sz="half" idx="10"/>
          </p:nvPr>
        </p:nvSpPr>
        <p:spPr/>
        <p:txBody>
          <a:bodyPr/>
          <a:lstStyle/>
          <a:p>
            <a:fld id="{D539717F-9C81-4977-8630-82DBDFF7780C}" type="datetimeFigureOut">
              <a:rPr lang="en-US" smtClean="0"/>
              <a:t>11/11/2025</a:t>
            </a:fld>
            <a:endParaRPr lang="en-US"/>
          </a:p>
        </p:txBody>
      </p:sp>
      <p:sp>
        <p:nvSpPr>
          <p:cNvPr id="3" name="Footer Placeholder 2">
            <a:extLst>
              <a:ext uri="{FF2B5EF4-FFF2-40B4-BE49-F238E27FC236}">
                <a16:creationId xmlns:a16="http://schemas.microsoft.com/office/drawing/2014/main" id="{C39A2B61-5C90-491B-A9AA-43CF0F0530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2ADE15-BE2B-4814-9932-74C6F1069991}"/>
              </a:ext>
            </a:extLst>
          </p:cNvPr>
          <p:cNvSpPr>
            <a:spLocks noGrp="1"/>
          </p:cNvSpPr>
          <p:nvPr>
            <p:ph type="sldNum" sz="quarter" idx="12"/>
          </p:nvPr>
        </p:nvSpPr>
        <p:spPr/>
        <p:txBody>
          <a:bodyPr/>
          <a:lstStyle/>
          <a:p>
            <a:fld id="{B7721D9F-5710-489E-A77D-748680456073}" type="slidenum">
              <a:rPr lang="en-US" smtClean="0"/>
              <a:t>‹#›</a:t>
            </a:fld>
            <a:endParaRPr lang="en-US"/>
          </a:p>
        </p:txBody>
      </p:sp>
    </p:spTree>
    <p:extLst>
      <p:ext uri="{BB962C8B-B14F-4D97-AF65-F5344CB8AC3E}">
        <p14:creationId xmlns:p14="http://schemas.microsoft.com/office/powerpoint/2010/main" val="123391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1466" y="1883221"/>
            <a:ext cx="4315968" cy="1895904"/>
          </a:xfrm>
        </p:spPr>
        <p:txBody>
          <a:bodyPr/>
          <a:lstStyle>
            <a:lvl1pPr>
              <a:defRPr>
                <a:solidFill>
                  <a:schemeClr val="bg1"/>
                </a:solidFill>
              </a:defRPr>
            </a:lvl1pPr>
          </a:lstStyle>
          <a:p>
            <a:r>
              <a:rPr lang="en-US"/>
              <a:t>Please add title here</a:t>
            </a:r>
          </a:p>
        </p:txBody>
      </p:sp>
      <p:sp>
        <p:nvSpPr>
          <p:cNvPr id="3" name="Date Placeholder 2"/>
          <p:cNvSpPr>
            <a:spLocks noGrp="1"/>
          </p:cNvSpPr>
          <p:nvPr>
            <p:ph type="dt" sz="half" idx="10"/>
          </p:nvPr>
        </p:nvSpPr>
        <p:spPr/>
        <p:txBody>
          <a:bodyPr tIns="0" anchor="ctr" anchorCtr="0"/>
          <a:lstStyle>
            <a:lvl1pPr>
              <a:defRPr cap="all" baseline="0">
                <a:solidFill>
                  <a:schemeClr val="bg1"/>
                </a:solidFill>
              </a:defRPr>
            </a:lvl1pPr>
          </a:lstStyle>
          <a:p>
            <a:pPr defTabSz="685783"/>
            <a:r>
              <a:rPr lang="en-US">
                <a:solidFill>
                  <a:srgbClr val="FFFFFF"/>
                </a:solidFill>
              </a:rPr>
              <a:t>DATE OR VENUE</a:t>
            </a:r>
          </a:p>
        </p:txBody>
      </p:sp>
      <p:sp>
        <p:nvSpPr>
          <p:cNvPr id="7" name="Text Placeholder 6"/>
          <p:cNvSpPr>
            <a:spLocks noGrp="1"/>
          </p:cNvSpPr>
          <p:nvPr>
            <p:ph type="body" sz="quarter" idx="11" hasCustomPrompt="1"/>
          </p:nvPr>
        </p:nvSpPr>
        <p:spPr>
          <a:xfrm>
            <a:off x="531466" y="4066329"/>
            <a:ext cx="4315968" cy="418576"/>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Please add subtitle here</a:t>
            </a:r>
          </a:p>
        </p:txBody>
      </p:sp>
      <p:pic>
        <p:nvPicPr>
          <p:cNvPr id="5" name="Picture Placeholder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333937" y="0"/>
            <a:ext cx="3810000" cy="6858000"/>
          </a:xfrm>
          <a:prstGeom prst="rect">
            <a:avLst/>
          </a:prstGeom>
        </p:spPr>
      </p:pic>
      <p:sp>
        <p:nvSpPr>
          <p:cNvPr id="6" name="Rectangle 5"/>
          <p:cNvSpPr/>
          <p:nvPr userDrawn="1"/>
        </p:nvSpPr>
        <p:spPr>
          <a:xfrm>
            <a:off x="5333937" y="0"/>
            <a:ext cx="3810000" cy="6858000"/>
          </a:xfrm>
          <a:prstGeom prst="rect">
            <a:avLst/>
          </a:prstGeom>
          <a:solidFill>
            <a:srgbClr val="464547">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lIns="91434" tIns="45717" rIns="91434" bIns="45717"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pic>
        <p:nvPicPr>
          <p:cNvPr id="8" name="Picture 7"/>
          <p:cNvPicPr>
            <a:picLocks noChangeAspect="1"/>
          </p:cNvPicPr>
          <p:nvPr userDrawn="1"/>
        </p:nvPicPr>
        <p:blipFill rotWithShape="1">
          <a:blip r:embed="rId3" cstate="print">
            <a:extLst>
              <a:ext uri="{28A0092B-C50C-407E-A947-70E740481C1C}">
                <a14:useLocalDpi xmlns:a14="http://schemas.microsoft.com/office/drawing/2010/main" val="0"/>
              </a:ext>
            </a:extLst>
          </a:blip>
          <a:srcRect l="-1"/>
          <a:stretch/>
        </p:blipFill>
        <p:spPr>
          <a:xfrm rot="5400000">
            <a:off x="1909977" y="3163824"/>
            <a:ext cx="6858000" cy="530352"/>
          </a:xfrm>
          <a:prstGeom prst="rect">
            <a:avLst/>
          </a:prstGeom>
        </p:spPr>
      </p:pic>
      <p:pic>
        <p:nvPicPr>
          <p:cNvPr id="9" name="Picture 8"/>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0800000" flipH="1" flipV="1">
            <a:off x="627880" y="681709"/>
            <a:ext cx="891284" cy="421377"/>
          </a:xfrm>
          <a:prstGeom prst="rect">
            <a:avLst/>
          </a:prstGeom>
        </p:spPr>
      </p:pic>
    </p:spTree>
    <p:extLst>
      <p:ext uri="{BB962C8B-B14F-4D97-AF65-F5344CB8AC3E}">
        <p14:creationId xmlns:p14="http://schemas.microsoft.com/office/powerpoint/2010/main" val="285836999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with Custom Pictur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1466" y="1883221"/>
            <a:ext cx="4315968" cy="1895904"/>
          </a:xfrm>
        </p:spPr>
        <p:txBody>
          <a:bodyPr/>
          <a:lstStyle>
            <a:lvl1pPr>
              <a:defRPr>
                <a:solidFill>
                  <a:schemeClr val="bg1"/>
                </a:solidFill>
              </a:defRPr>
            </a:lvl1pPr>
          </a:lstStyle>
          <a:p>
            <a:r>
              <a:rPr lang="en-US"/>
              <a:t>Please add title here</a:t>
            </a:r>
          </a:p>
        </p:txBody>
      </p:sp>
      <p:sp>
        <p:nvSpPr>
          <p:cNvPr id="3" name="Date Placeholder 2"/>
          <p:cNvSpPr>
            <a:spLocks noGrp="1"/>
          </p:cNvSpPr>
          <p:nvPr>
            <p:ph type="dt" sz="half" idx="10"/>
          </p:nvPr>
        </p:nvSpPr>
        <p:spPr>
          <a:xfrm>
            <a:off x="531466" y="5125025"/>
            <a:ext cx="1945326" cy="532608"/>
          </a:xfrm>
        </p:spPr>
        <p:txBody>
          <a:bodyPr tIns="0" anchor="ctr" anchorCtr="0"/>
          <a:lstStyle>
            <a:lvl1pPr>
              <a:defRPr cap="all" baseline="0">
                <a:solidFill>
                  <a:schemeClr val="bg1"/>
                </a:solidFill>
              </a:defRPr>
            </a:lvl1pPr>
          </a:lstStyle>
          <a:p>
            <a:pPr defTabSz="685783"/>
            <a:r>
              <a:rPr lang="en-US">
                <a:solidFill>
                  <a:srgbClr val="FFFFFF"/>
                </a:solidFill>
              </a:rPr>
              <a:t>DATE OR VENUE</a:t>
            </a:r>
          </a:p>
        </p:txBody>
      </p:sp>
      <p:sp>
        <p:nvSpPr>
          <p:cNvPr id="7" name="Text Placeholder 6"/>
          <p:cNvSpPr>
            <a:spLocks noGrp="1"/>
          </p:cNvSpPr>
          <p:nvPr>
            <p:ph type="body" sz="quarter" idx="11" hasCustomPrompt="1"/>
          </p:nvPr>
        </p:nvSpPr>
        <p:spPr>
          <a:xfrm>
            <a:off x="531466" y="4066329"/>
            <a:ext cx="4315968" cy="418576"/>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Please add subtitle here</a:t>
            </a:r>
          </a:p>
        </p:txBody>
      </p:sp>
      <p:sp>
        <p:nvSpPr>
          <p:cNvPr id="5" name="Picture Placeholder 4"/>
          <p:cNvSpPr>
            <a:spLocks noGrp="1"/>
          </p:cNvSpPr>
          <p:nvPr>
            <p:ph type="pic" sz="quarter" idx="12" hasCustomPrompt="1"/>
          </p:nvPr>
        </p:nvSpPr>
        <p:spPr>
          <a:xfrm>
            <a:off x="5334000" y="0"/>
            <a:ext cx="3810000" cy="6858000"/>
          </a:xfrm>
          <a:prstGeom prst="rect">
            <a:avLst/>
          </a:prstGeom>
          <a:noFill/>
          <a:ln>
            <a:noFill/>
          </a:ln>
        </p:spPr>
        <p:txBody>
          <a:bodyPr anchor="ctr"/>
          <a:lstStyle>
            <a:lvl1pPr algn="ctr">
              <a:defRPr baseline="0"/>
            </a:lvl1pPr>
          </a:lstStyle>
          <a:p>
            <a:r>
              <a:rPr lang="en-US"/>
              <a:t>Please add cover picture here</a:t>
            </a:r>
          </a:p>
          <a:p>
            <a:endParaRPr lang="en-US"/>
          </a:p>
          <a:p>
            <a:endParaRPr lang="en-US"/>
          </a:p>
        </p:txBody>
      </p:sp>
      <p:sp>
        <p:nvSpPr>
          <p:cNvPr id="11" name="Text Placeholder 10"/>
          <p:cNvSpPr>
            <a:spLocks noGrp="1"/>
          </p:cNvSpPr>
          <p:nvPr>
            <p:ph type="body" sz="quarter" idx="13" hasCustomPrompt="1"/>
          </p:nvPr>
        </p:nvSpPr>
        <p:spPr>
          <a:xfrm>
            <a:off x="5073801" y="0"/>
            <a:ext cx="530352" cy="6858000"/>
          </a:xfrm>
          <a:prstGeom prst="rect">
            <a:avLst/>
          </a:prstGeom>
          <a:blipFill>
            <a:blip r:embed="rId2"/>
            <a:stretch>
              <a:fillRect/>
            </a:stretch>
          </a:blipFill>
        </p:spPr>
        <p:txBody>
          <a:bodyPr/>
          <a:lstStyle/>
          <a:p>
            <a:pPr lvl="0"/>
            <a:r>
              <a:rPr lang="en-US"/>
              <a:t> </a:t>
            </a:r>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flipH="1" flipV="1">
            <a:off x="627880" y="681709"/>
            <a:ext cx="891284" cy="421377"/>
          </a:xfrm>
          <a:prstGeom prst="rect">
            <a:avLst/>
          </a:prstGeom>
        </p:spPr>
      </p:pic>
      <p:sp>
        <p:nvSpPr>
          <p:cNvPr id="9" name="TextBox 8">
            <a:extLst>
              <a:ext uri="{FF2B5EF4-FFF2-40B4-BE49-F238E27FC236}">
                <a16:creationId xmlns:a16="http://schemas.microsoft.com/office/drawing/2014/main" id="{2581AF72-7AD6-334A-BFA2-32789379DA3D}"/>
              </a:ext>
            </a:extLst>
          </p:cNvPr>
          <p:cNvSpPr txBox="1"/>
          <p:nvPr userDrawn="1"/>
        </p:nvSpPr>
        <p:spPr>
          <a:xfrm>
            <a:off x="421401" y="6503132"/>
            <a:ext cx="2422187" cy="200055"/>
          </a:xfrm>
          <a:prstGeom prst="rect">
            <a:avLst/>
          </a:prstGeom>
          <a:noFill/>
        </p:spPr>
        <p:txBody>
          <a:bodyPr wrap="square" rtlCol="0">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Calibri Light"/>
                <a:ea typeface="+mn-ea"/>
                <a:cs typeface="+mn-cs"/>
              </a:rPr>
              <a:t>CONFIDENTIAL  |  © </a:t>
            </a:r>
            <a:fld id="{8EE12364-1E27-A547-AEBD-24B950240B57}" type="datetimeyyyy">
              <a:rPr kumimoji="0" lang="en-US" sz="700" b="0" i="0" u="none" strike="noStrike" kern="1200" cap="none" spc="0" normalizeH="0" baseline="0" noProof="0" smtClean="0">
                <a:ln>
                  <a:noFill/>
                </a:ln>
                <a:solidFill>
                  <a:srgbClr val="FFFFFF"/>
                </a:solidFill>
                <a:effectLst/>
                <a:uLnTx/>
                <a:uFillTx/>
                <a:latin typeface="Calibri Light"/>
                <a:ea typeface="+mn-ea"/>
                <a:cs typeface="+mn-cs"/>
              </a:rPr>
              <a:pPr marL="0" marR="0" lvl="0" indent="0" algn="l" defTabSz="685783" rtl="0" eaLnBrk="1" fontAlgn="auto" latinLnBrk="0" hangingPunct="1">
                <a:lnSpc>
                  <a:spcPct val="100000"/>
                </a:lnSpc>
                <a:spcBef>
                  <a:spcPts val="0"/>
                </a:spcBef>
                <a:spcAft>
                  <a:spcPts val="0"/>
                </a:spcAft>
                <a:buClrTx/>
                <a:buSzTx/>
                <a:buFontTx/>
                <a:buNone/>
                <a:tabLst/>
                <a:defRPr/>
              </a:pPr>
              <a:t>2025</a:t>
            </a:fld>
            <a:r>
              <a:rPr kumimoji="0" lang="en-US" sz="700" b="0" i="0" u="none" strike="noStrike" kern="1200" cap="none" spc="0" normalizeH="0" baseline="0" noProof="0">
                <a:ln>
                  <a:noFill/>
                </a:ln>
                <a:solidFill>
                  <a:srgbClr val="FFFFFF"/>
                </a:solidFill>
                <a:effectLst/>
                <a:uLnTx/>
                <a:uFillTx/>
                <a:latin typeface="Calibri Light"/>
                <a:ea typeface="+mn-ea"/>
                <a:cs typeface="+mn-cs"/>
              </a:rPr>
              <a:t> EPAM Systems, Inc.</a:t>
            </a:r>
            <a:endParaRPr kumimoji="0" lang="en-US" sz="700" b="0" i="0" u="none" strike="noStrike" kern="1200" cap="none" spc="0" normalizeH="0" baseline="0" noProof="0">
              <a:ln>
                <a:noFill/>
              </a:ln>
              <a:solidFill>
                <a:srgbClr val="222222"/>
              </a:solidFill>
              <a:effectLst/>
              <a:uLnTx/>
              <a:uFillTx/>
              <a:latin typeface="Calibri Light"/>
              <a:ea typeface="+mn-ea"/>
              <a:cs typeface="+mn-cs"/>
            </a:endParaRPr>
          </a:p>
        </p:txBody>
      </p:sp>
    </p:spTree>
    <p:extLst>
      <p:ext uri="{BB962C8B-B14F-4D97-AF65-F5344CB8AC3E}">
        <p14:creationId xmlns:p14="http://schemas.microsoft.com/office/powerpoint/2010/main" val="1460197439"/>
      </p:ext>
    </p:extLst>
  </p:cSld>
  <p:clrMapOvr>
    <a:masterClrMapping/>
  </p:clrMapOvr>
  <p:extLst>
    <p:ext uri="{DCECCB84-F9BA-43D5-87BE-67443E8EF086}">
      <p15:sldGuideLst xmlns:p15="http://schemas.microsoft.com/office/powerpoint/2012/main">
        <p15:guide id="1" pos="3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nvas">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E38DE0-131E-E04E-BD2E-B00FD5B34CB6}"/>
              </a:ext>
            </a:extLst>
          </p:cNvPr>
          <p:cNvSpPr txBox="1"/>
          <p:nvPr userDrawn="1"/>
        </p:nvSpPr>
        <p:spPr>
          <a:xfrm>
            <a:off x="130784" y="6503132"/>
            <a:ext cx="2422187" cy="200055"/>
          </a:xfrm>
          <a:prstGeom prst="rect">
            <a:avLst/>
          </a:prstGeom>
          <a:noFill/>
        </p:spPr>
        <p:txBody>
          <a:bodyPr wrap="square" rtlCol="0">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Calibri Light"/>
                <a:ea typeface="+mn-ea"/>
                <a:cs typeface="+mn-cs"/>
              </a:rPr>
              <a:t>CONFIDENTIAL  |  © </a:t>
            </a:r>
            <a:fld id="{4904571B-903D-6741-88C6-E4A76A07C191}" type="datetimeyyyy">
              <a:rPr kumimoji="0" lang="en-US" sz="700" b="0" i="0" u="none" strike="noStrike" kern="1200" cap="none" spc="0" normalizeH="0" baseline="0" noProof="0" smtClean="0">
                <a:ln>
                  <a:noFill/>
                </a:ln>
                <a:solidFill>
                  <a:srgbClr val="FFFFFF"/>
                </a:solidFill>
                <a:effectLst/>
                <a:uLnTx/>
                <a:uFillTx/>
                <a:latin typeface="Calibri Light"/>
                <a:ea typeface="+mn-ea"/>
                <a:cs typeface="+mn-cs"/>
              </a:rPr>
              <a:pPr marL="0" marR="0" lvl="0" indent="0" algn="l" defTabSz="685783" rtl="0" eaLnBrk="1" fontAlgn="auto" latinLnBrk="0" hangingPunct="1">
                <a:lnSpc>
                  <a:spcPct val="100000"/>
                </a:lnSpc>
                <a:spcBef>
                  <a:spcPts val="0"/>
                </a:spcBef>
                <a:spcAft>
                  <a:spcPts val="0"/>
                </a:spcAft>
                <a:buClrTx/>
                <a:buSzTx/>
                <a:buFontTx/>
                <a:buNone/>
                <a:tabLst/>
                <a:defRPr/>
              </a:pPr>
              <a:t>2025</a:t>
            </a:fld>
            <a:r>
              <a:rPr kumimoji="0" lang="en-US" sz="700" b="0" i="0" u="none" strike="noStrike" kern="1200" cap="none" spc="0" normalizeH="0" baseline="0" noProof="0">
                <a:ln>
                  <a:noFill/>
                </a:ln>
                <a:solidFill>
                  <a:srgbClr val="FFFFFF"/>
                </a:solidFill>
                <a:effectLst/>
                <a:uLnTx/>
                <a:uFillTx/>
                <a:latin typeface="Calibri Light"/>
                <a:ea typeface="+mn-ea"/>
                <a:cs typeface="+mn-cs"/>
              </a:rPr>
              <a:t> EPAM Systems, Inc.</a:t>
            </a:r>
            <a:endParaRPr kumimoji="0" lang="en-US" sz="700" b="0" i="0" u="none" strike="noStrike" kern="1200" cap="none" spc="0" normalizeH="0" baseline="0" noProof="0">
              <a:ln>
                <a:noFill/>
              </a:ln>
              <a:solidFill>
                <a:srgbClr val="222222"/>
              </a:solidFill>
              <a:effectLst/>
              <a:uLnTx/>
              <a:uFillTx/>
              <a:latin typeface="Calibri Light"/>
              <a:ea typeface="+mn-ea"/>
              <a:cs typeface="+mn-cs"/>
            </a:endParaRPr>
          </a:p>
        </p:txBody>
      </p:sp>
    </p:spTree>
    <p:extLst>
      <p:ext uri="{BB962C8B-B14F-4D97-AF65-F5344CB8AC3E}">
        <p14:creationId xmlns:p14="http://schemas.microsoft.com/office/powerpoint/2010/main" val="261860196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76CDD8"/>
            </a:gs>
            <a:gs pos="100000">
              <a:srgbClr val="FFFFFF"/>
            </a:gs>
          </a:gsLst>
          <a:lin ang="54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F28C2-3CE2-462E-AB2C-3983F413EC6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DE184A-6088-4BD0-9431-0313A1491B6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49F204-DB4B-4892-BEEE-595C15B0A6C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539717F-9C81-4977-8630-82DBDFF7780C}" type="datetimeFigureOut">
              <a:rPr lang="en-US" smtClean="0"/>
              <a:t>11/11/2025</a:t>
            </a:fld>
            <a:endParaRPr lang="en-US"/>
          </a:p>
        </p:txBody>
      </p:sp>
      <p:sp>
        <p:nvSpPr>
          <p:cNvPr id="5" name="Footer Placeholder 4">
            <a:extLst>
              <a:ext uri="{FF2B5EF4-FFF2-40B4-BE49-F238E27FC236}">
                <a16:creationId xmlns:a16="http://schemas.microsoft.com/office/drawing/2014/main" id="{0A61999A-9ED9-49EE-B6AD-D09B1B5E2BD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B54CA78-A977-4E52-90DA-4C27078BC97A}"/>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7721D9F-5710-489E-A77D-748680456073}" type="slidenum">
              <a:rPr lang="en-US" smtClean="0"/>
              <a:t>‹#›</a:t>
            </a:fld>
            <a:endParaRPr lang="en-US"/>
          </a:p>
        </p:txBody>
      </p:sp>
    </p:spTree>
    <p:extLst>
      <p:ext uri="{BB962C8B-B14F-4D97-AF65-F5344CB8AC3E}">
        <p14:creationId xmlns:p14="http://schemas.microsoft.com/office/powerpoint/2010/main" val="412427684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31466" y="1883221"/>
            <a:ext cx="4315968" cy="1895904"/>
          </a:xfrm>
          <a:prstGeom prst="rect">
            <a:avLst/>
          </a:prstGeom>
        </p:spPr>
        <p:txBody>
          <a:bodyPr vert="horz" lIns="0" tIns="0" rIns="0" bIns="0" rtlCol="0" anchor="t" anchorCtr="0">
            <a:noAutofit/>
          </a:bodyPr>
          <a:lstStyle/>
          <a:p>
            <a:r>
              <a:rPr lang="en-US"/>
              <a:t>Click to add title here</a:t>
            </a:r>
          </a:p>
        </p:txBody>
      </p:sp>
      <p:sp>
        <p:nvSpPr>
          <p:cNvPr id="4" name="Date Placeholder 3"/>
          <p:cNvSpPr>
            <a:spLocks noGrp="1"/>
          </p:cNvSpPr>
          <p:nvPr userDrawn="1">
            <p:ph type="dt" sz="half" idx="2"/>
          </p:nvPr>
        </p:nvSpPr>
        <p:spPr>
          <a:xfrm>
            <a:off x="625596" y="5125025"/>
            <a:ext cx="1945326" cy="532608"/>
          </a:xfrm>
          <a:prstGeom prst="rect">
            <a:avLst/>
          </a:prstGeom>
          <a:ln>
            <a:solidFill>
              <a:schemeClr val="bg1"/>
            </a:solidFill>
          </a:ln>
        </p:spPr>
        <p:txBody>
          <a:bodyPr vert="horz" lIns="182880" tIns="91440" rIns="182880" bIns="0" rtlCol="0" anchor="ctr" anchorCtr="0"/>
          <a:lstStyle>
            <a:lvl1pPr algn="l">
              <a:defRPr sz="1200" b="1" cap="all" baseline="0">
                <a:solidFill>
                  <a:schemeClr val="bg1"/>
                </a:solidFill>
              </a:defRPr>
            </a:lvl1pPr>
          </a:lstStyle>
          <a:p>
            <a:pPr defTabSz="685783"/>
            <a:endParaRPr lang="en-US">
              <a:solidFill>
                <a:srgbClr val="FFFFFF"/>
              </a:solidFill>
            </a:endParaRPr>
          </a:p>
        </p:txBody>
      </p:sp>
    </p:spTree>
    <p:extLst>
      <p:ext uri="{BB962C8B-B14F-4D97-AF65-F5344CB8AC3E}">
        <p14:creationId xmlns:p14="http://schemas.microsoft.com/office/powerpoint/2010/main" val="2045043529"/>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Lst>
  <p:hf hdr="0" ftr="0" dt="0"/>
  <p:txStyles>
    <p:titleStyle>
      <a:lvl1pPr algn="l" defTabSz="685783" rtl="0" eaLnBrk="1" latinLnBrk="0" hangingPunct="1">
        <a:lnSpc>
          <a:spcPct val="90000"/>
        </a:lnSpc>
        <a:spcBef>
          <a:spcPct val="0"/>
        </a:spcBef>
        <a:buNone/>
        <a:defRPr sz="4800" kern="1200" baseline="0">
          <a:solidFill>
            <a:schemeClr val="bg1"/>
          </a:solidFill>
          <a:latin typeface="+mj-lt"/>
          <a:ea typeface="+mj-ea"/>
          <a:cs typeface="+mj-cs"/>
        </a:defRPr>
      </a:lvl1pPr>
    </p:titleStyle>
    <p:bodyStyle>
      <a:lvl1pPr marL="0" indent="0" algn="l" defTabSz="685783" rtl="0" eaLnBrk="1" latinLnBrk="0" hangingPunct="1">
        <a:lnSpc>
          <a:spcPct val="90000"/>
        </a:lnSpc>
        <a:spcBef>
          <a:spcPts val="750"/>
        </a:spcBef>
        <a:buFont typeface="Arial" panose="020B0604020202020204" pitchFamily="34" charset="0"/>
        <a:buNone/>
        <a:defRPr sz="1600" b="1" kern="1200" baseline="0">
          <a:solidFill>
            <a:schemeClr val="bg1"/>
          </a:solidFill>
          <a:latin typeface="+mn-lt"/>
          <a:ea typeface="+mn-ea"/>
          <a:cs typeface="+mn-cs"/>
        </a:defRPr>
      </a:lvl1pPr>
      <a:lvl2pPr marL="342892"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2pPr>
      <a:lvl3pPr marL="685783"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3pPr>
      <a:lvl4pPr marL="1028675"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4pPr>
      <a:lvl5pPr marL="1371566"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5.png"/><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5.png"/><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Test automation</a:t>
            </a:r>
            <a:br>
              <a:rPr lang="en-US" dirty="0"/>
            </a:br>
            <a:br>
              <a:rPr lang="en-US" dirty="0"/>
            </a:br>
            <a:endParaRPr lang="en-US" dirty="0"/>
          </a:p>
        </p:txBody>
      </p:sp>
      <p:sp>
        <p:nvSpPr>
          <p:cNvPr id="5" name="Text Placeholder 4"/>
          <p:cNvSpPr>
            <a:spLocks noGrp="1"/>
          </p:cNvSpPr>
          <p:nvPr>
            <p:ph type="body" sz="quarter" idx="11"/>
          </p:nvPr>
        </p:nvSpPr>
        <p:spPr>
          <a:xfrm>
            <a:off x="531466" y="4858785"/>
            <a:ext cx="4315968" cy="313932"/>
          </a:xfrm>
        </p:spPr>
        <p:txBody>
          <a:bodyPr/>
          <a:lstStyle/>
          <a:p>
            <a:r>
              <a:rPr lang="en-US" dirty="0" err="1"/>
              <a:t>Jakubát</a:t>
            </a:r>
            <a:r>
              <a:rPr lang="en-US" dirty="0"/>
              <a:t> Attila</a:t>
            </a:r>
            <a:endParaRPr lang="en-US" dirty="0">
              <a:ea typeface="Calibri"/>
              <a:cs typeface="Calibri"/>
            </a:endParaRPr>
          </a:p>
        </p:txBody>
      </p:sp>
      <p:sp>
        <p:nvSpPr>
          <p:cNvPr id="6" name="TextBox 5">
            <a:extLst>
              <a:ext uri="{FF2B5EF4-FFF2-40B4-BE49-F238E27FC236}">
                <a16:creationId xmlns:a16="http://schemas.microsoft.com/office/drawing/2014/main" id="{16AD212A-E369-CB46-BE9C-0744152A0BAF}"/>
              </a:ext>
            </a:extLst>
          </p:cNvPr>
          <p:cNvSpPr txBox="1"/>
          <p:nvPr/>
        </p:nvSpPr>
        <p:spPr>
          <a:xfrm>
            <a:off x="433144" y="5724766"/>
            <a:ext cx="2422187" cy="200055"/>
          </a:xfrm>
          <a:prstGeom prst="rect">
            <a:avLst/>
          </a:prstGeom>
          <a:noFill/>
        </p:spPr>
        <p:txBody>
          <a:bodyPr wrap="square" rtlCol="0">
            <a:spAutoFit/>
          </a:bodyPr>
          <a:lstStyle/>
          <a:p>
            <a:pPr defTabSz="685783">
              <a:defRPr/>
            </a:pPr>
            <a:r>
              <a:rPr lang="en-US" sz="700">
                <a:solidFill>
                  <a:srgbClr val="FFFFFF"/>
                </a:solidFill>
                <a:latin typeface="Calibri Light"/>
              </a:rPr>
              <a:t>CONFIDENTIAL  |  © </a:t>
            </a:r>
            <a:fld id="{C2C2A205-363F-3A4F-9468-14B73647696B}" type="datetimeyyyy">
              <a:rPr lang="en-US" sz="700">
                <a:solidFill>
                  <a:srgbClr val="FFFFFF"/>
                </a:solidFill>
                <a:latin typeface="Calibri Light"/>
              </a:rPr>
              <a:pPr defTabSz="685783">
                <a:defRPr/>
              </a:pPr>
              <a:t>2025</a:t>
            </a:fld>
            <a:r>
              <a:rPr lang="en-US" sz="700">
                <a:solidFill>
                  <a:srgbClr val="FFFFFF"/>
                </a:solidFill>
                <a:latin typeface="Calibri Light"/>
              </a:rPr>
              <a:t> EPAM Systems, Inc.</a:t>
            </a:r>
            <a:endParaRPr lang="en-US" sz="700">
              <a:solidFill>
                <a:srgbClr val="222222"/>
              </a:solidFill>
              <a:latin typeface="Calibri Light"/>
            </a:endParaRPr>
          </a:p>
        </p:txBody>
      </p:sp>
    </p:spTree>
    <p:extLst>
      <p:ext uri="{BB962C8B-B14F-4D97-AF65-F5344CB8AC3E}">
        <p14:creationId xmlns:p14="http://schemas.microsoft.com/office/powerpoint/2010/main" val="358509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76CDD8"/>
            </a:gs>
            <a:gs pos="100000">
              <a:srgbClr val="FFFFFF"/>
            </a:gs>
          </a:gsLst>
          <a:lin ang="5400000" scaled="0"/>
        </a:gradFill>
        <a:effectLst/>
      </p:bgPr>
    </p:bg>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94A6D560-1AE7-4AA0-9070-3444DD804E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
        <p:nvSpPr>
          <p:cNvPr id="7" name="TextBox 6">
            <a:extLst>
              <a:ext uri="{FF2B5EF4-FFF2-40B4-BE49-F238E27FC236}">
                <a16:creationId xmlns:a16="http://schemas.microsoft.com/office/drawing/2014/main" id="{EA95F3CD-0D40-4AC6-B28E-0331E9EB0199}"/>
              </a:ext>
            </a:extLst>
          </p:cNvPr>
          <p:cNvSpPr txBox="1"/>
          <p:nvPr/>
        </p:nvSpPr>
        <p:spPr>
          <a:xfrm>
            <a:off x="1546622" y="1752600"/>
            <a:ext cx="6050756" cy="1323439"/>
          </a:xfrm>
          <a:prstGeom prst="rect">
            <a:avLst/>
          </a:prstGeom>
          <a:noFill/>
        </p:spPr>
        <p:txBody>
          <a:bodyPr wrap="square" rtlCol="0">
            <a:spAutoFit/>
          </a:bodyPr>
          <a:lstStyle/>
          <a:p>
            <a:pPr algn="ctr"/>
            <a:r>
              <a:rPr lang="hu-HU" sz="4000" dirty="0"/>
              <a:t>Teszt végrehajtást és futtatást támogató eszközök</a:t>
            </a:r>
            <a:endParaRPr lang="en-US" sz="4000" dirty="0"/>
          </a:p>
        </p:txBody>
      </p:sp>
      <p:sp>
        <p:nvSpPr>
          <p:cNvPr id="10" name="TextBox 9">
            <a:extLst>
              <a:ext uri="{FF2B5EF4-FFF2-40B4-BE49-F238E27FC236}">
                <a16:creationId xmlns:a16="http://schemas.microsoft.com/office/drawing/2014/main" id="{C6824A9F-A421-4F5E-904C-BD2755154B1A}"/>
              </a:ext>
            </a:extLst>
          </p:cNvPr>
          <p:cNvSpPr txBox="1"/>
          <p:nvPr/>
        </p:nvSpPr>
        <p:spPr>
          <a:xfrm>
            <a:off x="1395845" y="3886200"/>
            <a:ext cx="6352310" cy="369332"/>
          </a:xfrm>
          <a:prstGeom prst="rect">
            <a:avLst/>
          </a:prstGeom>
          <a:noFill/>
        </p:spPr>
        <p:txBody>
          <a:bodyPr wrap="square" rtlCol="0">
            <a:spAutoFit/>
          </a:bodyPr>
          <a:lstStyle/>
          <a:p>
            <a:pPr algn="ctr"/>
            <a:r>
              <a:rPr lang="hu-HU" sz="1800" dirty="0"/>
              <a:t>Automatizált szoftvertesztelés</a:t>
            </a:r>
            <a:endParaRPr lang="en-US" sz="1800" dirty="0"/>
          </a:p>
        </p:txBody>
      </p:sp>
    </p:spTree>
    <p:extLst>
      <p:ext uri="{BB962C8B-B14F-4D97-AF65-F5344CB8AC3E}">
        <p14:creationId xmlns:p14="http://schemas.microsoft.com/office/powerpoint/2010/main" val="815428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76CDD8"/>
            </a:gs>
            <a:gs pos="100000">
              <a:srgbClr val="FFFFFF"/>
            </a:gs>
          </a:gsLst>
          <a:lin ang="5400000" scaled="0"/>
        </a:gradFill>
        <a:effectLst/>
      </p:bgPr>
    </p:bg>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94A6D560-1AE7-4AA0-9070-3444DD804E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
        <p:nvSpPr>
          <p:cNvPr id="7" name="TextBox 6">
            <a:extLst>
              <a:ext uri="{FF2B5EF4-FFF2-40B4-BE49-F238E27FC236}">
                <a16:creationId xmlns:a16="http://schemas.microsoft.com/office/drawing/2014/main" id="{EA95F3CD-0D40-4AC6-B28E-0331E9EB0199}"/>
              </a:ext>
            </a:extLst>
          </p:cNvPr>
          <p:cNvSpPr txBox="1"/>
          <p:nvPr/>
        </p:nvSpPr>
        <p:spPr>
          <a:xfrm>
            <a:off x="1546622" y="1190759"/>
            <a:ext cx="6050756" cy="1323439"/>
          </a:xfrm>
          <a:prstGeom prst="rect">
            <a:avLst/>
          </a:prstGeom>
          <a:noFill/>
        </p:spPr>
        <p:txBody>
          <a:bodyPr wrap="square" rtlCol="0">
            <a:spAutoFit/>
          </a:bodyPr>
          <a:lstStyle/>
          <a:p>
            <a:pPr algn="ctr"/>
            <a:r>
              <a:rPr lang="hu-HU" sz="4000" dirty="0"/>
              <a:t>Automatizált szoftver tesztelés</a:t>
            </a:r>
            <a:endParaRPr lang="en-US" sz="1600" dirty="0"/>
          </a:p>
        </p:txBody>
      </p:sp>
      <p:sp>
        <p:nvSpPr>
          <p:cNvPr id="11" name="TextBox 10">
            <a:extLst>
              <a:ext uri="{FF2B5EF4-FFF2-40B4-BE49-F238E27FC236}">
                <a16:creationId xmlns:a16="http://schemas.microsoft.com/office/drawing/2014/main" id="{9C3AAB1B-3909-4BD0-BD7D-4459B277D0BF}"/>
              </a:ext>
            </a:extLst>
          </p:cNvPr>
          <p:cNvSpPr txBox="1"/>
          <p:nvPr/>
        </p:nvSpPr>
        <p:spPr>
          <a:xfrm>
            <a:off x="342900" y="3351068"/>
            <a:ext cx="8572499" cy="1891287"/>
          </a:xfrm>
          <a:prstGeom prst="rect">
            <a:avLst/>
          </a:prstGeom>
          <a:noFill/>
        </p:spPr>
        <p:txBody>
          <a:bodyPr wrap="square" rtlCol="0">
            <a:spAutoFit/>
          </a:bodyPr>
          <a:lstStyle/>
          <a:p>
            <a:pPr>
              <a:lnSpc>
                <a:spcPct val="150000"/>
              </a:lnSpc>
            </a:pPr>
            <a:r>
              <a:rPr lang="hu-HU" sz="2000" dirty="0"/>
              <a:t>Szoftver tesztelésére használt szoftver, ami képes kontrollálni, futtatni, riportálni a különböző tesztek végrehajtását. Képes a várt és az aktuális eredmények kiértékelésére, be és kimenő adatok kezelésére, valamint a futás során felmerülő váratlan hibák kezelésére.</a:t>
            </a:r>
          </a:p>
        </p:txBody>
      </p:sp>
    </p:spTree>
    <p:extLst>
      <p:ext uri="{BB962C8B-B14F-4D97-AF65-F5344CB8AC3E}">
        <p14:creationId xmlns:p14="http://schemas.microsoft.com/office/powerpoint/2010/main" val="1596536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76CDD8"/>
            </a:gs>
            <a:gs pos="100000">
              <a:srgbClr val="FFFFFF"/>
            </a:gs>
          </a:gsLst>
          <a:lin ang="5400000" scaled="0"/>
        </a:gradFill>
        <a:effectLst/>
      </p:bgPr>
    </p:bg>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94A6D560-1AE7-4AA0-9070-3444DD804E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
        <p:nvSpPr>
          <p:cNvPr id="7" name="TextBox 6">
            <a:extLst>
              <a:ext uri="{FF2B5EF4-FFF2-40B4-BE49-F238E27FC236}">
                <a16:creationId xmlns:a16="http://schemas.microsoft.com/office/drawing/2014/main" id="{EA95F3CD-0D40-4AC6-B28E-0331E9EB0199}"/>
              </a:ext>
            </a:extLst>
          </p:cNvPr>
          <p:cNvSpPr txBox="1"/>
          <p:nvPr/>
        </p:nvSpPr>
        <p:spPr>
          <a:xfrm>
            <a:off x="1546622" y="1190759"/>
            <a:ext cx="6050756" cy="1323439"/>
          </a:xfrm>
          <a:prstGeom prst="rect">
            <a:avLst/>
          </a:prstGeom>
          <a:noFill/>
        </p:spPr>
        <p:txBody>
          <a:bodyPr wrap="square" rtlCol="0">
            <a:spAutoFit/>
          </a:bodyPr>
          <a:lstStyle/>
          <a:p>
            <a:pPr algn="ctr"/>
            <a:r>
              <a:rPr lang="hu-HU" sz="4000" dirty="0"/>
              <a:t>Automatizált szoftver tesztelés</a:t>
            </a:r>
            <a:endParaRPr lang="en-US" sz="1600" dirty="0"/>
          </a:p>
        </p:txBody>
      </p:sp>
      <p:sp>
        <p:nvSpPr>
          <p:cNvPr id="11" name="TextBox 10">
            <a:extLst>
              <a:ext uri="{FF2B5EF4-FFF2-40B4-BE49-F238E27FC236}">
                <a16:creationId xmlns:a16="http://schemas.microsoft.com/office/drawing/2014/main" id="{9C3AAB1B-3909-4BD0-BD7D-4459B277D0BF}"/>
              </a:ext>
            </a:extLst>
          </p:cNvPr>
          <p:cNvSpPr txBox="1"/>
          <p:nvPr/>
        </p:nvSpPr>
        <p:spPr>
          <a:xfrm>
            <a:off x="342900" y="3351068"/>
            <a:ext cx="8572499" cy="1631216"/>
          </a:xfrm>
          <a:prstGeom prst="rect">
            <a:avLst/>
          </a:prstGeom>
          <a:noFill/>
        </p:spPr>
        <p:txBody>
          <a:bodyPr wrap="square" rtlCol="0">
            <a:spAutoFit/>
          </a:bodyPr>
          <a:lstStyle/>
          <a:p>
            <a:pPr marL="342900" indent="-342900">
              <a:buFont typeface="Arial" panose="020B0604020202020204" pitchFamily="34" charset="0"/>
              <a:buChar char="•"/>
            </a:pPr>
            <a:r>
              <a:rPr lang="hu-HU" sz="2000" dirty="0"/>
              <a:t>Tesztek végrehajtásában</a:t>
            </a:r>
          </a:p>
          <a:p>
            <a:pPr marL="342900" indent="-342900">
              <a:buFont typeface="Arial" panose="020B0604020202020204" pitchFamily="34" charset="0"/>
              <a:buChar char="•"/>
            </a:pPr>
            <a:r>
              <a:rPr lang="hu-HU" sz="2000" dirty="0"/>
              <a:t>Előredefiniált lépések végrehajtása</a:t>
            </a:r>
          </a:p>
          <a:p>
            <a:pPr marL="342900" indent="-342900">
              <a:buFont typeface="Arial" panose="020B0604020202020204" pitchFamily="34" charset="0"/>
              <a:buChar char="•"/>
            </a:pPr>
            <a:r>
              <a:rPr lang="hu-HU" sz="2000" dirty="0"/>
              <a:t>Teszt eredmények naplózása</a:t>
            </a:r>
          </a:p>
          <a:p>
            <a:pPr marL="342900" indent="-342900">
              <a:buFont typeface="Arial" panose="020B0604020202020204" pitchFamily="34" charset="0"/>
              <a:buChar char="•"/>
            </a:pPr>
            <a:r>
              <a:rPr lang="hu-HU" sz="2000" dirty="0"/>
              <a:t>Sok ismétlődő lépés végrehajtása</a:t>
            </a:r>
          </a:p>
          <a:p>
            <a:pPr marL="342900" indent="-342900">
              <a:buFont typeface="Arial" panose="020B0604020202020204" pitchFamily="34" charset="0"/>
              <a:buChar char="•"/>
            </a:pPr>
            <a:r>
              <a:rPr lang="hu-HU" sz="2000" dirty="0"/>
              <a:t>Nagy mennyiségű adat használata (készítés, ellenőrzés)</a:t>
            </a:r>
          </a:p>
        </p:txBody>
      </p:sp>
    </p:spTree>
    <p:extLst>
      <p:ext uri="{BB962C8B-B14F-4D97-AF65-F5344CB8AC3E}">
        <p14:creationId xmlns:p14="http://schemas.microsoft.com/office/powerpoint/2010/main" val="2615691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76CDD8"/>
            </a:gs>
            <a:gs pos="100000">
              <a:srgbClr val="FFFFFF"/>
            </a:gs>
          </a:gsLst>
          <a:lin ang="5400000" scaled="0"/>
        </a:gradFill>
        <a:effectLst/>
      </p:bgPr>
    </p:bg>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94A6D560-1AE7-4AA0-9070-3444DD804E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
        <p:nvSpPr>
          <p:cNvPr id="7" name="TextBox 6">
            <a:extLst>
              <a:ext uri="{FF2B5EF4-FFF2-40B4-BE49-F238E27FC236}">
                <a16:creationId xmlns:a16="http://schemas.microsoft.com/office/drawing/2014/main" id="{EA95F3CD-0D40-4AC6-B28E-0331E9EB0199}"/>
              </a:ext>
            </a:extLst>
          </p:cNvPr>
          <p:cNvSpPr txBox="1"/>
          <p:nvPr/>
        </p:nvSpPr>
        <p:spPr>
          <a:xfrm>
            <a:off x="1546622" y="1190759"/>
            <a:ext cx="6050756" cy="1323439"/>
          </a:xfrm>
          <a:prstGeom prst="rect">
            <a:avLst/>
          </a:prstGeom>
          <a:noFill/>
        </p:spPr>
        <p:txBody>
          <a:bodyPr wrap="square" rtlCol="0">
            <a:spAutoFit/>
          </a:bodyPr>
          <a:lstStyle/>
          <a:p>
            <a:pPr algn="ctr"/>
            <a:r>
              <a:rPr lang="hu-HU" sz="4000" dirty="0"/>
              <a:t>Automatizált szoftver tesztelés</a:t>
            </a:r>
            <a:endParaRPr lang="en-US" sz="1600" dirty="0"/>
          </a:p>
        </p:txBody>
      </p:sp>
      <p:sp>
        <p:nvSpPr>
          <p:cNvPr id="11" name="TextBox 10">
            <a:extLst>
              <a:ext uri="{FF2B5EF4-FFF2-40B4-BE49-F238E27FC236}">
                <a16:creationId xmlns:a16="http://schemas.microsoft.com/office/drawing/2014/main" id="{9C3AAB1B-3909-4BD0-BD7D-4459B277D0BF}"/>
              </a:ext>
            </a:extLst>
          </p:cNvPr>
          <p:cNvSpPr txBox="1"/>
          <p:nvPr/>
        </p:nvSpPr>
        <p:spPr>
          <a:xfrm>
            <a:off x="342900" y="3351068"/>
            <a:ext cx="8572499" cy="295786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hu-HU" dirty="0"/>
              <a:t>Célja:</a:t>
            </a:r>
          </a:p>
          <a:p>
            <a:pPr marL="742950" lvl="1" indent="-285750">
              <a:lnSpc>
                <a:spcPct val="150000"/>
              </a:lnSpc>
              <a:buFont typeface="Arial" panose="020B0604020202020204" pitchFamily="34" charset="0"/>
              <a:buChar char="•"/>
            </a:pPr>
            <a:r>
              <a:rPr lang="hu-HU" dirty="0"/>
              <a:t>Felmérni/felderíteni azokat a tesztelési feladatokat, folyamatokat, amiket a szokásos (nem csak) regressziós tesztelés során hajtunk végre, ezáltal manuális erőforrásokat szabadítunk fel. Előfordulhat, hogy olyan feladatokat hajtunk végre, amik sokkal gyorsabban végezhetőek el gép által, mint manuálisan (teszt előkészítések, tesztadat generálás, eredmény validálás, nagy mennyiségű adat feldolgoztatása, stb.).</a:t>
            </a:r>
          </a:p>
        </p:txBody>
      </p:sp>
    </p:spTree>
    <p:extLst>
      <p:ext uri="{BB962C8B-B14F-4D97-AF65-F5344CB8AC3E}">
        <p14:creationId xmlns:p14="http://schemas.microsoft.com/office/powerpoint/2010/main" val="3192324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76CDD8"/>
            </a:gs>
            <a:gs pos="100000">
              <a:srgbClr val="FFFFFF"/>
            </a:gs>
          </a:gsLst>
          <a:lin ang="5400000" scaled="0"/>
        </a:gradFill>
        <a:effectLst/>
      </p:bgPr>
    </p:bg>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94A6D560-1AE7-4AA0-9070-3444DD804E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
        <p:nvSpPr>
          <p:cNvPr id="7" name="TextBox 6">
            <a:extLst>
              <a:ext uri="{FF2B5EF4-FFF2-40B4-BE49-F238E27FC236}">
                <a16:creationId xmlns:a16="http://schemas.microsoft.com/office/drawing/2014/main" id="{EA95F3CD-0D40-4AC6-B28E-0331E9EB0199}"/>
              </a:ext>
            </a:extLst>
          </p:cNvPr>
          <p:cNvSpPr txBox="1"/>
          <p:nvPr/>
        </p:nvSpPr>
        <p:spPr>
          <a:xfrm>
            <a:off x="1546622" y="1190759"/>
            <a:ext cx="6050756" cy="1323439"/>
          </a:xfrm>
          <a:prstGeom prst="rect">
            <a:avLst/>
          </a:prstGeom>
          <a:noFill/>
        </p:spPr>
        <p:txBody>
          <a:bodyPr wrap="square" rtlCol="0">
            <a:spAutoFit/>
          </a:bodyPr>
          <a:lstStyle/>
          <a:p>
            <a:pPr algn="ctr"/>
            <a:r>
              <a:rPr lang="hu-HU" sz="4000" dirty="0"/>
              <a:t>Automatizált szoftver tesztelés</a:t>
            </a:r>
            <a:endParaRPr lang="en-US" sz="1600" dirty="0"/>
          </a:p>
        </p:txBody>
      </p:sp>
      <p:sp>
        <p:nvSpPr>
          <p:cNvPr id="11" name="TextBox 10">
            <a:extLst>
              <a:ext uri="{FF2B5EF4-FFF2-40B4-BE49-F238E27FC236}">
                <a16:creationId xmlns:a16="http://schemas.microsoft.com/office/drawing/2014/main" id="{9C3AAB1B-3909-4BD0-BD7D-4459B277D0BF}"/>
              </a:ext>
            </a:extLst>
          </p:cNvPr>
          <p:cNvSpPr txBox="1"/>
          <p:nvPr/>
        </p:nvSpPr>
        <p:spPr>
          <a:xfrm>
            <a:off x="342900" y="3351068"/>
            <a:ext cx="8572499" cy="25423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hu-HU" dirty="0"/>
              <a:t>Célja:</a:t>
            </a:r>
          </a:p>
          <a:p>
            <a:pPr marL="742950" lvl="1" indent="-285750">
              <a:lnSpc>
                <a:spcPct val="150000"/>
              </a:lnSpc>
              <a:buFont typeface="Arial" panose="020B0604020202020204" pitchFamily="34" charset="0"/>
              <a:buChar char="•"/>
            </a:pPr>
            <a:r>
              <a:rPr lang="hu-HU" sz="1800" dirty="0"/>
              <a:t>Automatizált szoftverteszteléssel nagymértékben támogatjuk a tesztelési folyamatokat. Folyamatosan törekszünk a hatékonyság növelésre, ami megmutatkozhat teszt végrehajtási idők csökkentésében, manuális tesztelési erőforrások felszabadításában. </a:t>
            </a:r>
          </a:p>
          <a:p>
            <a:pPr marL="742950" lvl="1" indent="-285750">
              <a:lnSpc>
                <a:spcPct val="150000"/>
              </a:lnSpc>
              <a:buFont typeface="Arial" panose="020B0604020202020204" pitchFamily="34" charset="0"/>
              <a:buChar char="•"/>
            </a:pPr>
            <a:endParaRPr lang="hu-HU" dirty="0"/>
          </a:p>
        </p:txBody>
      </p:sp>
    </p:spTree>
    <p:extLst>
      <p:ext uri="{BB962C8B-B14F-4D97-AF65-F5344CB8AC3E}">
        <p14:creationId xmlns:p14="http://schemas.microsoft.com/office/powerpoint/2010/main" val="1601449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76CDD8"/>
            </a:gs>
            <a:gs pos="100000">
              <a:srgbClr val="FFFFFF"/>
            </a:gs>
          </a:gsLst>
          <a:lin ang="5400000" scaled="0"/>
        </a:gradFill>
        <a:effectLst/>
      </p:bgPr>
    </p:bg>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94A6D560-1AE7-4AA0-9070-3444DD804E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
        <p:nvSpPr>
          <p:cNvPr id="7" name="TextBox 6">
            <a:extLst>
              <a:ext uri="{FF2B5EF4-FFF2-40B4-BE49-F238E27FC236}">
                <a16:creationId xmlns:a16="http://schemas.microsoft.com/office/drawing/2014/main" id="{EA95F3CD-0D40-4AC6-B28E-0331E9EB0199}"/>
              </a:ext>
            </a:extLst>
          </p:cNvPr>
          <p:cNvSpPr txBox="1"/>
          <p:nvPr/>
        </p:nvSpPr>
        <p:spPr>
          <a:xfrm>
            <a:off x="1546622" y="1190759"/>
            <a:ext cx="6050756" cy="707886"/>
          </a:xfrm>
          <a:prstGeom prst="rect">
            <a:avLst/>
          </a:prstGeom>
          <a:noFill/>
        </p:spPr>
        <p:txBody>
          <a:bodyPr wrap="square" rtlCol="0">
            <a:spAutoFit/>
          </a:bodyPr>
          <a:lstStyle/>
          <a:p>
            <a:pPr algn="ctr"/>
            <a:r>
              <a:rPr lang="en-US" sz="4000" dirty="0" err="1"/>
              <a:t>Teljesítmény</a:t>
            </a:r>
            <a:r>
              <a:rPr lang="en-US" sz="4000" dirty="0"/>
              <a:t> </a:t>
            </a:r>
            <a:r>
              <a:rPr lang="hu-HU" sz="4000" dirty="0"/>
              <a:t>tesztelés</a:t>
            </a:r>
            <a:endParaRPr lang="en-US" sz="1600" dirty="0"/>
          </a:p>
        </p:txBody>
      </p:sp>
      <p:pic>
        <p:nvPicPr>
          <p:cNvPr id="2" name="Picture 2" descr="Képtalálat a következőre: „performance testing types”">
            <a:extLst>
              <a:ext uri="{FF2B5EF4-FFF2-40B4-BE49-F238E27FC236}">
                <a16:creationId xmlns:a16="http://schemas.microsoft.com/office/drawing/2014/main" id="{E81CA0EE-341A-1EAE-F4F8-7729105132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057399"/>
            <a:ext cx="7010400" cy="4229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3154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err="1"/>
              <a:t>Load</a:t>
            </a:r>
            <a:r>
              <a:rPr lang="hu-HU" dirty="0"/>
              <a:t> teszt</a:t>
            </a:r>
            <a:endParaRPr lang="en-US" dirty="0"/>
          </a:p>
        </p:txBody>
      </p:sp>
      <p:sp>
        <p:nvSpPr>
          <p:cNvPr id="3" name="Content Placeholder 2"/>
          <p:cNvSpPr>
            <a:spLocks noGrp="1"/>
          </p:cNvSpPr>
          <p:nvPr>
            <p:ph idx="4294967295"/>
          </p:nvPr>
        </p:nvSpPr>
        <p:spPr>
          <a:xfrm>
            <a:off x="0" y="1825625"/>
            <a:ext cx="7886700" cy="4351338"/>
          </a:xfrm>
        </p:spPr>
        <p:txBody>
          <a:bodyPr>
            <a:normAutofit/>
          </a:bodyPr>
          <a:lstStyle/>
          <a:p>
            <a:r>
              <a:rPr lang="hu-HU" sz="3200" dirty="0"/>
              <a:t>A „load</a:t>
            </a:r>
            <a:r>
              <a:rPr lang="en-US" sz="3200" dirty="0"/>
              <a:t>”</a:t>
            </a:r>
            <a:r>
              <a:rPr lang="hu-HU" sz="3200" dirty="0"/>
              <a:t> teszteléssel ellenőrizzük, hogy a rendszer képes megbirkózni a várható tranzakciók számával.</a:t>
            </a:r>
          </a:p>
          <a:p>
            <a:endParaRPr lang="en-US" sz="3200" dirty="0"/>
          </a:p>
        </p:txBody>
      </p:sp>
      <p:pic>
        <p:nvPicPr>
          <p:cNvPr id="4" name="Picture 3" descr="Logo&#10;&#10;Description automatically generated">
            <a:extLst>
              <a:ext uri="{FF2B5EF4-FFF2-40B4-BE49-F238E27FC236}">
                <a16:creationId xmlns:a16="http://schemas.microsoft.com/office/drawing/2014/main" id="{3F5000B7-52F5-0DA0-E1D8-432CBF9EC2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err="1"/>
              <a:t>Volume</a:t>
            </a:r>
            <a:r>
              <a:rPr lang="hu-HU" dirty="0"/>
              <a:t> teszt</a:t>
            </a:r>
            <a:endParaRPr lang="en-US" dirty="0"/>
          </a:p>
        </p:txBody>
      </p:sp>
      <p:sp>
        <p:nvSpPr>
          <p:cNvPr id="3" name="Content Placeholder 2"/>
          <p:cNvSpPr>
            <a:spLocks noGrp="1"/>
          </p:cNvSpPr>
          <p:nvPr>
            <p:ph idx="4294967295"/>
          </p:nvPr>
        </p:nvSpPr>
        <p:spPr>
          <a:xfrm>
            <a:off x="0" y="1825625"/>
            <a:ext cx="7886700" cy="4351338"/>
          </a:xfrm>
        </p:spPr>
        <p:txBody>
          <a:bodyPr>
            <a:normAutofit/>
          </a:bodyPr>
          <a:lstStyle/>
          <a:p>
            <a:r>
              <a:rPr lang="hu-HU" sz="3200" dirty="0"/>
              <a:t>A „volume</a:t>
            </a:r>
            <a:r>
              <a:rPr lang="en-US" sz="3200" dirty="0"/>
              <a:t>”</a:t>
            </a:r>
            <a:r>
              <a:rPr lang="hu-HU" sz="3200" dirty="0"/>
              <a:t> teszteléssel ellenőrizzük, hogy a rendszer képes megbirkózni nagy adatmennyiséggel, például sok adat egy fájlban.</a:t>
            </a:r>
            <a:endParaRPr lang="en-US" sz="3200" dirty="0"/>
          </a:p>
        </p:txBody>
      </p:sp>
      <p:pic>
        <p:nvPicPr>
          <p:cNvPr id="4" name="Picture 3" descr="Logo&#10;&#10;Description automatically generated">
            <a:extLst>
              <a:ext uri="{FF2B5EF4-FFF2-40B4-BE49-F238E27FC236}">
                <a16:creationId xmlns:a16="http://schemas.microsoft.com/office/drawing/2014/main" id="{E1B99A04-BA0F-29C8-4667-6561F16950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err="1"/>
              <a:t>Stress</a:t>
            </a:r>
            <a:r>
              <a:rPr lang="hu-HU" dirty="0"/>
              <a:t> teszt</a:t>
            </a:r>
            <a:endParaRPr lang="en-US" dirty="0"/>
          </a:p>
        </p:txBody>
      </p:sp>
      <p:sp>
        <p:nvSpPr>
          <p:cNvPr id="3" name="Content Placeholder 2"/>
          <p:cNvSpPr>
            <a:spLocks noGrp="1"/>
          </p:cNvSpPr>
          <p:nvPr>
            <p:ph idx="4294967295"/>
          </p:nvPr>
        </p:nvSpPr>
        <p:spPr>
          <a:xfrm>
            <a:off x="0" y="1825625"/>
            <a:ext cx="7886700" cy="4351338"/>
          </a:xfrm>
        </p:spPr>
        <p:txBody>
          <a:bodyPr>
            <a:normAutofit/>
          </a:bodyPr>
          <a:lstStyle/>
          <a:p>
            <a:r>
              <a:rPr lang="hu-HU" sz="3200" dirty="0"/>
              <a:t>A „stress</a:t>
            </a:r>
            <a:r>
              <a:rPr lang="en-US" sz="3200" dirty="0"/>
              <a:t>”</a:t>
            </a:r>
            <a:r>
              <a:rPr lang="hu-HU" sz="3200" dirty="0"/>
              <a:t> teszt az ami túllép a rendszer szokásos várható használatától (mi történne ha nem úgy használnánk mint ahogy tervezve lett).</a:t>
            </a:r>
            <a:endParaRPr lang="en-US" sz="3200" dirty="0"/>
          </a:p>
        </p:txBody>
      </p:sp>
      <p:pic>
        <p:nvPicPr>
          <p:cNvPr id="4" name="Picture 3" descr="Logo&#10;&#10;Description automatically generated">
            <a:extLst>
              <a:ext uri="{FF2B5EF4-FFF2-40B4-BE49-F238E27FC236}">
                <a16:creationId xmlns:a16="http://schemas.microsoft.com/office/drawing/2014/main" id="{3591A38C-E165-8C9F-069F-2BDC1112EF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Automatizált szoftver tesztelés - érvek</a:t>
            </a:r>
            <a:endParaRPr lang="en-US" dirty="0"/>
          </a:p>
        </p:txBody>
      </p:sp>
      <p:sp>
        <p:nvSpPr>
          <p:cNvPr id="3" name="Content Placeholder 2"/>
          <p:cNvSpPr>
            <a:spLocks noGrp="1"/>
          </p:cNvSpPr>
          <p:nvPr>
            <p:ph idx="4294967295"/>
          </p:nvPr>
        </p:nvSpPr>
        <p:spPr>
          <a:xfrm>
            <a:off x="0" y="1828800"/>
            <a:ext cx="7886700" cy="4351338"/>
          </a:xfrm>
        </p:spPr>
        <p:txBody>
          <a:bodyPr>
            <a:noAutofit/>
          </a:bodyPr>
          <a:lstStyle/>
          <a:p>
            <a:r>
              <a:rPr lang="hu-HU" sz="3200" dirty="0"/>
              <a:t>Hatékonyság növelés</a:t>
            </a:r>
            <a:endParaRPr lang="en-US" sz="3200" dirty="0"/>
          </a:p>
          <a:p>
            <a:r>
              <a:rPr lang="hu-HU" sz="3200" dirty="0"/>
              <a:t>Tesztelési költségek csökkentése</a:t>
            </a:r>
            <a:endParaRPr lang="en-US" sz="3200" dirty="0"/>
          </a:p>
          <a:p>
            <a:r>
              <a:rPr lang="hu-HU" sz="3200" dirty="0"/>
              <a:t>Erőforrás csökkentés</a:t>
            </a:r>
            <a:endParaRPr lang="en-US" sz="3200" dirty="0"/>
          </a:p>
          <a:p>
            <a:r>
              <a:rPr lang="hu-HU" sz="3200" dirty="0"/>
              <a:t>Manuális tesztelési hibák megszüntetése</a:t>
            </a:r>
            <a:endParaRPr lang="en-US" sz="3200" dirty="0"/>
          </a:p>
          <a:p>
            <a:r>
              <a:rPr lang="hu-HU" sz="3200" dirty="0"/>
              <a:t>Unalmas feladatok végrehajtása</a:t>
            </a:r>
            <a:endParaRPr lang="en-US" sz="3200" dirty="0"/>
          </a:p>
          <a:p>
            <a:r>
              <a:rPr lang="hu-HU" sz="3200" dirty="0"/>
              <a:t>Pontos eredmények</a:t>
            </a:r>
            <a:endParaRPr lang="en-US" sz="3200" dirty="0"/>
          </a:p>
          <a:p>
            <a:r>
              <a:rPr lang="hu-HU" sz="3200" dirty="0"/>
              <a:t>Bármikor végrehajtható</a:t>
            </a:r>
            <a:endParaRPr lang="en-US" sz="3200" dirty="0"/>
          </a:p>
          <a:p>
            <a:r>
              <a:rPr lang="hu-HU" sz="3200" dirty="0"/>
              <a:t>Újrahasznosítható</a:t>
            </a:r>
            <a:endParaRPr lang="en-US" sz="3200" dirty="0"/>
          </a:p>
          <a:p>
            <a:endParaRPr lang="en-US" sz="3200" dirty="0"/>
          </a:p>
        </p:txBody>
      </p:sp>
      <p:pic>
        <p:nvPicPr>
          <p:cNvPr id="4" name="Picture 3" descr="Logo&#10;&#10;Description automatically generated">
            <a:extLst>
              <a:ext uri="{FF2B5EF4-FFF2-40B4-BE49-F238E27FC236}">
                <a16:creationId xmlns:a16="http://schemas.microsoft.com/office/drawing/2014/main" id="{46B0684B-3888-62E4-8343-C28DF67FE62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Automatizált szoftver tesztelés</a:t>
            </a:r>
            <a:endParaRPr lang="en-US" dirty="0"/>
          </a:p>
        </p:txBody>
      </p:sp>
      <p:sp>
        <p:nvSpPr>
          <p:cNvPr id="3" name="Content Placeholder 2"/>
          <p:cNvSpPr>
            <a:spLocks noGrp="1"/>
          </p:cNvSpPr>
          <p:nvPr>
            <p:ph idx="4294967295"/>
          </p:nvPr>
        </p:nvSpPr>
        <p:spPr>
          <a:xfrm>
            <a:off x="0" y="2819400"/>
            <a:ext cx="7886700" cy="4351338"/>
          </a:xfrm>
        </p:spPr>
        <p:txBody>
          <a:bodyPr>
            <a:normAutofit/>
          </a:bodyPr>
          <a:lstStyle/>
          <a:p>
            <a:pPr marL="0" indent="0">
              <a:buNone/>
            </a:pPr>
            <a:r>
              <a:rPr lang="hu-HU" sz="3200" dirty="0"/>
              <a:t>Automatizált teszteléssel </a:t>
            </a:r>
            <a:r>
              <a:rPr lang="en-US" sz="3200" dirty="0"/>
              <a:t>NEM</a:t>
            </a:r>
            <a:r>
              <a:rPr lang="hu-HU" sz="3200" dirty="0"/>
              <a:t> lehet teljesen kiváltani a manuális tesztelést</a:t>
            </a:r>
            <a:endParaRPr lang="en-US" sz="3200" dirty="0"/>
          </a:p>
        </p:txBody>
      </p:sp>
      <p:pic>
        <p:nvPicPr>
          <p:cNvPr id="4" name="Picture 3" descr="Logo&#10;&#10;Description automatically generated">
            <a:extLst>
              <a:ext uri="{FF2B5EF4-FFF2-40B4-BE49-F238E27FC236}">
                <a16:creationId xmlns:a16="http://schemas.microsoft.com/office/drawing/2014/main" id="{7C0A2460-C63B-5447-E9A1-E3B414A820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Automatizált szoftver tesztelés – Miért nem egyszerű?</a:t>
            </a:r>
            <a:endParaRPr lang="en-US" dirty="0"/>
          </a:p>
        </p:txBody>
      </p:sp>
      <p:sp>
        <p:nvSpPr>
          <p:cNvPr id="3" name="Content Placeholder 2"/>
          <p:cNvSpPr>
            <a:spLocks noGrp="1"/>
          </p:cNvSpPr>
          <p:nvPr>
            <p:ph idx="4294967295"/>
          </p:nvPr>
        </p:nvSpPr>
        <p:spPr>
          <a:xfrm>
            <a:off x="0" y="2286000"/>
            <a:ext cx="7886700" cy="4351338"/>
          </a:xfrm>
        </p:spPr>
        <p:txBody>
          <a:bodyPr>
            <a:normAutofit/>
          </a:bodyPr>
          <a:lstStyle/>
          <a:p>
            <a:r>
              <a:rPr lang="hu-HU" sz="3200" dirty="0"/>
              <a:t>Speciális szoftver és hardver igény</a:t>
            </a:r>
          </a:p>
          <a:p>
            <a:r>
              <a:rPr lang="hu-HU" sz="3200" dirty="0"/>
              <a:t>Programozási jártasság</a:t>
            </a:r>
          </a:p>
          <a:p>
            <a:r>
              <a:rPr lang="hu-HU" sz="3200" dirty="0"/>
              <a:t>Nem váltja ki teljesen a manuális tesztelést</a:t>
            </a:r>
          </a:p>
          <a:p>
            <a:r>
              <a:rPr lang="hu-HU" sz="3200" dirty="0"/>
              <a:t>Idő kell a megtérüléshez</a:t>
            </a:r>
            <a:endParaRPr lang="en-US" sz="3200" dirty="0"/>
          </a:p>
        </p:txBody>
      </p:sp>
      <p:pic>
        <p:nvPicPr>
          <p:cNvPr id="4" name="Picture 3" descr="Logo&#10;&#10;Description automatically generated">
            <a:extLst>
              <a:ext uri="{FF2B5EF4-FFF2-40B4-BE49-F238E27FC236}">
                <a16:creationId xmlns:a16="http://schemas.microsoft.com/office/drawing/2014/main" id="{7C0C0606-DBFF-351C-13F5-F4F239563A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Automatizált szoftver tesztelés – Területek</a:t>
            </a:r>
            <a:endParaRPr lang="en-US" dirty="0"/>
          </a:p>
        </p:txBody>
      </p:sp>
      <p:sp>
        <p:nvSpPr>
          <p:cNvPr id="3" name="Content Placeholder 2"/>
          <p:cNvSpPr>
            <a:spLocks noGrp="1"/>
          </p:cNvSpPr>
          <p:nvPr>
            <p:ph idx="4294967295"/>
          </p:nvPr>
        </p:nvSpPr>
        <p:spPr>
          <a:xfrm>
            <a:off x="0" y="2286000"/>
            <a:ext cx="7886700" cy="4351338"/>
          </a:xfrm>
        </p:spPr>
        <p:txBody>
          <a:bodyPr>
            <a:normAutofit/>
          </a:bodyPr>
          <a:lstStyle/>
          <a:p>
            <a:r>
              <a:rPr lang="hu-HU" sz="3200" dirty="0"/>
              <a:t>Regressziós teszt</a:t>
            </a:r>
          </a:p>
          <a:p>
            <a:r>
              <a:rPr lang="hu-HU" sz="3200" dirty="0" err="1"/>
              <a:t>Smoke</a:t>
            </a:r>
            <a:r>
              <a:rPr lang="hu-HU" sz="3200" dirty="0"/>
              <a:t> teszt</a:t>
            </a:r>
          </a:p>
          <a:p>
            <a:r>
              <a:rPr lang="hu-HU" sz="3200" dirty="0"/>
              <a:t>Nagy adatkombináció</a:t>
            </a:r>
          </a:p>
          <a:p>
            <a:r>
              <a:rPr lang="hu-HU" sz="3200" dirty="0"/>
              <a:t>Sok ismétlődő lépés</a:t>
            </a:r>
          </a:p>
          <a:p>
            <a:r>
              <a:rPr lang="hu-HU" sz="3200" dirty="0"/>
              <a:t>Adat generálás</a:t>
            </a:r>
            <a:endParaRPr lang="en-US" sz="3200" dirty="0"/>
          </a:p>
        </p:txBody>
      </p:sp>
      <p:pic>
        <p:nvPicPr>
          <p:cNvPr id="4" name="Picture 3" descr="Logo&#10;&#10;Description automatically generated">
            <a:extLst>
              <a:ext uri="{FF2B5EF4-FFF2-40B4-BE49-F238E27FC236}">
                <a16:creationId xmlns:a16="http://schemas.microsoft.com/office/drawing/2014/main" id="{7B9D0112-D603-C721-E06D-1777958BEF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Automatizált szoftver tesztelés – Mikor nem javasolt?</a:t>
            </a:r>
            <a:endParaRPr lang="en-US" dirty="0"/>
          </a:p>
        </p:txBody>
      </p:sp>
      <p:sp>
        <p:nvSpPr>
          <p:cNvPr id="3" name="Content Placeholder 2"/>
          <p:cNvSpPr>
            <a:spLocks noGrp="1"/>
          </p:cNvSpPr>
          <p:nvPr>
            <p:ph idx="4294967295"/>
          </p:nvPr>
        </p:nvSpPr>
        <p:spPr>
          <a:xfrm>
            <a:off x="0" y="2209800"/>
            <a:ext cx="7886700" cy="4351338"/>
          </a:xfrm>
        </p:spPr>
        <p:txBody>
          <a:bodyPr>
            <a:normAutofit/>
          </a:bodyPr>
          <a:lstStyle/>
          <a:p>
            <a:r>
              <a:rPr lang="hu-HU" sz="3200" dirty="0"/>
              <a:t>Alkalmazás funkcionalitása nem stabil</a:t>
            </a:r>
          </a:p>
          <a:p>
            <a:r>
              <a:rPr lang="hu-HU" sz="3200" dirty="0"/>
              <a:t>Gyakran változó kód</a:t>
            </a:r>
          </a:p>
          <a:p>
            <a:r>
              <a:rPr lang="hu-HU" sz="3200" dirty="0"/>
              <a:t>Tesztelési folyamat nincs dokumentálva</a:t>
            </a:r>
          </a:p>
          <a:p>
            <a:r>
              <a:rPr lang="hu-HU" sz="3200" dirty="0"/>
              <a:t>Megtérülés minimális</a:t>
            </a:r>
          </a:p>
          <a:p>
            <a:r>
              <a:rPr lang="hu-HU" sz="3200" dirty="0"/>
              <a:t>Rövid idő a teszt elkészítésére</a:t>
            </a:r>
            <a:endParaRPr lang="en-US" sz="3200" dirty="0"/>
          </a:p>
        </p:txBody>
      </p:sp>
      <p:pic>
        <p:nvPicPr>
          <p:cNvPr id="4" name="Picture 3" descr="Logo&#10;&#10;Description automatically generated">
            <a:extLst>
              <a:ext uri="{FF2B5EF4-FFF2-40B4-BE49-F238E27FC236}">
                <a16:creationId xmlns:a16="http://schemas.microsoft.com/office/drawing/2014/main" id="{2257A0F6-E853-B347-DF39-317E0E8A08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Automatizált szoftver tesztelés – Mikor lehet használni?</a:t>
            </a:r>
            <a:endParaRPr lang="en-US" dirty="0"/>
          </a:p>
        </p:txBody>
      </p:sp>
      <p:sp>
        <p:nvSpPr>
          <p:cNvPr id="3" name="Content Placeholder 2"/>
          <p:cNvSpPr>
            <a:spLocks noGrp="1"/>
          </p:cNvSpPr>
          <p:nvPr>
            <p:ph idx="4294967295"/>
          </p:nvPr>
        </p:nvSpPr>
        <p:spPr>
          <a:xfrm>
            <a:off x="0" y="2141538"/>
            <a:ext cx="7886700" cy="4351337"/>
          </a:xfrm>
        </p:spPr>
        <p:txBody>
          <a:bodyPr>
            <a:normAutofit/>
          </a:bodyPr>
          <a:lstStyle/>
          <a:p>
            <a:r>
              <a:rPr lang="hu-HU" sz="3200" dirty="0"/>
              <a:t>Tesztelési időszakban</a:t>
            </a:r>
          </a:p>
          <a:p>
            <a:r>
              <a:rPr lang="hu-HU" sz="3200" dirty="0"/>
              <a:t>Fejlesztési időszakban</a:t>
            </a:r>
          </a:p>
          <a:p>
            <a:pPr lvl="1"/>
            <a:r>
              <a:rPr lang="hu-HU" sz="3200" dirty="0"/>
              <a:t>Meglévő funkciók nem sérültek a fejlesztés során</a:t>
            </a:r>
          </a:p>
          <a:p>
            <a:pPr lvl="1"/>
            <a:r>
              <a:rPr lang="hu-HU" sz="3200" dirty="0"/>
              <a:t>Adatgenerálás modul tesztelésre</a:t>
            </a:r>
          </a:p>
          <a:p>
            <a:r>
              <a:rPr lang="hu-HU" sz="3200" dirty="0"/>
              <a:t>Tesztelési időszak előkészületeinél</a:t>
            </a:r>
          </a:p>
          <a:p>
            <a:r>
              <a:rPr lang="hu-HU" sz="3200" dirty="0"/>
              <a:t>Bármikor</a:t>
            </a:r>
          </a:p>
        </p:txBody>
      </p:sp>
      <p:pic>
        <p:nvPicPr>
          <p:cNvPr id="4" name="Picture 3" descr="Logo&#10;&#10;Description automatically generated">
            <a:extLst>
              <a:ext uri="{FF2B5EF4-FFF2-40B4-BE49-F238E27FC236}">
                <a16:creationId xmlns:a16="http://schemas.microsoft.com/office/drawing/2014/main" id="{F6515B1B-631C-6F19-DB6B-88D0FFFB641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Keretrendszer - Framework</a:t>
            </a:r>
            <a:endParaRPr lang="en-US" dirty="0"/>
          </a:p>
        </p:txBody>
      </p:sp>
      <p:sp>
        <p:nvSpPr>
          <p:cNvPr id="3" name="Content Placeholder 2"/>
          <p:cNvSpPr>
            <a:spLocks noGrp="1"/>
          </p:cNvSpPr>
          <p:nvPr>
            <p:ph idx="4294967295"/>
          </p:nvPr>
        </p:nvSpPr>
        <p:spPr>
          <a:xfrm>
            <a:off x="0" y="2159000"/>
            <a:ext cx="7886700" cy="4351338"/>
          </a:xfrm>
        </p:spPr>
        <p:txBody>
          <a:bodyPr>
            <a:normAutofit/>
          </a:bodyPr>
          <a:lstStyle/>
          <a:p>
            <a:pPr marL="0" indent="0">
              <a:buNone/>
            </a:pPr>
            <a:r>
              <a:rPr lang="hu-HU" sz="3200" dirty="0"/>
              <a:t>Önmagában közvetlenül nem használható, de bizonyos tipikus feladatok elvégzését nagy mértékben segítő, egységes módon megszerkesztett "építőkockákat" (komponenseket) tartalmazó halmaz.</a:t>
            </a:r>
            <a:endParaRPr lang="en-US" sz="3200" dirty="0"/>
          </a:p>
          <a:p>
            <a:pPr marL="0" indent="0">
              <a:buNone/>
            </a:pPr>
            <a:endParaRPr lang="en-US" sz="3200" dirty="0"/>
          </a:p>
          <a:p>
            <a:pPr marL="0" indent="0">
              <a:buNone/>
            </a:pPr>
            <a:r>
              <a:rPr lang="en-US" sz="3200" dirty="0" err="1"/>
              <a:t>Példák</a:t>
            </a:r>
            <a:r>
              <a:rPr lang="en-US" sz="3200" dirty="0"/>
              <a:t>: Selenium, Cypress, Playwright, WDIO,</a:t>
            </a:r>
          </a:p>
          <a:p>
            <a:pPr marL="0" indent="0">
              <a:buNone/>
            </a:pPr>
            <a:r>
              <a:rPr lang="en-US" sz="3200" dirty="0"/>
              <a:t>Cucumber</a:t>
            </a:r>
          </a:p>
        </p:txBody>
      </p:sp>
      <p:pic>
        <p:nvPicPr>
          <p:cNvPr id="4" name="Picture 3" descr="Logo&#10;&#10;Description automatically generated">
            <a:extLst>
              <a:ext uri="{FF2B5EF4-FFF2-40B4-BE49-F238E27FC236}">
                <a16:creationId xmlns:a16="http://schemas.microsoft.com/office/drawing/2014/main" id="{566AD6B8-EE3C-574C-9E26-2FF85FA508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7886700" cy="1325563"/>
          </a:xfrm>
        </p:spPr>
        <p:txBody>
          <a:bodyPr/>
          <a:lstStyle/>
          <a:p>
            <a:pPr algn="ctr"/>
            <a:r>
              <a:rPr lang="hu-HU" dirty="0"/>
              <a:t>Automatizált szoftver tesztelés – Különböző szintek lehetségesek</a:t>
            </a:r>
            <a:endParaRPr lang="en-US" dirty="0"/>
          </a:p>
        </p:txBody>
      </p:sp>
      <p:sp>
        <p:nvSpPr>
          <p:cNvPr id="3" name="Content Placeholder 2"/>
          <p:cNvSpPr>
            <a:spLocks noGrp="1"/>
          </p:cNvSpPr>
          <p:nvPr>
            <p:ph idx="4294967295"/>
          </p:nvPr>
        </p:nvSpPr>
        <p:spPr>
          <a:xfrm>
            <a:off x="0" y="2149475"/>
            <a:ext cx="7886700" cy="4351338"/>
          </a:xfrm>
        </p:spPr>
        <p:txBody>
          <a:bodyPr>
            <a:normAutofit/>
          </a:bodyPr>
          <a:lstStyle/>
          <a:p>
            <a:r>
              <a:rPr lang="hu-HU" sz="3200" dirty="0"/>
              <a:t>Lineáris automatizálás</a:t>
            </a:r>
          </a:p>
          <a:p>
            <a:r>
              <a:rPr lang="hu-HU" sz="3200" dirty="0"/>
              <a:t>Strukturált automatizálás</a:t>
            </a:r>
            <a:r>
              <a:rPr lang="en-US" sz="3200" dirty="0"/>
              <a:t> (Module-Based)</a:t>
            </a:r>
            <a:endParaRPr lang="hu-HU" sz="3200" dirty="0"/>
          </a:p>
          <a:p>
            <a:r>
              <a:rPr lang="hu-HU" sz="3200" dirty="0"/>
              <a:t>Megosztott automatizálás</a:t>
            </a:r>
            <a:r>
              <a:rPr lang="en-US" sz="3200" dirty="0"/>
              <a:t> (Hybrid)</a:t>
            </a:r>
            <a:endParaRPr lang="hu-HU" sz="3200" dirty="0"/>
          </a:p>
          <a:p>
            <a:r>
              <a:rPr lang="hu-HU" sz="3200" dirty="0"/>
              <a:t>Adat vezérelt automatizálás</a:t>
            </a:r>
            <a:r>
              <a:rPr lang="en-US" sz="3200" dirty="0"/>
              <a:t> (Data-Driven)</a:t>
            </a:r>
            <a:endParaRPr lang="hu-HU" sz="3200" dirty="0"/>
          </a:p>
          <a:p>
            <a:r>
              <a:rPr lang="hu-HU" sz="3200" dirty="0"/>
              <a:t>Kulcsszó alapú automatizálás</a:t>
            </a:r>
            <a:r>
              <a:rPr lang="en-US" sz="3200" dirty="0"/>
              <a:t> (Keyword-Driven)</a:t>
            </a:r>
          </a:p>
        </p:txBody>
      </p:sp>
      <p:pic>
        <p:nvPicPr>
          <p:cNvPr id="4" name="Picture 3" descr="Logo&#10;&#10;Description automatically generated">
            <a:extLst>
              <a:ext uri="{FF2B5EF4-FFF2-40B4-BE49-F238E27FC236}">
                <a16:creationId xmlns:a16="http://schemas.microsoft.com/office/drawing/2014/main" id="{58F6AA83-5B5B-E69F-3D42-40CE5B72AC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Lineáris automatizálás</a:t>
            </a:r>
            <a:endParaRPr lang="en-US" dirty="0"/>
          </a:p>
        </p:txBody>
      </p:sp>
      <p:sp>
        <p:nvSpPr>
          <p:cNvPr id="3" name="Content Placeholder 2"/>
          <p:cNvSpPr>
            <a:spLocks noGrp="1"/>
          </p:cNvSpPr>
          <p:nvPr>
            <p:ph idx="4294967295"/>
          </p:nvPr>
        </p:nvSpPr>
        <p:spPr>
          <a:xfrm>
            <a:off x="0" y="1825625"/>
            <a:ext cx="9144000" cy="4351338"/>
          </a:xfrm>
        </p:spPr>
        <p:txBody>
          <a:bodyPr>
            <a:normAutofit/>
          </a:bodyPr>
          <a:lstStyle/>
          <a:p>
            <a:pPr marL="0" indent="0">
              <a:buNone/>
            </a:pPr>
            <a:r>
              <a:rPr lang="en-US" sz="3200" dirty="0" err="1"/>
              <a:t>Egy</a:t>
            </a:r>
            <a:r>
              <a:rPr lang="en-US" sz="3200" dirty="0"/>
              <a:t> </a:t>
            </a:r>
            <a:r>
              <a:rPr lang="en-US" sz="3200" dirty="0" err="1"/>
              <a:t>tesztelő</a:t>
            </a:r>
            <a:r>
              <a:rPr lang="en-US" sz="3200" dirty="0"/>
              <a:t> </a:t>
            </a:r>
            <a:r>
              <a:rPr lang="en-US" sz="3200" dirty="0" err="1"/>
              <a:t>manuálisan</a:t>
            </a:r>
            <a:r>
              <a:rPr lang="en-US" sz="3200" dirty="0"/>
              <a:t> </a:t>
            </a:r>
            <a:r>
              <a:rPr lang="en-US" sz="3200" dirty="0" err="1"/>
              <a:t>vesz</a:t>
            </a:r>
            <a:r>
              <a:rPr lang="en-US" sz="3200" dirty="0"/>
              <a:t> </a:t>
            </a:r>
            <a:r>
              <a:rPr lang="en-US" sz="3200" dirty="0" err="1"/>
              <a:t>fel</a:t>
            </a:r>
            <a:r>
              <a:rPr lang="en-US" sz="3200" dirty="0"/>
              <a:t> </a:t>
            </a:r>
            <a:r>
              <a:rPr lang="en-US" sz="3200" dirty="0" err="1"/>
              <a:t>minden</a:t>
            </a:r>
            <a:r>
              <a:rPr lang="en-US" sz="3200" dirty="0"/>
              <a:t> </a:t>
            </a:r>
            <a:r>
              <a:rPr lang="en-US" sz="3200" dirty="0" err="1"/>
              <a:t>lépést</a:t>
            </a:r>
            <a:r>
              <a:rPr lang="en-US" sz="3200" dirty="0"/>
              <a:t>, </a:t>
            </a:r>
            <a:r>
              <a:rPr lang="en-US" sz="3200" dirty="0" err="1"/>
              <a:t>ami</a:t>
            </a:r>
            <a:r>
              <a:rPr lang="en-US" sz="3200" dirty="0"/>
              <a:t> </a:t>
            </a:r>
            <a:r>
              <a:rPr lang="en-US" sz="3200" dirty="0" err="1"/>
              <a:t>szükséges</a:t>
            </a:r>
            <a:r>
              <a:rPr lang="en-US" sz="3200" dirty="0"/>
              <a:t> a </a:t>
            </a:r>
            <a:r>
              <a:rPr lang="en-US" sz="3200" dirty="0" err="1"/>
              <a:t>tesztesetekhez</a:t>
            </a:r>
            <a:r>
              <a:rPr lang="en-US" sz="3200" dirty="0"/>
              <a:t>. Nem </a:t>
            </a:r>
            <a:r>
              <a:rPr lang="en-US" sz="3200" dirty="0" err="1"/>
              <a:t>szükséges</a:t>
            </a:r>
            <a:r>
              <a:rPr lang="en-US" sz="3200" dirty="0"/>
              <a:t> </a:t>
            </a:r>
            <a:r>
              <a:rPr lang="en-US" sz="3200" dirty="0" err="1"/>
              <a:t>hozzá</a:t>
            </a:r>
            <a:r>
              <a:rPr lang="en-US" sz="3200" dirty="0"/>
              <a:t> </a:t>
            </a:r>
            <a:r>
              <a:rPr lang="en-US" sz="3200" dirty="0" err="1"/>
              <a:t>nagy</a:t>
            </a:r>
            <a:r>
              <a:rPr lang="en-US" sz="3200" dirty="0"/>
              <a:t> </a:t>
            </a:r>
            <a:r>
              <a:rPr lang="en-US" sz="3200" dirty="0" err="1"/>
              <a:t>kódolási</a:t>
            </a:r>
            <a:r>
              <a:rPr lang="en-US" sz="3200" dirty="0"/>
              <a:t> </a:t>
            </a:r>
            <a:r>
              <a:rPr lang="en-US" sz="3200" dirty="0" err="1"/>
              <a:t>ismeret</a:t>
            </a:r>
            <a:r>
              <a:rPr lang="en-US" sz="3200" dirty="0"/>
              <a:t>, </a:t>
            </a:r>
            <a:r>
              <a:rPr lang="en-US" sz="3200" dirty="0" err="1"/>
              <a:t>bár</a:t>
            </a:r>
            <a:r>
              <a:rPr lang="en-US" sz="3200" dirty="0"/>
              <a:t> </a:t>
            </a:r>
            <a:r>
              <a:rPr lang="en-US" sz="3200" dirty="0" err="1"/>
              <a:t>így</a:t>
            </a:r>
            <a:r>
              <a:rPr lang="en-US" sz="3200" dirty="0"/>
              <a:t> a </a:t>
            </a:r>
            <a:r>
              <a:rPr lang="en-US" sz="3200" dirty="0" err="1"/>
              <a:t>megírt</a:t>
            </a:r>
            <a:r>
              <a:rPr lang="en-US" sz="3200" dirty="0"/>
              <a:t> </a:t>
            </a:r>
            <a:r>
              <a:rPr lang="en-US" sz="3200" dirty="0" err="1"/>
              <a:t>szkriptek</a:t>
            </a:r>
            <a:r>
              <a:rPr lang="en-US" sz="3200" dirty="0"/>
              <a:t> </a:t>
            </a:r>
            <a:r>
              <a:rPr lang="en-US" sz="3200" dirty="0" err="1"/>
              <a:t>nem</a:t>
            </a:r>
            <a:r>
              <a:rPr lang="en-US" sz="3200" dirty="0"/>
              <a:t> </a:t>
            </a:r>
            <a:r>
              <a:rPr lang="en-US" sz="3200" dirty="0" err="1"/>
              <a:t>újrahasználhatóak</a:t>
            </a:r>
            <a:r>
              <a:rPr lang="en-US" sz="3200" dirty="0"/>
              <a:t>. </a:t>
            </a:r>
            <a:r>
              <a:rPr lang="en-US" sz="3200" dirty="0" err="1"/>
              <a:t>Sok</a:t>
            </a:r>
            <a:r>
              <a:rPr lang="en-US" sz="3200" dirty="0"/>
              <a:t> </a:t>
            </a:r>
            <a:r>
              <a:rPr lang="en-US" sz="3200" dirty="0" err="1"/>
              <a:t>idő</a:t>
            </a:r>
            <a:r>
              <a:rPr lang="en-US" sz="3200" dirty="0"/>
              <a:t> </a:t>
            </a:r>
            <a:r>
              <a:rPr lang="en-US" sz="3200" dirty="0" err="1"/>
              <a:t>karban</a:t>
            </a:r>
            <a:r>
              <a:rPr lang="en-US" sz="3200" dirty="0"/>
              <a:t> </a:t>
            </a:r>
            <a:r>
              <a:rPr lang="en-US" sz="3200" dirty="0" err="1"/>
              <a:t>tartani</a:t>
            </a:r>
            <a:r>
              <a:rPr lang="en-US" sz="3200" dirty="0"/>
              <a:t> </a:t>
            </a:r>
            <a:r>
              <a:rPr lang="en-US" sz="3200" dirty="0" err="1"/>
              <a:t>és</a:t>
            </a:r>
            <a:r>
              <a:rPr lang="en-US" sz="3200" dirty="0"/>
              <a:t> s</a:t>
            </a:r>
            <a:r>
              <a:rPr lang="hu-HU" sz="3200" dirty="0"/>
              <a:t>zinte egy az egyben megfelel a manuális teszt esetnek</a:t>
            </a:r>
            <a:r>
              <a:rPr lang="en-US" sz="3200" dirty="0"/>
              <a:t>.</a:t>
            </a:r>
          </a:p>
        </p:txBody>
      </p:sp>
      <p:pic>
        <p:nvPicPr>
          <p:cNvPr id="4" name="Picture 3" descr="Logo&#10;&#10;Description automatically generated">
            <a:extLst>
              <a:ext uri="{FF2B5EF4-FFF2-40B4-BE49-F238E27FC236}">
                <a16:creationId xmlns:a16="http://schemas.microsoft.com/office/drawing/2014/main" id="{C9F1B7E1-06D7-A608-1AD3-99A3C0744B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Lineáris automatizálás</a:t>
            </a:r>
            <a:endParaRPr lang="en-US" dirty="0"/>
          </a:p>
        </p:txBody>
      </p:sp>
      <p:sp>
        <p:nvSpPr>
          <p:cNvPr id="3" name="Content Placeholder 2"/>
          <p:cNvSpPr>
            <a:spLocks noGrp="1"/>
          </p:cNvSpPr>
          <p:nvPr>
            <p:ph idx="4294967295"/>
          </p:nvPr>
        </p:nvSpPr>
        <p:spPr>
          <a:xfrm>
            <a:off x="0" y="1828800"/>
            <a:ext cx="7886700" cy="4351338"/>
          </a:xfrm>
        </p:spPr>
        <p:txBody>
          <a:bodyPr>
            <a:normAutofit/>
          </a:bodyPr>
          <a:lstStyle/>
          <a:p>
            <a:pPr>
              <a:buNone/>
            </a:pPr>
            <a:r>
              <a:rPr lang="en-US" sz="3200" dirty="0" err="1"/>
              <a:t>Mit</a:t>
            </a:r>
            <a:r>
              <a:rPr lang="en-US" sz="3200" dirty="0"/>
              <a:t> ne </a:t>
            </a:r>
            <a:r>
              <a:rPr lang="hu-HU" sz="3200" dirty="0"/>
              <a:t>várjunk</a:t>
            </a:r>
            <a:r>
              <a:rPr lang="en-US" sz="3200" dirty="0"/>
              <a:t> </a:t>
            </a:r>
            <a:r>
              <a:rPr lang="en-US" sz="3200" dirty="0" err="1"/>
              <a:t>el</a:t>
            </a:r>
            <a:r>
              <a:rPr lang="en-US" sz="3200" dirty="0"/>
              <a:t> </a:t>
            </a:r>
            <a:r>
              <a:rPr lang="en-US" sz="3200" dirty="0" err="1"/>
              <a:t>ettől</a:t>
            </a:r>
            <a:r>
              <a:rPr lang="en-US" sz="3200" dirty="0"/>
              <a:t> a </a:t>
            </a:r>
            <a:r>
              <a:rPr lang="en-US" sz="3200" dirty="0" err="1"/>
              <a:t>fajtától</a:t>
            </a:r>
            <a:r>
              <a:rPr lang="en-US" sz="3200" dirty="0"/>
              <a:t>?</a:t>
            </a:r>
            <a:endParaRPr lang="hu-HU" sz="3200" dirty="0"/>
          </a:p>
          <a:p>
            <a:r>
              <a:rPr lang="hu-HU" sz="3200" dirty="0"/>
              <a:t>Modularitás</a:t>
            </a:r>
          </a:p>
          <a:p>
            <a:r>
              <a:rPr lang="hu-HU" sz="3200" dirty="0"/>
              <a:t>Újrahasznosíthatóság</a:t>
            </a:r>
          </a:p>
          <a:p>
            <a:r>
              <a:rPr lang="hu-HU" sz="3200" dirty="0"/>
              <a:t>Paraméterezhetőség</a:t>
            </a:r>
            <a:endParaRPr lang="en-US" sz="3200" dirty="0"/>
          </a:p>
        </p:txBody>
      </p:sp>
      <p:pic>
        <p:nvPicPr>
          <p:cNvPr id="4" name="Picture 3" descr="Logo&#10;&#10;Description automatically generated">
            <a:extLst>
              <a:ext uri="{FF2B5EF4-FFF2-40B4-BE49-F238E27FC236}">
                <a16:creationId xmlns:a16="http://schemas.microsoft.com/office/drawing/2014/main" id="{C9F1B7E1-06D7-A608-1AD3-99A3C0744B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extLst>
      <p:ext uri="{BB962C8B-B14F-4D97-AF65-F5344CB8AC3E}">
        <p14:creationId xmlns:p14="http://schemas.microsoft.com/office/powerpoint/2010/main" val="94419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Lineáris automatizálás</a:t>
            </a:r>
            <a:endParaRPr lang="en-US" dirty="0"/>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3485260482"/>
              </p:ext>
            </p:extLst>
          </p:nvPr>
        </p:nvGraphicFramePr>
        <p:xfrm>
          <a:off x="0" y="1524000"/>
          <a:ext cx="8839200" cy="518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Logo&#10;&#10;Description automatically generated">
            <a:extLst>
              <a:ext uri="{FF2B5EF4-FFF2-40B4-BE49-F238E27FC236}">
                <a16:creationId xmlns:a16="http://schemas.microsoft.com/office/drawing/2014/main" id="{152ABAF6-295B-C9DF-CB27-8FF99B62770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Funkcionális dekompozíció</a:t>
            </a:r>
            <a:endParaRPr lang="en-US" dirty="0"/>
          </a:p>
        </p:txBody>
      </p:sp>
      <p:sp>
        <p:nvSpPr>
          <p:cNvPr id="3" name="Content Placeholder 2"/>
          <p:cNvSpPr>
            <a:spLocks noGrp="1"/>
          </p:cNvSpPr>
          <p:nvPr>
            <p:ph idx="4294967295"/>
          </p:nvPr>
        </p:nvSpPr>
        <p:spPr>
          <a:xfrm>
            <a:off x="0" y="1828800"/>
            <a:ext cx="7886700" cy="4351338"/>
          </a:xfrm>
        </p:spPr>
        <p:txBody>
          <a:bodyPr>
            <a:normAutofit/>
          </a:bodyPr>
          <a:lstStyle/>
          <a:p>
            <a:pPr marL="0" indent="0">
              <a:buNone/>
            </a:pPr>
            <a:r>
              <a:rPr lang="en-US" dirty="0" err="1"/>
              <a:t>Előnyök</a:t>
            </a:r>
            <a:r>
              <a:rPr lang="en-US" dirty="0"/>
              <a:t>:</a:t>
            </a:r>
          </a:p>
          <a:p>
            <a:endParaRPr lang="en-US" dirty="0"/>
          </a:p>
          <a:p>
            <a:r>
              <a:rPr lang="en-US" dirty="0"/>
              <a:t>Az </a:t>
            </a:r>
            <a:r>
              <a:rPr lang="en-US" dirty="0" err="1"/>
              <a:t>adatok</a:t>
            </a:r>
            <a:r>
              <a:rPr lang="en-US" dirty="0"/>
              <a:t> </a:t>
            </a:r>
            <a:r>
              <a:rPr lang="en-US" dirty="0" err="1"/>
              <a:t>nem</a:t>
            </a:r>
            <a:r>
              <a:rPr lang="en-US" dirty="0"/>
              <a:t> a </a:t>
            </a:r>
            <a:r>
              <a:rPr lang="en-US" dirty="0" err="1"/>
              <a:t>szkriptekkel</a:t>
            </a:r>
            <a:r>
              <a:rPr lang="en-US" dirty="0"/>
              <a:t> </a:t>
            </a:r>
            <a:r>
              <a:rPr lang="en-US" dirty="0" err="1"/>
              <a:t>együtt</a:t>
            </a:r>
            <a:r>
              <a:rPr lang="en-US" dirty="0"/>
              <a:t> </a:t>
            </a:r>
            <a:r>
              <a:rPr lang="en-US" dirty="0" err="1"/>
              <a:t>vannak</a:t>
            </a:r>
            <a:r>
              <a:rPr lang="en-US" dirty="0"/>
              <a:t> </a:t>
            </a:r>
            <a:r>
              <a:rPr lang="en-US" dirty="0" err="1"/>
              <a:t>kezelve</a:t>
            </a:r>
            <a:endParaRPr lang="en-US" dirty="0"/>
          </a:p>
          <a:p>
            <a:r>
              <a:rPr lang="en-US" dirty="0" err="1"/>
              <a:t>Itt</a:t>
            </a:r>
            <a:r>
              <a:rPr lang="en-US" dirty="0"/>
              <a:t> </a:t>
            </a:r>
            <a:r>
              <a:rPr lang="en-US" dirty="0" err="1"/>
              <a:t>már</a:t>
            </a:r>
            <a:r>
              <a:rPr lang="en-US" dirty="0"/>
              <a:t> </a:t>
            </a:r>
            <a:r>
              <a:rPr lang="en-US" dirty="0" err="1"/>
              <a:t>újra</a:t>
            </a:r>
            <a:r>
              <a:rPr lang="en-US" dirty="0"/>
              <a:t> </a:t>
            </a:r>
            <a:r>
              <a:rPr lang="en-US" dirty="0" err="1"/>
              <a:t>lehet</a:t>
            </a:r>
            <a:r>
              <a:rPr lang="en-US" dirty="0"/>
              <a:t> </a:t>
            </a:r>
            <a:r>
              <a:rPr lang="en-US" dirty="0" err="1"/>
              <a:t>használni</a:t>
            </a:r>
            <a:r>
              <a:rPr lang="en-US" dirty="0"/>
              <a:t> </a:t>
            </a:r>
            <a:r>
              <a:rPr lang="en-US" dirty="0" err="1"/>
              <a:t>szkripteket</a:t>
            </a:r>
            <a:endParaRPr lang="en-US" dirty="0"/>
          </a:p>
          <a:p>
            <a:r>
              <a:rPr lang="en-US" dirty="0" err="1"/>
              <a:t>Már</a:t>
            </a:r>
            <a:r>
              <a:rPr lang="en-US" dirty="0"/>
              <a:t> a </a:t>
            </a:r>
            <a:r>
              <a:rPr lang="en-US" dirty="0" err="1"/>
              <a:t>fejlesztési</a:t>
            </a:r>
            <a:r>
              <a:rPr lang="en-US" dirty="0"/>
              <a:t> </a:t>
            </a:r>
            <a:r>
              <a:rPr lang="en-US" dirty="0" err="1"/>
              <a:t>fázisban</a:t>
            </a:r>
            <a:r>
              <a:rPr lang="en-US" dirty="0"/>
              <a:t> is </a:t>
            </a:r>
            <a:r>
              <a:rPr lang="en-US" dirty="0" err="1"/>
              <a:t>lehet</a:t>
            </a:r>
            <a:r>
              <a:rPr lang="en-US" dirty="0"/>
              <a:t> </a:t>
            </a:r>
            <a:r>
              <a:rPr lang="en-US" dirty="0" err="1"/>
              <a:t>szkripteket</a:t>
            </a:r>
            <a:r>
              <a:rPr lang="en-US" dirty="0"/>
              <a:t> </a:t>
            </a:r>
            <a:r>
              <a:rPr lang="en-US" dirty="0" err="1"/>
              <a:t>írni</a:t>
            </a:r>
            <a:endParaRPr lang="en-US" dirty="0"/>
          </a:p>
          <a:p>
            <a:r>
              <a:rPr lang="en-US" dirty="0"/>
              <a:t>A </a:t>
            </a:r>
            <a:r>
              <a:rPr lang="en-US" dirty="0" err="1"/>
              <a:t>tesztadatok</a:t>
            </a:r>
            <a:r>
              <a:rPr lang="en-US" dirty="0"/>
              <a:t> </a:t>
            </a:r>
            <a:r>
              <a:rPr lang="en-US" dirty="0" err="1"/>
              <a:t>akár</a:t>
            </a:r>
            <a:r>
              <a:rPr lang="en-US" dirty="0"/>
              <a:t> </a:t>
            </a:r>
            <a:r>
              <a:rPr lang="en-US" dirty="0" err="1"/>
              <a:t>külön</a:t>
            </a:r>
            <a:r>
              <a:rPr lang="en-US" dirty="0"/>
              <a:t> </a:t>
            </a:r>
            <a:r>
              <a:rPr lang="en-US" dirty="0" err="1"/>
              <a:t>fájlban</a:t>
            </a:r>
            <a:r>
              <a:rPr lang="en-US" dirty="0"/>
              <a:t> is </a:t>
            </a:r>
            <a:r>
              <a:rPr lang="en-US" dirty="0" err="1"/>
              <a:t>tárolhatóak</a:t>
            </a:r>
            <a:endParaRPr lang="en-US" dirty="0"/>
          </a:p>
          <a:p>
            <a:r>
              <a:rPr lang="en-US" dirty="0" err="1"/>
              <a:t>Igaz</a:t>
            </a:r>
            <a:r>
              <a:rPr lang="en-US" dirty="0"/>
              <a:t>-Hamis </a:t>
            </a:r>
            <a:r>
              <a:rPr lang="en-US" dirty="0" err="1"/>
              <a:t>elvárt</a:t>
            </a:r>
            <a:r>
              <a:rPr lang="en-US" dirty="0"/>
              <a:t> </a:t>
            </a:r>
            <a:r>
              <a:rPr lang="en-US" dirty="0" err="1"/>
              <a:t>értékekkel</a:t>
            </a:r>
            <a:r>
              <a:rPr lang="en-US" dirty="0"/>
              <a:t> </a:t>
            </a:r>
            <a:r>
              <a:rPr lang="en-US" dirty="0" err="1"/>
              <a:t>jobban</a:t>
            </a:r>
            <a:r>
              <a:rPr lang="en-US" dirty="0"/>
              <a:t> </a:t>
            </a:r>
            <a:r>
              <a:rPr lang="en-US" dirty="0" err="1"/>
              <a:t>tud</a:t>
            </a:r>
            <a:r>
              <a:rPr lang="en-US" dirty="0"/>
              <a:t> </a:t>
            </a:r>
            <a:r>
              <a:rPr lang="en-US" dirty="0" err="1"/>
              <a:t>dolgozni</a:t>
            </a:r>
            <a:endParaRPr lang="en-US" dirty="0"/>
          </a:p>
        </p:txBody>
      </p:sp>
      <p:pic>
        <p:nvPicPr>
          <p:cNvPr id="4" name="Picture 3" descr="Logo&#10;&#10;Description automatically generated">
            <a:extLst>
              <a:ext uri="{FF2B5EF4-FFF2-40B4-BE49-F238E27FC236}">
                <a16:creationId xmlns:a16="http://schemas.microsoft.com/office/drawing/2014/main" id="{D891C39F-D36A-0B6F-5BD6-21F3315C8B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Funkcionális dekompozíció</a:t>
            </a:r>
            <a:endParaRPr lang="en-US" dirty="0"/>
          </a:p>
        </p:txBody>
      </p:sp>
      <p:sp>
        <p:nvSpPr>
          <p:cNvPr id="3" name="Content Placeholder 2"/>
          <p:cNvSpPr>
            <a:spLocks noGrp="1"/>
          </p:cNvSpPr>
          <p:nvPr>
            <p:ph idx="4294967295"/>
          </p:nvPr>
        </p:nvSpPr>
        <p:spPr>
          <a:xfrm>
            <a:off x="0" y="1828800"/>
            <a:ext cx="7886700" cy="4351338"/>
          </a:xfrm>
        </p:spPr>
        <p:txBody>
          <a:bodyPr>
            <a:normAutofit/>
          </a:bodyPr>
          <a:lstStyle/>
          <a:p>
            <a:pPr marL="0" indent="0">
              <a:buNone/>
            </a:pPr>
            <a:r>
              <a:rPr lang="en-US" dirty="0" err="1"/>
              <a:t>Hátrányok</a:t>
            </a:r>
            <a:r>
              <a:rPr lang="en-US" dirty="0"/>
              <a:t>:</a:t>
            </a:r>
          </a:p>
          <a:p>
            <a:endParaRPr lang="en-US" dirty="0"/>
          </a:p>
          <a:p>
            <a:r>
              <a:rPr lang="en-US" dirty="0" err="1"/>
              <a:t>Magasszintű</a:t>
            </a:r>
            <a:r>
              <a:rPr lang="en-US" dirty="0"/>
              <a:t> </a:t>
            </a:r>
            <a:r>
              <a:rPr lang="en-US" dirty="0" err="1"/>
              <a:t>technikai</a:t>
            </a:r>
            <a:r>
              <a:rPr lang="en-US" dirty="0"/>
              <a:t> </a:t>
            </a:r>
            <a:r>
              <a:rPr lang="en-US" dirty="0" err="1"/>
              <a:t>tudás</a:t>
            </a:r>
            <a:r>
              <a:rPr lang="en-US" dirty="0"/>
              <a:t> </a:t>
            </a:r>
            <a:r>
              <a:rPr lang="en-US" dirty="0" err="1"/>
              <a:t>szükséges</a:t>
            </a:r>
            <a:endParaRPr lang="en-US" dirty="0"/>
          </a:p>
          <a:p>
            <a:r>
              <a:rPr lang="en-US" dirty="0" err="1"/>
              <a:t>Több</a:t>
            </a:r>
            <a:r>
              <a:rPr lang="en-US" dirty="0"/>
              <a:t> </a:t>
            </a:r>
            <a:r>
              <a:rPr lang="en-US" dirty="0" err="1"/>
              <a:t>adatfájl</a:t>
            </a:r>
            <a:r>
              <a:rPr lang="en-US" dirty="0"/>
              <a:t> </a:t>
            </a:r>
            <a:r>
              <a:rPr lang="en-US" dirty="0" err="1"/>
              <a:t>szükséges</a:t>
            </a:r>
            <a:r>
              <a:rPr lang="en-US" dirty="0"/>
              <a:t> </a:t>
            </a:r>
            <a:r>
              <a:rPr lang="en-US" dirty="0" err="1"/>
              <a:t>akár</a:t>
            </a:r>
            <a:r>
              <a:rPr lang="en-US" dirty="0"/>
              <a:t> </a:t>
            </a:r>
            <a:r>
              <a:rPr lang="en-US" dirty="0" err="1"/>
              <a:t>egy</a:t>
            </a:r>
            <a:r>
              <a:rPr lang="en-US" dirty="0"/>
              <a:t> </a:t>
            </a:r>
            <a:r>
              <a:rPr lang="en-US" dirty="0" err="1"/>
              <a:t>teszteset</a:t>
            </a:r>
            <a:r>
              <a:rPr lang="en-US" dirty="0"/>
              <a:t> </a:t>
            </a:r>
            <a:r>
              <a:rPr lang="en-US" dirty="0" err="1"/>
              <a:t>futtatásához</a:t>
            </a:r>
            <a:r>
              <a:rPr lang="en-US" dirty="0"/>
              <a:t> is</a:t>
            </a:r>
          </a:p>
          <a:p>
            <a:r>
              <a:rPr lang="en-US" dirty="0"/>
              <a:t>Nem </a:t>
            </a:r>
            <a:r>
              <a:rPr lang="en-US" dirty="0" err="1"/>
              <a:t>csak</a:t>
            </a:r>
            <a:r>
              <a:rPr lang="en-US" dirty="0"/>
              <a:t> a </a:t>
            </a:r>
            <a:r>
              <a:rPr lang="en-US" dirty="0" err="1"/>
              <a:t>szkripteket</a:t>
            </a:r>
            <a:r>
              <a:rPr lang="en-US" dirty="0"/>
              <a:t> </a:t>
            </a:r>
            <a:r>
              <a:rPr lang="en-US" dirty="0" err="1"/>
              <a:t>és</a:t>
            </a:r>
            <a:r>
              <a:rPr lang="en-US" dirty="0"/>
              <a:t> </a:t>
            </a:r>
            <a:r>
              <a:rPr lang="en-US" dirty="0" err="1"/>
              <a:t>függvényeket</a:t>
            </a:r>
            <a:r>
              <a:rPr lang="en-US" dirty="0"/>
              <a:t> </a:t>
            </a:r>
            <a:r>
              <a:rPr lang="en-US" dirty="0" err="1"/>
              <a:t>kell</a:t>
            </a:r>
            <a:r>
              <a:rPr lang="en-US" dirty="0"/>
              <a:t> </a:t>
            </a:r>
            <a:r>
              <a:rPr lang="en-US" dirty="0" err="1"/>
              <a:t>megváltoztatni</a:t>
            </a:r>
            <a:r>
              <a:rPr lang="en-US" dirty="0"/>
              <a:t>, </a:t>
            </a:r>
            <a:r>
              <a:rPr lang="en-US" dirty="0" err="1"/>
              <a:t>hanem</a:t>
            </a:r>
            <a:r>
              <a:rPr lang="en-US" dirty="0"/>
              <a:t> </a:t>
            </a:r>
            <a:r>
              <a:rPr lang="en-US" dirty="0" err="1"/>
              <a:t>az</a:t>
            </a:r>
            <a:r>
              <a:rPr lang="en-US" dirty="0"/>
              <a:t> </a:t>
            </a:r>
            <a:r>
              <a:rPr lang="en-US" dirty="0" err="1"/>
              <a:t>adatfájlokat</a:t>
            </a:r>
            <a:r>
              <a:rPr lang="en-US" dirty="0"/>
              <a:t> is, ha </a:t>
            </a:r>
            <a:r>
              <a:rPr lang="en-US" dirty="0" err="1"/>
              <a:t>egy</a:t>
            </a:r>
            <a:r>
              <a:rPr lang="en-US" dirty="0"/>
              <a:t> </a:t>
            </a:r>
            <a:r>
              <a:rPr lang="en-US" dirty="0" err="1"/>
              <a:t>funkció</a:t>
            </a:r>
            <a:r>
              <a:rPr lang="en-US" dirty="0"/>
              <a:t> </a:t>
            </a:r>
            <a:r>
              <a:rPr lang="en-US" dirty="0" err="1"/>
              <a:t>megváltozik</a:t>
            </a:r>
            <a:endParaRPr lang="en-US" dirty="0"/>
          </a:p>
        </p:txBody>
      </p:sp>
      <p:pic>
        <p:nvPicPr>
          <p:cNvPr id="4" name="Picture 3" descr="Logo&#10;&#10;Description automatically generated">
            <a:extLst>
              <a:ext uri="{FF2B5EF4-FFF2-40B4-BE49-F238E27FC236}">
                <a16:creationId xmlns:a16="http://schemas.microsoft.com/office/drawing/2014/main" id="{D891C39F-D36A-0B6F-5BD6-21F3315C8B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extLst>
      <p:ext uri="{BB962C8B-B14F-4D97-AF65-F5344CB8AC3E}">
        <p14:creationId xmlns:p14="http://schemas.microsoft.com/office/powerpoint/2010/main" val="809739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7886700" cy="1325563"/>
          </a:xfrm>
        </p:spPr>
        <p:txBody>
          <a:bodyPr/>
          <a:lstStyle/>
          <a:p>
            <a:r>
              <a:rPr lang="hu-HU" dirty="0"/>
              <a:t>Funkcionális </a:t>
            </a:r>
            <a:r>
              <a:rPr lang="hu-HU" dirty="0" err="1"/>
              <a:t>dekompozíció</a:t>
            </a:r>
            <a:endParaRPr lang="en-US" dirty="0"/>
          </a:p>
        </p:txBody>
      </p:sp>
      <p:sp>
        <p:nvSpPr>
          <p:cNvPr id="3" name="Content Placeholder 2"/>
          <p:cNvSpPr>
            <a:spLocks noGrp="1"/>
          </p:cNvSpPr>
          <p:nvPr>
            <p:ph idx="4294967295"/>
          </p:nvPr>
        </p:nvSpPr>
        <p:spPr>
          <a:xfrm>
            <a:off x="0" y="1825625"/>
            <a:ext cx="7886700" cy="4351338"/>
          </a:xfrm>
        </p:spPr>
        <p:txBody>
          <a:bodyPr/>
          <a:lstStyle/>
          <a:p>
            <a:r>
              <a:rPr lang="hu-HU" dirty="0"/>
              <a:t>Moduláris komponensek készítése</a:t>
            </a:r>
            <a:endParaRPr lang="en-US" dirty="0"/>
          </a:p>
        </p:txBody>
      </p:sp>
      <p:sp>
        <p:nvSpPr>
          <p:cNvPr id="6" name="Rounded Rectangle 5"/>
          <p:cNvSpPr/>
          <p:nvPr/>
        </p:nvSpPr>
        <p:spPr bwMode="auto">
          <a:xfrm>
            <a:off x="304800" y="5257800"/>
            <a:ext cx="1828800" cy="1066800"/>
          </a:xfrm>
          <a:prstGeom prst="roundRect">
            <a:avLst/>
          </a:prstGeom>
          <a:solidFill>
            <a:srgbClr val="BBE0E3"/>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hu-HU" b="0" i="0" u="none" strike="noStrike" cap="none" normalizeH="0" baseline="0" dirty="0">
                <a:ln>
                  <a:noFill/>
                </a:ln>
                <a:solidFill>
                  <a:srgbClr val="000000"/>
                </a:solidFill>
                <a:effectLst/>
                <a:latin typeface="Arial" charset="0"/>
                <a:ea typeface="ヒラギノ角ゴ ProN W3" charset="0"/>
                <a:cs typeface="ヒラギノ角ゴ ProN W3" charset="0"/>
                <a:sym typeface="Arial" charset="0"/>
              </a:rPr>
              <a:t>Adatellenőrzés</a:t>
            </a:r>
            <a:endParaRPr kumimoji="0" lang="en-US" b="0" i="0" u="none" strike="noStrike" cap="none" normalizeH="0" baseline="0" dirty="0">
              <a:ln>
                <a:noFill/>
              </a:ln>
              <a:solidFill>
                <a:srgbClr val="000000"/>
              </a:solidFill>
              <a:effectLst/>
              <a:latin typeface="Arial" charset="0"/>
              <a:ea typeface="ヒラギノ角ゴ ProN W3" charset="0"/>
              <a:cs typeface="ヒラギノ角ゴ ProN W3" charset="0"/>
              <a:sym typeface="Arial" charset="0"/>
            </a:endParaRPr>
          </a:p>
        </p:txBody>
      </p:sp>
      <p:sp>
        <p:nvSpPr>
          <p:cNvPr id="7" name="Rounded Rectangle 6"/>
          <p:cNvSpPr/>
          <p:nvPr/>
        </p:nvSpPr>
        <p:spPr bwMode="auto">
          <a:xfrm>
            <a:off x="304800" y="3962400"/>
            <a:ext cx="1828800" cy="1066800"/>
          </a:xfrm>
          <a:prstGeom prst="roundRect">
            <a:avLst/>
          </a:prstGeom>
          <a:solidFill>
            <a:srgbClr val="BBE0E3"/>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hu-HU" b="0" i="0" u="none" strike="noStrike" cap="none" normalizeH="0" baseline="0" dirty="0">
                <a:ln>
                  <a:noFill/>
                </a:ln>
                <a:solidFill>
                  <a:srgbClr val="000000"/>
                </a:solidFill>
                <a:effectLst/>
                <a:latin typeface="Arial" charset="0"/>
                <a:ea typeface="ヒラギノ角ゴ ProN W3" charset="0"/>
                <a:cs typeface="ヒラギノ角ゴ ProN W3" charset="0"/>
                <a:sym typeface="Arial" charset="0"/>
              </a:rPr>
              <a:t>Adatbevitel</a:t>
            </a:r>
            <a:endParaRPr kumimoji="0" lang="en-US" b="0" i="0" u="none" strike="noStrike" cap="none" normalizeH="0" baseline="0" dirty="0">
              <a:ln>
                <a:noFill/>
              </a:ln>
              <a:solidFill>
                <a:srgbClr val="000000"/>
              </a:solidFill>
              <a:effectLst/>
              <a:latin typeface="Arial" charset="0"/>
              <a:ea typeface="ヒラギノ角ゴ ProN W3" charset="0"/>
              <a:cs typeface="ヒラギノ角ゴ ProN W3" charset="0"/>
              <a:sym typeface="Arial" charset="0"/>
            </a:endParaRPr>
          </a:p>
        </p:txBody>
      </p:sp>
      <p:sp>
        <p:nvSpPr>
          <p:cNvPr id="8" name="Rounded Rectangle 7"/>
          <p:cNvSpPr/>
          <p:nvPr/>
        </p:nvSpPr>
        <p:spPr bwMode="auto">
          <a:xfrm>
            <a:off x="304800" y="2667000"/>
            <a:ext cx="1828800" cy="1066800"/>
          </a:xfrm>
          <a:prstGeom prst="roundRect">
            <a:avLst/>
          </a:prstGeom>
          <a:solidFill>
            <a:srgbClr val="BBE0E3"/>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hu-HU" b="0" i="0" u="none" strike="noStrike" cap="none" normalizeH="0" baseline="0" dirty="0">
                <a:ln>
                  <a:noFill/>
                </a:ln>
                <a:solidFill>
                  <a:srgbClr val="000000"/>
                </a:solidFill>
                <a:effectLst/>
                <a:latin typeface="Arial" charset="0"/>
                <a:ea typeface="ヒラギノ角ゴ ProN W3" charset="0"/>
                <a:cs typeface="ヒラギノ角ゴ ProN W3" charset="0"/>
                <a:sym typeface="Arial" charset="0"/>
              </a:rPr>
              <a:t>Navigálás</a:t>
            </a:r>
            <a:endParaRPr kumimoji="0" lang="en-US" b="0" i="0" u="none" strike="noStrike" cap="none" normalizeH="0" baseline="0" dirty="0">
              <a:ln>
                <a:noFill/>
              </a:ln>
              <a:solidFill>
                <a:srgbClr val="000000"/>
              </a:solidFill>
              <a:effectLst/>
              <a:latin typeface="Arial" charset="0"/>
              <a:ea typeface="ヒラギノ角ゴ ProN W3" charset="0"/>
              <a:cs typeface="ヒラギノ角ゴ ProN W3" charset="0"/>
              <a:sym typeface="Arial" charset="0"/>
            </a:endParaRPr>
          </a:p>
        </p:txBody>
      </p:sp>
      <p:graphicFrame>
        <p:nvGraphicFramePr>
          <p:cNvPr id="9" name="Table 8"/>
          <p:cNvGraphicFramePr>
            <a:graphicFrameLocks noGrp="1"/>
          </p:cNvGraphicFramePr>
          <p:nvPr/>
        </p:nvGraphicFramePr>
        <p:xfrm>
          <a:off x="3276600" y="3810000"/>
          <a:ext cx="5562601" cy="1112520"/>
        </p:xfrm>
        <a:graphic>
          <a:graphicData uri="http://schemas.openxmlformats.org/drawingml/2006/table">
            <a:tbl>
              <a:tblPr firstRow="1" bandRow="1">
                <a:tableStyleId>{5940675A-B579-460E-94D1-54222C63F5DA}</a:tableStyleId>
              </a:tblPr>
              <a:tblGrid>
                <a:gridCol w="625793">
                  <a:extLst>
                    <a:ext uri="{9D8B030D-6E8A-4147-A177-3AD203B41FA5}">
                      <a16:colId xmlns:a16="http://schemas.microsoft.com/office/drawing/2014/main" val="20000"/>
                    </a:ext>
                  </a:extLst>
                </a:gridCol>
                <a:gridCol w="4936808">
                  <a:extLst>
                    <a:ext uri="{9D8B030D-6E8A-4147-A177-3AD203B41FA5}">
                      <a16:colId xmlns:a16="http://schemas.microsoft.com/office/drawing/2014/main" val="20001"/>
                    </a:ext>
                  </a:extLst>
                </a:gridCol>
              </a:tblGrid>
              <a:tr h="370840">
                <a:tc>
                  <a:txBody>
                    <a:bodyPr/>
                    <a:lstStyle/>
                    <a:p>
                      <a:r>
                        <a:rPr lang="hu-HU" dirty="0"/>
                        <a:t>1</a:t>
                      </a:r>
                      <a:endParaRPr lang="en-US" dirty="0"/>
                    </a:p>
                  </a:txBody>
                  <a:tcPr/>
                </a:tc>
                <a:tc>
                  <a:txBody>
                    <a:bodyPr/>
                    <a:lstStyle/>
                    <a:p>
                      <a:r>
                        <a:rPr lang="hu-HU" dirty="0"/>
                        <a:t>Navigálás(„Címlista”)</a:t>
                      </a:r>
                      <a:endParaRPr lang="en-US" dirty="0"/>
                    </a:p>
                  </a:txBody>
                  <a:tcPr/>
                </a:tc>
                <a:extLst>
                  <a:ext uri="{0D108BD9-81ED-4DB2-BD59-A6C34878D82A}">
                    <a16:rowId xmlns:a16="http://schemas.microsoft.com/office/drawing/2014/main" val="10000"/>
                  </a:ext>
                </a:extLst>
              </a:tr>
              <a:tr h="370840">
                <a:tc>
                  <a:txBody>
                    <a:bodyPr/>
                    <a:lstStyle/>
                    <a:p>
                      <a:r>
                        <a:rPr lang="hu-HU" dirty="0"/>
                        <a:t>2</a:t>
                      </a:r>
                      <a:endParaRPr lang="en-US" dirty="0"/>
                    </a:p>
                  </a:txBody>
                  <a:tcPr/>
                </a:tc>
                <a:tc>
                  <a:txBody>
                    <a:bodyPr/>
                    <a:lstStyle/>
                    <a:p>
                      <a:r>
                        <a:rPr kumimoji="0" lang="hu-HU" b="0" i="0" u="none" strike="noStrike" cap="none" normalizeH="0" baseline="0" dirty="0">
                          <a:ln>
                            <a:noFill/>
                          </a:ln>
                          <a:solidFill>
                            <a:srgbClr val="000000"/>
                          </a:solidFill>
                          <a:effectLst/>
                          <a:latin typeface="Arial" charset="0"/>
                          <a:ea typeface="ヒラギノ角ゴ ProN W3" charset="0"/>
                          <a:cs typeface="ヒラギノ角ゴ ProN W3" charset="0"/>
                          <a:sym typeface="Arial" charset="0"/>
                        </a:rPr>
                        <a:t>Adatbevitel(„Debrecen”)</a:t>
                      </a:r>
                      <a:endParaRPr lang="en-US" dirty="0"/>
                    </a:p>
                  </a:txBody>
                  <a:tcPr/>
                </a:tc>
                <a:extLst>
                  <a:ext uri="{0D108BD9-81ED-4DB2-BD59-A6C34878D82A}">
                    <a16:rowId xmlns:a16="http://schemas.microsoft.com/office/drawing/2014/main" val="10001"/>
                  </a:ext>
                </a:extLst>
              </a:tr>
              <a:tr h="370840">
                <a:tc>
                  <a:txBody>
                    <a:bodyPr/>
                    <a:lstStyle/>
                    <a:p>
                      <a:r>
                        <a:rPr lang="hu-HU" dirty="0"/>
                        <a:t>3</a:t>
                      </a:r>
                      <a:endParaRPr lang="en-US" dirty="0"/>
                    </a:p>
                  </a:txBody>
                  <a:tcPr/>
                </a:tc>
                <a:tc>
                  <a:txBody>
                    <a:bodyPr/>
                    <a:lstStyle/>
                    <a:p>
                      <a:r>
                        <a:rPr kumimoji="0" lang="hu-HU" b="0" i="0" u="none" strike="noStrike" cap="none" normalizeH="0" baseline="0" dirty="0">
                          <a:ln>
                            <a:noFill/>
                          </a:ln>
                          <a:solidFill>
                            <a:srgbClr val="000000"/>
                          </a:solidFill>
                          <a:effectLst/>
                          <a:latin typeface="Arial" charset="0"/>
                          <a:ea typeface="ヒラギノ角ゴ ProN W3" charset="0"/>
                          <a:cs typeface="ヒラギノ角ゴ ProN W3" charset="0"/>
                          <a:sym typeface="Arial" charset="0"/>
                        </a:rPr>
                        <a:t>Adatellenőrzés(„Debrecen”)</a:t>
                      </a:r>
                      <a:endParaRPr lang="en-US" dirty="0"/>
                    </a:p>
                  </a:txBody>
                  <a:tcPr/>
                </a:tc>
                <a:extLst>
                  <a:ext uri="{0D108BD9-81ED-4DB2-BD59-A6C34878D82A}">
                    <a16:rowId xmlns:a16="http://schemas.microsoft.com/office/drawing/2014/main" val="10002"/>
                  </a:ext>
                </a:extLst>
              </a:tr>
            </a:tbl>
          </a:graphicData>
        </a:graphic>
      </p:graphicFrame>
      <p:cxnSp>
        <p:nvCxnSpPr>
          <p:cNvPr id="11" name="Straight Arrow Connector 10"/>
          <p:cNvCxnSpPr>
            <a:stCxn id="8" idx="3"/>
          </p:cNvCxnSpPr>
          <p:nvPr/>
        </p:nvCxnSpPr>
        <p:spPr bwMode="auto">
          <a:xfrm>
            <a:off x="2133600" y="3200400"/>
            <a:ext cx="1143000" cy="762000"/>
          </a:xfrm>
          <a:prstGeom prst="straightConnector1">
            <a:avLst/>
          </a:prstGeom>
          <a:solidFill>
            <a:srgbClr val="BBE0E3"/>
          </a:solidFill>
          <a:ln w="12700" cap="flat" cmpd="sng" algn="ctr">
            <a:solidFill>
              <a:srgbClr val="000000"/>
            </a:solidFill>
            <a:prstDash val="solid"/>
            <a:round/>
            <a:headEnd type="none" w="med" len="med"/>
            <a:tailEnd type="arrow"/>
          </a:ln>
          <a:effectLst/>
        </p:spPr>
      </p:cxnSp>
      <p:cxnSp>
        <p:nvCxnSpPr>
          <p:cNvPr id="13" name="Straight Arrow Connector 12"/>
          <p:cNvCxnSpPr>
            <a:stCxn id="7" idx="3"/>
          </p:cNvCxnSpPr>
          <p:nvPr/>
        </p:nvCxnSpPr>
        <p:spPr bwMode="auto">
          <a:xfrm flipV="1">
            <a:off x="2133600" y="4419600"/>
            <a:ext cx="1143000" cy="76200"/>
          </a:xfrm>
          <a:prstGeom prst="straightConnector1">
            <a:avLst/>
          </a:prstGeom>
          <a:solidFill>
            <a:srgbClr val="BBE0E3"/>
          </a:solidFill>
          <a:ln w="12700" cap="flat" cmpd="sng" algn="ctr">
            <a:solidFill>
              <a:srgbClr val="000000"/>
            </a:solidFill>
            <a:prstDash val="solid"/>
            <a:round/>
            <a:headEnd type="none" w="med" len="med"/>
            <a:tailEnd type="arrow"/>
          </a:ln>
          <a:effectLst/>
        </p:spPr>
      </p:cxnSp>
      <p:cxnSp>
        <p:nvCxnSpPr>
          <p:cNvPr id="15" name="Straight Arrow Connector 14"/>
          <p:cNvCxnSpPr>
            <a:stCxn id="6" idx="3"/>
          </p:cNvCxnSpPr>
          <p:nvPr/>
        </p:nvCxnSpPr>
        <p:spPr bwMode="auto">
          <a:xfrm flipV="1">
            <a:off x="2133600" y="4724400"/>
            <a:ext cx="1143000" cy="1066800"/>
          </a:xfrm>
          <a:prstGeom prst="straightConnector1">
            <a:avLst/>
          </a:prstGeom>
          <a:solidFill>
            <a:srgbClr val="BBE0E3"/>
          </a:solidFill>
          <a:ln w="12700" cap="flat" cmpd="sng" algn="ctr">
            <a:solidFill>
              <a:srgbClr val="000000"/>
            </a:solidFill>
            <a:prstDash val="solid"/>
            <a:round/>
            <a:headEnd type="none" w="med" len="med"/>
            <a:tailEnd type="arrow"/>
          </a:ln>
          <a:effectLst/>
        </p:spPr>
      </p:cxnSp>
      <p:pic>
        <p:nvPicPr>
          <p:cNvPr id="4" name="Picture 3" descr="Logo&#10;&#10;Description automatically generated">
            <a:extLst>
              <a:ext uri="{FF2B5EF4-FFF2-40B4-BE49-F238E27FC236}">
                <a16:creationId xmlns:a16="http://schemas.microsoft.com/office/drawing/2014/main" id="{72D64739-6368-A016-C6C6-DFFD2E8CE6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7886700" cy="1325563"/>
          </a:xfrm>
        </p:spPr>
        <p:txBody>
          <a:bodyPr/>
          <a:lstStyle/>
          <a:p>
            <a:r>
              <a:rPr lang="hu-HU" dirty="0"/>
              <a:t>Funkcionális </a:t>
            </a:r>
            <a:r>
              <a:rPr lang="hu-HU" dirty="0" err="1"/>
              <a:t>dekompozíció</a:t>
            </a:r>
            <a:endParaRPr lang="en-US" dirty="0"/>
          </a:p>
        </p:txBody>
      </p:sp>
      <p:sp>
        <p:nvSpPr>
          <p:cNvPr id="3" name="Content Placeholder 2"/>
          <p:cNvSpPr>
            <a:spLocks noGrp="1"/>
          </p:cNvSpPr>
          <p:nvPr>
            <p:ph idx="4294967295"/>
          </p:nvPr>
        </p:nvSpPr>
        <p:spPr>
          <a:xfrm>
            <a:off x="0" y="1828800"/>
            <a:ext cx="7886700" cy="4351338"/>
          </a:xfrm>
        </p:spPr>
        <p:txBody>
          <a:bodyPr>
            <a:normAutofit/>
          </a:bodyPr>
          <a:lstStyle/>
          <a:p>
            <a:r>
              <a:rPr lang="hu-HU" sz="3200" dirty="0"/>
              <a:t>A modulok az alkalmazás funkcionalitásának felelnek meg</a:t>
            </a:r>
          </a:p>
          <a:p>
            <a:r>
              <a:rPr lang="hu-HU" sz="3200" dirty="0"/>
              <a:t>Léteznek egyéb felhasználó, tesztelő által definiált modulok:</a:t>
            </a:r>
          </a:p>
          <a:p>
            <a:pPr lvl="1"/>
            <a:r>
              <a:rPr lang="hu-HU" sz="3200" dirty="0"/>
              <a:t>Navigálást végző modulok</a:t>
            </a:r>
          </a:p>
          <a:p>
            <a:pPr lvl="1"/>
            <a:r>
              <a:rPr lang="hu-HU" sz="3200" dirty="0"/>
              <a:t>Hiba kezelő modulok</a:t>
            </a:r>
          </a:p>
          <a:p>
            <a:pPr lvl="1"/>
            <a:r>
              <a:rPr lang="hu-HU" sz="3200" dirty="0"/>
              <a:t>Egyéb modulok</a:t>
            </a:r>
            <a:endParaRPr lang="en-US" sz="3200" dirty="0"/>
          </a:p>
        </p:txBody>
      </p:sp>
      <p:pic>
        <p:nvPicPr>
          <p:cNvPr id="4" name="Picture 3" descr="Logo&#10;&#10;Description automatically generated">
            <a:extLst>
              <a:ext uri="{FF2B5EF4-FFF2-40B4-BE49-F238E27FC236}">
                <a16:creationId xmlns:a16="http://schemas.microsoft.com/office/drawing/2014/main" id="{2C60F451-127E-A8D7-F71F-4F649EA1B75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Adatvezérelt automatizálás</a:t>
            </a:r>
            <a:endParaRPr lang="en-US" dirty="0"/>
          </a:p>
        </p:txBody>
      </p:sp>
      <p:sp>
        <p:nvSpPr>
          <p:cNvPr id="3" name="Content Placeholder 2"/>
          <p:cNvSpPr>
            <a:spLocks noGrp="1"/>
          </p:cNvSpPr>
          <p:nvPr>
            <p:ph idx="4294967295"/>
          </p:nvPr>
        </p:nvSpPr>
        <p:spPr>
          <a:xfrm>
            <a:off x="0" y="1447800"/>
            <a:ext cx="7886700" cy="5045075"/>
          </a:xfrm>
        </p:spPr>
        <p:txBody>
          <a:bodyPr>
            <a:normAutofit/>
          </a:bodyPr>
          <a:lstStyle/>
          <a:p>
            <a:pPr marL="0" indent="0">
              <a:buNone/>
            </a:pPr>
            <a:r>
              <a:rPr lang="en-US" sz="3200" dirty="0" err="1"/>
              <a:t>Előnyök</a:t>
            </a:r>
            <a:r>
              <a:rPr lang="en-US" sz="3200" dirty="0"/>
              <a:t>:</a:t>
            </a:r>
          </a:p>
          <a:p>
            <a:pPr marL="0" indent="0">
              <a:buNone/>
            </a:pPr>
            <a:endParaRPr lang="en-US" sz="3200" dirty="0"/>
          </a:p>
          <a:p>
            <a:r>
              <a:rPr lang="en-US" sz="3200" dirty="0"/>
              <a:t>A </a:t>
            </a:r>
            <a:r>
              <a:rPr lang="en-US" sz="3200" dirty="0" err="1"/>
              <a:t>tesztadat</a:t>
            </a:r>
            <a:r>
              <a:rPr lang="en-US" sz="3200" dirty="0"/>
              <a:t> </a:t>
            </a:r>
            <a:r>
              <a:rPr lang="en-US" sz="3200" dirty="0" err="1"/>
              <a:t>és</a:t>
            </a:r>
            <a:r>
              <a:rPr lang="en-US" sz="3200" dirty="0"/>
              <a:t> </a:t>
            </a:r>
            <a:r>
              <a:rPr lang="en-US" sz="3200" dirty="0" err="1"/>
              <a:t>az</a:t>
            </a:r>
            <a:r>
              <a:rPr lang="en-US" sz="3200" dirty="0"/>
              <a:t> </a:t>
            </a:r>
            <a:r>
              <a:rPr lang="en-US" sz="3200" dirty="0" err="1"/>
              <a:t>elvárt</a:t>
            </a:r>
            <a:r>
              <a:rPr lang="en-US" sz="3200" dirty="0"/>
              <a:t> </a:t>
            </a:r>
            <a:r>
              <a:rPr lang="en-US" sz="3200" dirty="0" err="1"/>
              <a:t>eredmények</a:t>
            </a:r>
            <a:r>
              <a:rPr lang="en-US" sz="3200" dirty="0"/>
              <a:t> </a:t>
            </a:r>
            <a:r>
              <a:rPr lang="en-US" sz="3200" dirty="0" err="1"/>
              <a:t>akár</a:t>
            </a:r>
            <a:r>
              <a:rPr lang="en-US" sz="3200" dirty="0"/>
              <a:t> </a:t>
            </a:r>
            <a:r>
              <a:rPr lang="en-US" sz="3200" dirty="0" err="1"/>
              <a:t>egy</a:t>
            </a:r>
            <a:r>
              <a:rPr lang="en-US" sz="3200" dirty="0"/>
              <a:t> </a:t>
            </a:r>
            <a:r>
              <a:rPr lang="en-US" sz="3200" dirty="0" err="1"/>
              <a:t>fájlban</a:t>
            </a:r>
            <a:r>
              <a:rPr lang="en-US" sz="3200" dirty="0"/>
              <a:t> </a:t>
            </a:r>
            <a:r>
              <a:rPr lang="en-US" sz="3200" dirty="0" err="1"/>
              <a:t>tárolhatóak</a:t>
            </a:r>
            <a:r>
              <a:rPr lang="en-US" sz="3200" dirty="0"/>
              <a:t>, </a:t>
            </a:r>
            <a:r>
              <a:rPr lang="en-US" sz="3200" dirty="0" err="1"/>
              <a:t>külön</a:t>
            </a:r>
            <a:r>
              <a:rPr lang="en-US" sz="3200" dirty="0"/>
              <a:t> a </a:t>
            </a:r>
            <a:r>
              <a:rPr lang="en-US" sz="3200" dirty="0" err="1"/>
              <a:t>szkriptektől</a:t>
            </a:r>
            <a:endParaRPr lang="en-US" sz="3200" dirty="0"/>
          </a:p>
          <a:p>
            <a:r>
              <a:rPr lang="en-US" sz="3200" dirty="0" err="1"/>
              <a:t>Újra</a:t>
            </a:r>
            <a:r>
              <a:rPr lang="en-US" sz="3200" dirty="0"/>
              <a:t> </a:t>
            </a:r>
            <a:r>
              <a:rPr lang="en-US" sz="3200" dirty="0" err="1"/>
              <a:t>felhasználható</a:t>
            </a:r>
            <a:r>
              <a:rPr lang="en-US" sz="3200" dirty="0"/>
              <a:t> </a:t>
            </a:r>
            <a:r>
              <a:rPr lang="en-US" sz="3200" dirty="0" err="1"/>
              <a:t>szkriptek</a:t>
            </a:r>
            <a:endParaRPr lang="en-US" sz="3200" dirty="0"/>
          </a:p>
          <a:p>
            <a:r>
              <a:rPr lang="en-US" sz="3200" dirty="0" err="1"/>
              <a:t>Paraméterezhető</a:t>
            </a:r>
            <a:endParaRPr lang="en-US" sz="3200" dirty="0"/>
          </a:p>
          <a:p>
            <a:r>
              <a:rPr lang="en-US" sz="3200" dirty="0" err="1"/>
              <a:t>Néhány</a:t>
            </a:r>
            <a:r>
              <a:rPr lang="en-US" sz="3200" dirty="0"/>
              <a:t> tool </a:t>
            </a:r>
            <a:r>
              <a:rPr lang="en-US" sz="3200" dirty="0" err="1"/>
              <a:t>alkalmas</a:t>
            </a:r>
            <a:r>
              <a:rPr lang="en-US" sz="3200" dirty="0"/>
              <a:t> </a:t>
            </a:r>
            <a:r>
              <a:rPr lang="en-US" sz="3200" dirty="0" err="1"/>
              <a:t>az</a:t>
            </a:r>
            <a:r>
              <a:rPr lang="en-US" sz="3200" dirty="0"/>
              <a:t> </a:t>
            </a:r>
            <a:r>
              <a:rPr lang="en-US" sz="3200" dirty="0" err="1"/>
              <a:t>automatikus</a:t>
            </a:r>
            <a:r>
              <a:rPr lang="en-US" sz="3200" dirty="0"/>
              <a:t> </a:t>
            </a:r>
            <a:r>
              <a:rPr lang="en-US" sz="3200" dirty="0" err="1"/>
              <a:t>tesztadat</a:t>
            </a:r>
            <a:r>
              <a:rPr lang="en-US" sz="3200" dirty="0"/>
              <a:t> </a:t>
            </a:r>
            <a:r>
              <a:rPr lang="en-US" sz="3200" dirty="0" err="1"/>
              <a:t>generálásra</a:t>
            </a:r>
            <a:endParaRPr lang="en-US" sz="3200" dirty="0"/>
          </a:p>
          <a:p>
            <a:r>
              <a:rPr lang="en-US" sz="3200" dirty="0" err="1"/>
              <a:t>Könnyű</a:t>
            </a:r>
            <a:r>
              <a:rPr lang="en-US" sz="3200" dirty="0"/>
              <a:t> maintain-</a:t>
            </a:r>
            <a:r>
              <a:rPr lang="en-US" sz="3200" dirty="0" err="1"/>
              <a:t>elni</a:t>
            </a:r>
            <a:endParaRPr lang="en-US" sz="3200" dirty="0"/>
          </a:p>
          <a:p>
            <a:endParaRPr lang="hu-HU" sz="3200" dirty="0"/>
          </a:p>
          <a:p>
            <a:endParaRPr lang="en-US" sz="3200" dirty="0"/>
          </a:p>
        </p:txBody>
      </p:sp>
      <p:pic>
        <p:nvPicPr>
          <p:cNvPr id="4" name="Picture 3" descr="Logo&#10;&#10;Description automatically generated">
            <a:extLst>
              <a:ext uri="{FF2B5EF4-FFF2-40B4-BE49-F238E27FC236}">
                <a16:creationId xmlns:a16="http://schemas.microsoft.com/office/drawing/2014/main" id="{0EA54C76-084A-CAA9-2AD4-92EC47790B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Adatvezérelt automatizálás</a:t>
            </a:r>
            <a:endParaRPr lang="en-US" dirty="0"/>
          </a:p>
        </p:txBody>
      </p:sp>
      <p:sp>
        <p:nvSpPr>
          <p:cNvPr id="3" name="Content Placeholder 2"/>
          <p:cNvSpPr>
            <a:spLocks noGrp="1"/>
          </p:cNvSpPr>
          <p:nvPr>
            <p:ph idx="4294967295"/>
          </p:nvPr>
        </p:nvSpPr>
        <p:spPr>
          <a:xfrm>
            <a:off x="0" y="1905000"/>
            <a:ext cx="7886700" cy="4351338"/>
          </a:xfrm>
        </p:spPr>
        <p:txBody>
          <a:bodyPr>
            <a:normAutofit/>
          </a:bodyPr>
          <a:lstStyle/>
          <a:p>
            <a:pPr marL="0" indent="0">
              <a:buNone/>
            </a:pPr>
            <a:r>
              <a:rPr lang="en-US" sz="3200" dirty="0" err="1"/>
              <a:t>Hátrányok</a:t>
            </a:r>
            <a:r>
              <a:rPr lang="en-US" sz="3200" dirty="0"/>
              <a:t>:</a:t>
            </a:r>
          </a:p>
          <a:p>
            <a:pPr marL="0" indent="0">
              <a:buNone/>
            </a:pPr>
            <a:endParaRPr lang="en-US" sz="3200" dirty="0"/>
          </a:p>
          <a:p>
            <a:r>
              <a:rPr lang="en-US" sz="3200" dirty="0" err="1"/>
              <a:t>Magasszintű</a:t>
            </a:r>
            <a:r>
              <a:rPr lang="en-US" sz="3200" dirty="0"/>
              <a:t> </a:t>
            </a:r>
            <a:r>
              <a:rPr lang="en-US" sz="3200" dirty="0" err="1"/>
              <a:t>technikai</a:t>
            </a:r>
            <a:r>
              <a:rPr lang="en-US" sz="3200" dirty="0"/>
              <a:t> </a:t>
            </a:r>
            <a:r>
              <a:rPr lang="en-US" sz="3200" dirty="0" err="1"/>
              <a:t>tudás</a:t>
            </a:r>
            <a:r>
              <a:rPr lang="en-US" sz="3200" dirty="0"/>
              <a:t> </a:t>
            </a:r>
            <a:r>
              <a:rPr lang="en-US" sz="3200" dirty="0" err="1"/>
              <a:t>kell</a:t>
            </a:r>
            <a:r>
              <a:rPr lang="en-US" sz="3200" dirty="0"/>
              <a:t> </a:t>
            </a:r>
            <a:r>
              <a:rPr lang="en-US" sz="3200" dirty="0" err="1"/>
              <a:t>hozzá</a:t>
            </a:r>
            <a:r>
              <a:rPr lang="en-US" sz="3200" dirty="0"/>
              <a:t>, </a:t>
            </a:r>
            <a:r>
              <a:rPr lang="en-US" sz="3200" dirty="0" err="1"/>
              <a:t>akár</a:t>
            </a:r>
            <a:r>
              <a:rPr lang="en-US" sz="3200" dirty="0"/>
              <a:t> </a:t>
            </a:r>
            <a:r>
              <a:rPr lang="en-US" sz="3200" dirty="0" err="1"/>
              <a:t>egy</a:t>
            </a:r>
            <a:r>
              <a:rPr lang="en-US" sz="3200" dirty="0"/>
              <a:t> </a:t>
            </a:r>
            <a:r>
              <a:rPr lang="en-US" sz="3200" dirty="0" err="1"/>
              <a:t>új</a:t>
            </a:r>
            <a:r>
              <a:rPr lang="en-US" sz="3200" dirty="0"/>
              <a:t> </a:t>
            </a:r>
            <a:r>
              <a:rPr lang="en-US" sz="3200" dirty="0" err="1"/>
              <a:t>szkriptnyelv</a:t>
            </a:r>
            <a:r>
              <a:rPr lang="en-US" sz="3200" dirty="0"/>
              <a:t> </a:t>
            </a:r>
            <a:r>
              <a:rPr lang="en-US" sz="3200" dirty="0" err="1"/>
              <a:t>megtanulását</a:t>
            </a:r>
            <a:r>
              <a:rPr lang="en-US" sz="3200" dirty="0"/>
              <a:t> </a:t>
            </a:r>
            <a:r>
              <a:rPr lang="en-US" sz="3200" dirty="0" err="1"/>
              <a:t>jelentve</a:t>
            </a:r>
            <a:endParaRPr lang="en-US" sz="3200" dirty="0"/>
          </a:p>
          <a:p>
            <a:r>
              <a:rPr lang="en-US" sz="3200" dirty="0"/>
              <a:t>Az </a:t>
            </a:r>
            <a:r>
              <a:rPr lang="en-US" sz="3200" dirty="0" err="1"/>
              <a:t>új</a:t>
            </a:r>
            <a:r>
              <a:rPr lang="en-US" sz="3200" dirty="0"/>
              <a:t> tool-ok </a:t>
            </a:r>
            <a:r>
              <a:rPr lang="en-US" sz="3200" dirty="0" err="1"/>
              <a:t>használatát</a:t>
            </a:r>
            <a:r>
              <a:rPr lang="en-US" sz="3200" dirty="0"/>
              <a:t> </a:t>
            </a:r>
            <a:r>
              <a:rPr lang="en-US" sz="3200" dirty="0" err="1"/>
              <a:t>megtanulni</a:t>
            </a:r>
            <a:r>
              <a:rPr lang="en-US" sz="3200" dirty="0"/>
              <a:t> </a:t>
            </a:r>
            <a:r>
              <a:rPr lang="en-US" sz="3200" dirty="0" err="1"/>
              <a:t>időigényes</a:t>
            </a:r>
            <a:endParaRPr lang="en-US" sz="3200" dirty="0"/>
          </a:p>
          <a:p>
            <a:r>
              <a:rPr lang="en-US" sz="3200" dirty="0" err="1"/>
              <a:t>Több</a:t>
            </a:r>
            <a:r>
              <a:rPr lang="en-US" sz="3200" dirty="0"/>
              <a:t> </a:t>
            </a:r>
            <a:r>
              <a:rPr lang="en-US" sz="3200" dirty="0" err="1"/>
              <a:t>dokumentációt</a:t>
            </a:r>
            <a:r>
              <a:rPr lang="en-US" sz="3200" dirty="0"/>
              <a:t> </a:t>
            </a:r>
            <a:r>
              <a:rPr lang="en-US" sz="3200" dirty="0" err="1"/>
              <a:t>igényel</a:t>
            </a:r>
            <a:endParaRPr lang="en-US" sz="3200" dirty="0"/>
          </a:p>
          <a:p>
            <a:endParaRPr lang="en-US" sz="3200" dirty="0"/>
          </a:p>
          <a:p>
            <a:endParaRPr lang="hu-HU" sz="3200" dirty="0"/>
          </a:p>
          <a:p>
            <a:endParaRPr lang="en-US" sz="3200" dirty="0"/>
          </a:p>
        </p:txBody>
      </p:sp>
      <p:pic>
        <p:nvPicPr>
          <p:cNvPr id="4" name="Picture 3" descr="Logo&#10;&#10;Description automatically generated">
            <a:extLst>
              <a:ext uri="{FF2B5EF4-FFF2-40B4-BE49-F238E27FC236}">
                <a16:creationId xmlns:a16="http://schemas.microsoft.com/office/drawing/2014/main" id="{0EA54C76-084A-CAA9-2AD4-92EC47790B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extLst>
      <p:ext uri="{BB962C8B-B14F-4D97-AF65-F5344CB8AC3E}">
        <p14:creationId xmlns:p14="http://schemas.microsoft.com/office/powerpoint/2010/main" val="1801393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7886700" cy="1325563"/>
          </a:xfrm>
        </p:spPr>
        <p:txBody>
          <a:bodyPr/>
          <a:lstStyle/>
          <a:p>
            <a:r>
              <a:rPr lang="hu-HU" dirty="0"/>
              <a:t>Adatvezérelt automatizálás</a:t>
            </a:r>
            <a:endParaRPr lang="en-US" dirty="0"/>
          </a:p>
        </p:txBody>
      </p:sp>
      <p:sp>
        <p:nvSpPr>
          <p:cNvPr id="3" name="Content Placeholder 2"/>
          <p:cNvSpPr>
            <a:spLocks noGrp="1"/>
          </p:cNvSpPr>
          <p:nvPr>
            <p:ph idx="4294967295"/>
          </p:nvPr>
        </p:nvSpPr>
        <p:spPr>
          <a:xfrm>
            <a:off x="0" y="1825625"/>
            <a:ext cx="7886700" cy="4351338"/>
          </a:xfrm>
        </p:spPr>
        <p:txBody>
          <a:bodyPr>
            <a:normAutofit/>
          </a:bodyPr>
          <a:lstStyle/>
          <a:p>
            <a:pPr>
              <a:buNone/>
            </a:pPr>
            <a:r>
              <a:rPr lang="en-US" dirty="0"/>
              <a:t>Input “</a:t>
            </a:r>
            <a:r>
              <a:rPr lang="hu-HU" dirty="0" err="1"/>
              <a:t>Name</a:t>
            </a:r>
            <a:r>
              <a:rPr lang="en-US" dirty="0"/>
              <a:t>” into Username textbox</a:t>
            </a:r>
            <a:endParaRPr lang="hu-HU" dirty="0"/>
          </a:p>
          <a:p>
            <a:pPr>
              <a:buNone/>
            </a:pPr>
            <a:r>
              <a:rPr lang="en-US" dirty="0"/>
              <a:t>Input “</a:t>
            </a:r>
            <a:r>
              <a:rPr lang="hu-HU" dirty="0" err="1"/>
              <a:t>Pass</a:t>
            </a:r>
            <a:r>
              <a:rPr lang="en-US" dirty="0"/>
              <a:t>” into Password textbox</a:t>
            </a:r>
            <a:endParaRPr lang="hu-HU" dirty="0"/>
          </a:p>
          <a:p>
            <a:pPr>
              <a:buNone/>
            </a:pPr>
            <a:r>
              <a:rPr lang="en-US" dirty="0"/>
              <a:t>Click Login button</a:t>
            </a:r>
            <a:endParaRPr lang="hu-HU" dirty="0"/>
          </a:p>
          <a:p>
            <a:pPr>
              <a:buNone/>
            </a:pPr>
            <a:r>
              <a:rPr lang="en-US" dirty="0"/>
              <a:t>If “</a:t>
            </a:r>
            <a:r>
              <a:rPr lang="hu-HU" dirty="0"/>
              <a:t>Hello </a:t>
            </a:r>
            <a:r>
              <a:rPr lang="hu-HU" dirty="0" err="1"/>
              <a:t>Name</a:t>
            </a:r>
            <a:r>
              <a:rPr lang="en-US" dirty="0"/>
              <a:t>” exists then</a:t>
            </a:r>
            <a:endParaRPr lang="hu-HU" dirty="0"/>
          </a:p>
          <a:p>
            <a:pPr>
              <a:buNone/>
            </a:pPr>
            <a:r>
              <a:rPr lang="hu-HU" dirty="0"/>
              <a:t>	Test </a:t>
            </a:r>
            <a:r>
              <a:rPr lang="hu-HU" dirty="0" err="1"/>
              <a:t>Passed</a:t>
            </a:r>
            <a:endParaRPr lang="hu-HU" dirty="0"/>
          </a:p>
          <a:p>
            <a:pPr>
              <a:buNone/>
            </a:pPr>
            <a:r>
              <a:rPr lang="en-US" dirty="0"/>
              <a:t>Else</a:t>
            </a:r>
            <a:endParaRPr lang="hu-HU" dirty="0"/>
          </a:p>
          <a:p>
            <a:pPr>
              <a:buNone/>
            </a:pPr>
            <a:r>
              <a:rPr lang="hu-HU" dirty="0"/>
              <a:t>	Test </a:t>
            </a:r>
            <a:r>
              <a:rPr lang="hu-HU" dirty="0" err="1"/>
              <a:t>Failed</a:t>
            </a:r>
            <a:endParaRPr lang="hu-HU" dirty="0"/>
          </a:p>
          <a:p>
            <a:pPr>
              <a:buNone/>
            </a:pPr>
            <a:r>
              <a:rPr lang="en-US" dirty="0"/>
              <a:t>End If</a:t>
            </a:r>
          </a:p>
          <a:p>
            <a:endParaRPr lang="en-US" dirty="0"/>
          </a:p>
        </p:txBody>
      </p:sp>
      <p:pic>
        <p:nvPicPr>
          <p:cNvPr id="5" name="Picture 4" descr="Logo&#10;&#10;Description automatically generated">
            <a:extLst>
              <a:ext uri="{FF2B5EF4-FFF2-40B4-BE49-F238E27FC236}">
                <a16:creationId xmlns:a16="http://schemas.microsoft.com/office/drawing/2014/main" id="{1E06FDD4-D17B-2F9F-5AB5-F72A4AF935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7886700" cy="1325563"/>
          </a:xfrm>
        </p:spPr>
        <p:txBody>
          <a:bodyPr/>
          <a:lstStyle/>
          <a:p>
            <a:r>
              <a:rPr lang="hu-HU" dirty="0"/>
              <a:t>Adatvezérelt automatizálás</a:t>
            </a:r>
            <a:endParaRPr lang="en-US" dirty="0"/>
          </a:p>
        </p:txBody>
      </p:sp>
      <p:sp>
        <p:nvSpPr>
          <p:cNvPr id="3" name="Content Placeholder 2"/>
          <p:cNvSpPr>
            <a:spLocks noGrp="1"/>
          </p:cNvSpPr>
          <p:nvPr>
            <p:ph idx="4294967295"/>
          </p:nvPr>
        </p:nvSpPr>
        <p:spPr>
          <a:xfrm>
            <a:off x="0" y="1676400"/>
            <a:ext cx="8534400" cy="5181600"/>
          </a:xfrm>
        </p:spPr>
        <p:txBody>
          <a:bodyPr/>
          <a:lstStyle/>
          <a:p>
            <a:pPr>
              <a:buNone/>
            </a:pPr>
            <a:r>
              <a:rPr lang="hu-HU" sz="2800" dirty="0"/>
              <a:t>Open Data </a:t>
            </a:r>
            <a:r>
              <a:rPr lang="hu-HU" sz="2800" dirty="0" err="1"/>
              <a:t>Table</a:t>
            </a:r>
            <a:endParaRPr lang="hu-HU" sz="2800" dirty="0"/>
          </a:p>
          <a:p>
            <a:pPr>
              <a:buNone/>
            </a:pPr>
            <a:r>
              <a:rPr lang="en-US" sz="2800" dirty="0"/>
              <a:t>Input </a:t>
            </a:r>
            <a:r>
              <a:rPr lang="hu-HU" sz="2800" dirty="0"/>
              <a:t>&lt;</a:t>
            </a:r>
            <a:r>
              <a:rPr lang="hu-HU" sz="2800" dirty="0" err="1"/>
              <a:t>NameParameter</a:t>
            </a:r>
            <a:r>
              <a:rPr lang="hu-HU" sz="2800" dirty="0"/>
              <a:t>&gt;</a:t>
            </a:r>
            <a:r>
              <a:rPr lang="en-US" sz="2800" dirty="0"/>
              <a:t> into Username textbox</a:t>
            </a:r>
            <a:endParaRPr lang="hu-HU" sz="2800" dirty="0"/>
          </a:p>
          <a:p>
            <a:pPr>
              <a:buNone/>
            </a:pPr>
            <a:r>
              <a:rPr lang="en-US" sz="2800" dirty="0"/>
              <a:t>Input </a:t>
            </a:r>
            <a:r>
              <a:rPr lang="hu-HU" sz="2800" dirty="0"/>
              <a:t>&lt;</a:t>
            </a:r>
            <a:r>
              <a:rPr lang="hu-HU" sz="2800" dirty="0" err="1"/>
              <a:t>PassParameter</a:t>
            </a:r>
            <a:r>
              <a:rPr lang="hu-HU" sz="2800" dirty="0"/>
              <a:t>&gt;</a:t>
            </a:r>
            <a:r>
              <a:rPr lang="en-US" sz="2800" dirty="0"/>
              <a:t> into Password textbox</a:t>
            </a:r>
            <a:endParaRPr lang="hu-HU" sz="2800" dirty="0"/>
          </a:p>
          <a:p>
            <a:pPr>
              <a:buNone/>
            </a:pPr>
            <a:r>
              <a:rPr lang="en-US" sz="2800" dirty="0"/>
              <a:t>Click Login button</a:t>
            </a:r>
            <a:endParaRPr lang="hu-HU" sz="2800" dirty="0"/>
          </a:p>
          <a:p>
            <a:pPr>
              <a:buNone/>
            </a:pPr>
            <a:r>
              <a:rPr lang="en-US" sz="2800" dirty="0"/>
              <a:t>If “</a:t>
            </a:r>
            <a:r>
              <a:rPr lang="hu-HU" sz="2800" dirty="0"/>
              <a:t>Hello &lt;</a:t>
            </a:r>
            <a:r>
              <a:rPr lang="hu-HU" sz="2800" dirty="0" err="1"/>
              <a:t>NameParameter</a:t>
            </a:r>
            <a:r>
              <a:rPr lang="hu-HU" sz="2800" dirty="0"/>
              <a:t>&gt;</a:t>
            </a:r>
            <a:r>
              <a:rPr lang="en-US" sz="2800" dirty="0"/>
              <a:t>” exists then</a:t>
            </a:r>
            <a:endParaRPr lang="hu-HU" sz="2800" dirty="0"/>
          </a:p>
          <a:p>
            <a:pPr>
              <a:buNone/>
            </a:pPr>
            <a:r>
              <a:rPr lang="hu-HU" sz="2800" dirty="0"/>
              <a:t>	Test </a:t>
            </a:r>
            <a:r>
              <a:rPr lang="hu-HU" sz="2800" dirty="0" err="1"/>
              <a:t>Passed</a:t>
            </a:r>
            <a:endParaRPr lang="hu-HU" sz="2800" dirty="0"/>
          </a:p>
          <a:p>
            <a:pPr>
              <a:buNone/>
            </a:pPr>
            <a:r>
              <a:rPr lang="en-US" sz="2800" dirty="0"/>
              <a:t>Else</a:t>
            </a:r>
            <a:endParaRPr lang="hu-HU" sz="2800" dirty="0"/>
          </a:p>
          <a:p>
            <a:pPr>
              <a:buNone/>
            </a:pPr>
            <a:r>
              <a:rPr lang="hu-HU" sz="2800" dirty="0"/>
              <a:t>	Test </a:t>
            </a:r>
            <a:r>
              <a:rPr lang="hu-HU" sz="2800" dirty="0" err="1"/>
              <a:t>Failed</a:t>
            </a:r>
            <a:endParaRPr lang="hu-HU" sz="2800" dirty="0"/>
          </a:p>
          <a:p>
            <a:pPr>
              <a:buNone/>
            </a:pPr>
            <a:r>
              <a:rPr lang="en-US" sz="2800" dirty="0"/>
              <a:t>End If</a:t>
            </a:r>
            <a:endParaRPr lang="hu-HU" sz="2800" dirty="0"/>
          </a:p>
          <a:p>
            <a:pPr>
              <a:buNone/>
            </a:pPr>
            <a:r>
              <a:rPr lang="hu-HU" sz="2800" dirty="0"/>
              <a:t>Close Data Table</a:t>
            </a:r>
            <a:endParaRPr lang="en-US" sz="2800" dirty="0"/>
          </a:p>
          <a:p>
            <a:endParaRPr lang="en-US" sz="2800" dirty="0"/>
          </a:p>
        </p:txBody>
      </p:sp>
      <p:pic>
        <p:nvPicPr>
          <p:cNvPr id="4" name="Picture 3" descr="Logo&#10;&#10;Description automatically generated">
            <a:extLst>
              <a:ext uri="{FF2B5EF4-FFF2-40B4-BE49-F238E27FC236}">
                <a16:creationId xmlns:a16="http://schemas.microsoft.com/office/drawing/2014/main" id="{21010FF0-7F04-9BF3-03A1-E1B0239A05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graphicFrame>
        <p:nvGraphicFramePr>
          <p:cNvPr id="5" name="Table 4">
            <a:extLst>
              <a:ext uri="{FF2B5EF4-FFF2-40B4-BE49-F238E27FC236}">
                <a16:creationId xmlns:a16="http://schemas.microsoft.com/office/drawing/2014/main" id="{0AB197BA-D41E-7699-1BF8-7DFDEAD9567E}"/>
              </a:ext>
            </a:extLst>
          </p:cNvPr>
          <p:cNvGraphicFramePr>
            <a:graphicFrameLocks noGrp="1"/>
          </p:cNvGraphicFramePr>
          <p:nvPr>
            <p:extLst>
              <p:ext uri="{D42A27DB-BD31-4B8C-83A1-F6EECF244321}">
                <p14:modId xmlns:p14="http://schemas.microsoft.com/office/powerpoint/2010/main" val="3493900052"/>
              </p:ext>
            </p:extLst>
          </p:nvPr>
        </p:nvGraphicFramePr>
        <p:xfrm>
          <a:off x="2819400" y="5105400"/>
          <a:ext cx="6096000" cy="148336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hu-HU" dirty="0" err="1"/>
                        <a:t>NameParameter</a:t>
                      </a:r>
                      <a:endParaRPr lang="en-US" dirty="0"/>
                    </a:p>
                  </a:txBody>
                  <a:tcPr/>
                </a:tc>
                <a:tc>
                  <a:txBody>
                    <a:bodyPr/>
                    <a:lstStyle/>
                    <a:p>
                      <a:pPr algn="ctr"/>
                      <a:r>
                        <a:rPr lang="hu-HU" dirty="0" err="1"/>
                        <a:t>PassParameter</a:t>
                      </a:r>
                      <a:endParaRPr lang="en-US" dirty="0"/>
                    </a:p>
                  </a:txBody>
                  <a:tcPr/>
                </a:tc>
                <a:extLst>
                  <a:ext uri="{0D108BD9-81ED-4DB2-BD59-A6C34878D82A}">
                    <a16:rowId xmlns:a16="http://schemas.microsoft.com/office/drawing/2014/main" val="10000"/>
                  </a:ext>
                </a:extLst>
              </a:tr>
              <a:tr h="370840">
                <a:tc>
                  <a:txBody>
                    <a:bodyPr/>
                    <a:lstStyle/>
                    <a:p>
                      <a:pPr algn="ctr"/>
                      <a:r>
                        <a:rPr lang="hu-HU" dirty="0"/>
                        <a:t>Eszter</a:t>
                      </a:r>
                      <a:endParaRPr lang="en-US" dirty="0"/>
                    </a:p>
                  </a:txBody>
                  <a:tcPr/>
                </a:tc>
                <a:tc>
                  <a:txBody>
                    <a:bodyPr/>
                    <a:lstStyle/>
                    <a:p>
                      <a:pPr algn="ctr"/>
                      <a:r>
                        <a:rPr lang="hu-HU" dirty="0" err="1"/>
                        <a:t>PassEszter</a:t>
                      </a:r>
                      <a:endParaRPr lang="en-US" dirty="0"/>
                    </a:p>
                  </a:txBody>
                  <a:tcPr/>
                </a:tc>
                <a:extLst>
                  <a:ext uri="{0D108BD9-81ED-4DB2-BD59-A6C34878D82A}">
                    <a16:rowId xmlns:a16="http://schemas.microsoft.com/office/drawing/2014/main" val="10001"/>
                  </a:ext>
                </a:extLst>
              </a:tr>
              <a:tr h="370840">
                <a:tc>
                  <a:txBody>
                    <a:bodyPr/>
                    <a:lstStyle/>
                    <a:p>
                      <a:pPr algn="ctr"/>
                      <a:r>
                        <a:rPr lang="hu-HU" dirty="0"/>
                        <a:t>Balázs</a:t>
                      </a:r>
                      <a:endParaRPr lang="en-US" dirty="0"/>
                    </a:p>
                  </a:txBody>
                  <a:tcPr/>
                </a:tc>
                <a:tc>
                  <a:txBody>
                    <a:bodyPr/>
                    <a:lstStyle/>
                    <a:p>
                      <a:pPr algn="ctr"/>
                      <a:r>
                        <a:rPr lang="hu-HU" dirty="0" err="1"/>
                        <a:t>PassBalázs</a:t>
                      </a:r>
                      <a:endParaRPr lang="en-US" dirty="0"/>
                    </a:p>
                  </a:txBody>
                  <a:tcPr/>
                </a:tc>
                <a:extLst>
                  <a:ext uri="{0D108BD9-81ED-4DB2-BD59-A6C34878D82A}">
                    <a16:rowId xmlns:a16="http://schemas.microsoft.com/office/drawing/2014/main" val="10002"/>
                  </a:ext>
                </a:extLst>
              </a:tr>
              <a:tr h="370840">
                <a:tc>
                  <a:txBody>
                    <a:bodyPr/>
                    <a:lstStyle/>
                    <a:p>
                      <a:pPr algn="ctr"/>
                      <a:r>
                        <a:rPr lang="hu-HU" dirty="0"/>
                        <a:t>Péter</a:t>
                      </a:r>
                      <a:endParaRPr lang="en-US" dirty="0"/>
                    </a:p>
                  </a:txBody>
                  <a:tcPr/>
                </a:tc>
                <a:tc>
                  <a:txBody>
                    <a:bodyPr/>
                    <a:lstStyle/>
                    <a:p>
                      <a:pPr algn="ctr"/>
                      <a:r>
                        <a:rPr lang="hu-HU" dirty="0" err="1"/>
                        <a:t>PassPéter</a:t>
                      </a:r>
                      <a:endParaRPr lang="en-US" dirty="0"/>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7886700" cy="1325563"/>
          </a:xfrm>
        </p:spPr>
        <p:txBody>
          <a:bodyPr/>
          <a:lstStyle/>
          <a:p>
            <a:r>
              <a:rPr lang="hu-HU" dirty="0"/>
              <a:t>Adatvezérelt – Funkcionális </a:t>
            </a:r>
            <a:r>
              <a:rPr lang="hu-HU" dirty="0" err="1"/>
              <a:t>dekompozíció</a:t>
            </a:r>
            <a:endParaRPr lang="en-US" dirty="0"/>
          </a:p>
        </p:txBody>
      </p:sp>
      <p:graphicFrame>
        <p:nvGraphicFramePr>
          <p:cNvPr id="4" name="Content Placeholder 4"/>
          <p:cNvGraphicFramePr>
            <a:graphicFrameLocks/>
          </p:cNvGraphicFramePr>
          <p:nvPr/>
        </p:nvGraphicFramePr>
        <p:xfrm>
          <a:off x="152400" y="1676400"/>
          <a:ext cx="88392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descr="Logo&#10;&#10;Description automatically generated">
            <a:extLst>
              <a:ext uri="{FF2B5EF4-FFF2-40B4-BE49-F238E27FC236}">
                <a16:creationId xmlns:a16="http://schemas.microsoft.com/office/drawing/2014/main" id="{53E6A34A-7825-4D02-3EFA-D170DBDADA9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Kulcsszó alapú automatizálás</a:t>
            </a:r>
            <a:endParaRPr lang="en-US" dirty="0"/>
          </a:p>
        </p:txBody>
      </p:sp>
      <p:sp>
        <p:nvSpPr>
          <p:cNvPr id="3" name="Content Placeholder 2"/>
          <p:cNvSpPr>
            <a:spLocks noGrp="1"/>
          </p:cNvSpPr>
          <p:nvPr>
            <p:ph idx="4294967295"/>
          </p:nvPr>
        </p:nvSpPr>
        <p:spPr>
          <a:xfrm>
            <a:off x="0" y="1979613"/>
            <a:ext cx="8305800" cy="4876800"/>
          </a:xfrm>
        </p:spPr>
        <p:txBody>
          <a:bodyPr>
            <a:normAutofit/>
          </a:bodyPr>
          <a:lstStyle/>
          <a:p>
            <a:r>
              <a:rPr lang="hu-HU" sz="3200" dirty="0"/>
              <a:t>Gyakran „Tábla vezérelt” automatizálásnak hívják</a:t>
            </a:r>
          </a:p>
          <a:p>
            <a:r>
              <a:rPr lang="hu-HU" sz="3200" dirty="0"/>
              <a:t>Ez a keretrendszer a leginkább alkalmazás független</a:t>
            </a:r>
          </a:p>
          <a:p>
            <a:r>
              <a:rPr lang="hu-HU" sz="3200" dirty="0"/>
              <a:t>Adattáblában Kulcsszavakat tárolunk (‘Action’)</a:t>
            </a:r>
            <a:endParaRPr lang="en-US" sz="3200" dirty="0"/>
          </a:p>
        </p:txBody>
      </p:sp>
      <p:pic>
        <p:nvPicPr>
          <p:cNvPr id="4" name="Picture 3" descr="Logo&#10;&#10;Description automatically generated">
            <a:extLst>
              <a:ext uri="{FF2B5EF4-FFF2-40B4-BE49-F238E27FC236}">
                <a16:creationId xmlns:a16="http://schemas.microsoft.com/office/drawing/2014/main" id="{657A037F-957B-1DC6-8EEA-CEAC3886BF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Kulcsszó alapú automatizálás</a:t>
            </a:r>
            <a:endParaRPr lang="en-US" dirty="0"/>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643018804"/>
              </p:ext>
            </p:extLst>
          </p:nvPr>
        </p:nvGraphicFramePr>
        <p:xfrm>
          <a:off x="0" y="1981200"/>
          <a:ext cx="8458200" cy="4572000"/>
        </p:xfrm>
        <a:graphic>
          <a:graphicData uri="http://schemas.openxmlformats.org/drawingml/2006/table">
            <a:tbl>
              <a:tblPr firstRow="1" bandRow="1">
                <a:tableStyleId>{5940675A-B579-460E-94D1-54222C63F5DA}</a:tableStyleId>
              </a:tblPr>
              <a:tblGrid>
                <a:gridCol w="1340743">
                  <a:extLst>
                    <a:ext uri="{9D8B030D-6E8A-4147-A177-3AD203B41FA5}">
                      <a16:colId xmlns:a16="http://schemas.microsoft.com/office/drawing/2014/main" val="20000"/>
                    </a:ext>
                  </a:extLst>
                </a:gridCol>
                <a:gridCol w="1340743">
                  <a:extLst>
                    <a:ext uri="{9D8B030D-6E8A-4147-A177-3AD203B41FA5}">
                      <a16:colId xmlns:a16="http://schemas.microsoft.com/office/drawing/2014/main" val="20001"/>
                    </a:ext>
                  </a:extLst>
                </a:gridCol>
                <a:gridCol w="1353836">
                  <a:extLst>
                    <a:ext uri="{9D8B030D-6E8A-4147-A177-3AD203B41FA5}">
                      <a16:colId xmlns:a16="http://schemas.microsoft.com/office/drawing/2014/main" val="20002"/>
                    </a:ext>
                  </a:extLst>
                </a:gridCol>
                <a:gridCol w="1641886">
                  <a:extLst>
                    <a:ext uri="{9D8B030D-6E8A-4147-A177-3AD203B41FA5}">
                      <a16:colId xmlns:a16="http://schemas.microsoft.com/office/drawing/2014/main" val="20003"/>
                    </a:ext>
                  </a:extLst>
                </a:gridCol>
                <a:gridCol w="1314556">
                  <a:extLst>
                    <a:ext uri="{9D8B030D-6E8A-4147-A177-3AD203B41FA5}">
                      <a16:colId xmlns:a16="http://schemas.microsoft.com/office/drawing/2014/main" val="20004"/>
                    </a:ext>
                  </a:extLst>
                </a:gridCol>
                <a:gridCol w="1466437">
                  <a:extLst>
                    <a:ext uri="{9D8B030D-6E8A-4147-A177-3AD203B41FA5}">
                      <a16:colId xmlns:a16="http://schemas.microsoft.com/office/drawing/2014/main" val="20005"/>
                    </a:ext>
                  </a:extLst>
                </a:gridCol>
              </a:tblGrid>
              <a:tr h="914400">
                <a:tc>
                  <a:txBody>
                    <a:bodyPr/>
                    <a:lstStyle/>
                    <a:p>
                      <a:pPr algn="ctr"/>
                      <a:r>
                        <a:rPr lang="hu-HU" b="1" dirty="0"/>
                        <a:t>Képernyő</a:t>
                      </a:r>
                      <a:endParaRPr lang="en-US" b="1" dirty="0"/>
                    </a:p>
                  </a:txBody>
                  <a:tcPr anchor="ctr">
                    <a:solidFill>
                      <a:schemeClr val="bg2"/>
                    </a:solidFill>
                  </a:tcPr>
                </a:tc>
                <a:tc>
                  <a:txBody>
                    <a:bodyPr/>
                    <a:lstStyle/>
                    <a:p>
                      <a:pPr algn="ctr"/>
                      <a:r>
                        <a:rPr lang="hu-HU" b="1" dirty="0"/>
                        <a:t>Objektum</a:t>
                      </a:r>
                      <a:endParaRPr lang="en-US" b="1" dirty="0"/>
                    </a:p>
                  </a:txBody>
                  <a:tcPr anchor="ctr">
                    <a:solidFill>
                      <a:schemeClr val="bg2"/>
                    </a:solidFill>
                  </a:tcPr>
                </a:tc>
                <a:tc>
                  <a:txBody>
                    <a:bodyPr/>
                    <a:lstStyle/>
                    <a:p>
                      <a:pPr algn="ctr"/>
                      <a:r>
                        <a:rPr lang="hu-HU" b="1" dirty="0"/>
                        <a:t>Action</a:t>
                      </a:r>
                      <a:endParaRPr lang="en-US" b="1" dirty="0"/>
                    </a:p>
                  </a:txBody>
                  <a:tcPr anchor="ctr">
                    <a:solidFill>
                      <a:schemeClr val="bg2"/>
                    </a:solidFill>
                  </a:tcPr>
                </a:tc>
                <a:tc>
                  <a:txBody>
                    <a:bodyPr/>
                    <a:lstStyle/>
                    <a:p>
                      <a:pPr algn="ctr"/>
                      <a:r>
                        <a:rPr lang="hu-HU" b="1" dirty="0"/>
                        <a:t>Érték</a:t>
                      </a:r>
                      <a:endParaRPr lang="en-US" b="1" dirty="0"/>
                    </a:p>
                  </a:txBody>
                  <a:tcPr anchor="ctr">
                    <a:solidFill>
                      <a:schemeClr val="bg2"/>
                    </a:solidFill>
                  </a:tcPr>
                </a:tc>
                <a:tc>
                  <a:txBody>
                    <a:bodyPr/>
                    <a:lstStyle/>
                    <a:p>
                      <a:pPr algn="ctr"/>
                      <a:r>
                        <a:rPr lang="hu-HU" b="1" dirty="0" err="1"/>
                        <a:t>Recovery</a:t>
                      </a:r>
                      <a:endParaRPr lang="en-US" b="1" dirty="0"/>
                    </a:p>
                  </a:txBody>
                  <a:tcPr anchor="ctr">
                    <a:solidFill>
                      <a:schemeClr val="bg2"/>
                    </a:solidFill>
                  </a:tcPr>
                </a:tc>
                <a:tc>
                  <a:txBody>
                    <a:bodyPr/>
                    <a:lstStyle/>
                    <a:p>
                      <a:pPr algn="ctr"/>
                      <a:r>
                        <a:rPr lang="hu-HU" b="1" dirty="0"/>
                        <a:t>Megjegyzés</a:t>
                      </a:r>
                      <a:endParaRPr lang="en-US" b="1" dirty="0"/>
                    </a:p>
                  </a:txBody>
                  <a:tcPr anchor="ctr">
                    <a:solidFill>
                      <a:schemeClr val="bg2"/>
                    </a:solidFill>
                  </a:tcPr>
                </a:tc>
                <a:extLst>
                  <a:ext uri="{0D108BD9-81ED-4DB2-BD59-A6C34878D82A}">
                    <a16:rowId xmlns:a16="http://schemas.microsoft.com/office/drawing/2014/main" val="10000"/>
                  </a:ext>
                </a:extLst>
              </a:tr>
              <a:tr h="914400">
                <a:tc>
                  <a:txBody>
                    <a:bodyPr/>
                    <a:lstStyle/>
                    <a:p>
                      <a:pPr algn="ctr"/>
                      <a:r>
                        <a:rPr lang="hu-HU" dirty="0"/>
                        <a:t>Belépés</a:t>
                      </a:r>
                      <a:endParaRPr lang="en-US" dirty="0"/>
                    </a:p>
                  </a:txBody>
                  <a:tcPr anchor="ctr"/>
                </a:tc>
                <a:tc>
                  <a:txBody>
                    <a:bodyPr/>
                    <a:lstStyle/>
                    <a:p>
                      <a:pPr algn="ctr"/>
                      <a:r>
                        <a:rPr lang="hu-HU" dirty="0" err="1"/>
                        <a:t>Username</a:t>
                      </a:r>
                      <a:endParaRPr lang="en-US" dirty="0"/>
                    </a:p>
                  </a:txBody>
                  <a:tcPr anchor="ctr"/>
                </a:tc>
                <a:tc>
                  <a:txBody>
                    <a:bodyPr/>
                    <a:lstStyle/>
                    <a:p>
                      <a:pPr algn="ctr"/>
                      <a:r>
                        <a:rPr lang="hu-HU" dirty="0"/>
                        <a:t>Beírás</a:t>
                      </a:r>
                      <a:endParaRPr lang="en-US" dirty="0"/>
                    </a:p>
                  </a:txBody>
                  <a:tcPr anchor="ctr"/>
                </a:tc>
                <a:tc>
                  <a:txBody>
                    <a:bodyPr/>
                    <a:lstStyle/>
                    <a:p>
                      <a:pPr algn="ctr"/>
                      <a:r>
                        <a:rPr lang="hu-HU" dirty="0"/>
                        <a:t>„Balázs”</a:t>
                      </a: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0001"/>
                  </a:ext>
                </a:extLst>
              </a:tr>
              <a:tr h="914400">
                <a:tc>
                  <a:txBody>
                    <a:bodyPr/>
                    <a:lstStyle/>
                    <a:p>
                      <a:pPr algn="ctr"/>
                      <a:r>
                        <a:rPr lang="hu-HU" dirty="0"/>
                        <a:t>Belépés</a:t>
                      </a:r>
                      <a:endParaRPr lang="en-US" dirty="0"/>
                    </a:p>
                  </a:txBody>
                  <a:tcPr anchor="ctr"/>
                </a:tc>
                <a:tc>
                  <a:txBody>
                    <a:bodyPr/>
                    <a:lstStyle/>
                    <a:p>
                      <a:pPr algn="ctr"/>
                      <a:r>
                        <a:rPr lang="hu-HU" dirty="0" err="1"/>
                        <a:t>Password</a:t>
                      </a:r>
                      <a:endParaRPr lang="en-US" dirty="0"/>
                    </a:p>
                  </a:txBody>
                  <a:tcPr anchor="ctr"/>
                </a:tc>
                <a:tc>
                  <a:txBody>
                    <a:bodyPr/>
                    <a:lstStyle/>
                    <a:p>
                      <a:pPr algn="ctr"/>
                      <a:r>
                        <a:rPr lang="hu-HU" dirty="0"/>
                        <a:t>Beírás</a:t>
                      </a:r>
                      <a:endParaRPr lang="en-US" dirty="0"/>
                    </a:p>
                  </a:txBody>
                  <a:tcPr anchor="ctr"/>
                </a:tc>
                <a:tc>
                  <a:txBody>
                    <a:bodyPr/>
                    <a:lstStyle/>
                    <a:p>
                      <a:pPr algn="ctr"/>
                      <a:r>
                        <a:rPr lang="hu-HU" dirty="0"/>
                        <a:t>„</a:t>
                      </a:r>
                      <a:r>
                        <a:rPr lang="hu-HU" dirty="0" err="1"/>
                        <a:t>PassBalázs</a:t>
                      </a:r>
                      <a:r>
                        <a:rPr lang="hu-HU" dirty="0"/>
                        <a:t>”</a:t>
                      </a: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0002"/>
                  </a:ext>
                </a:extLst>
              </a:tr>
              <a:tr h="914400">
                <a:tc>
                  <a:txBody>
                    <a:bodyPr/>
                    <a:lstStyle/>
                    <a:p>
                      <a:pPr algn="ctr"/>
                      <a:r>
                        <a:rPr lang="hu-HU" dirty="0"/>
                        <a:t>Belépés</a:t>
                      </a:r>
                      <a:endParaRPr lang="en-US" dirty="0"/>
                    </a:p>
                  </a:txBody>
                  <a:tcPr anchor="ctr"/>
                </a:tc>
                <a:tc>
                  <a:txBody>
                    <a:bodyPr/>
                    <a:lstStyle/>
                    <a:p>
                      <a:pPr algn="ctr"/>
                      <a:r>
                        <a:rPr lang="hu-HU" dirty="0"/>
                        <a:t>Login</a:t>
                      </a:r>
                      <a:endParaRPr lang="en-US" dirty="0"/>
                    </a:p>
                  </a:txBody>
                  <a:tcPr anchor="ctr"/>
                </a:tc>
                <a:tc>
                  <a:txBody>
                    <a:bodyPr/>
                    <a:lstStyle/>
                    <a:p>
                      <a:pPr algn="ctr"/>
                      <a:r>
                        <a:rPr lang="hu-HU" dirty="0"/>
                        <a:t>Kattintás</a:t>
                      </a: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0003"/>
                  </a:ext>
                </a:extLst>
              </a:tr>
              <a:tr h="914400">
                <a:tc>
                  <a:txBody>
                    <a:bodyPr/>
                    <a:lstStyle/>
                    <a:p>
                      <a:pPr algn="ctr"/>
                      <a:r>
                        <a:rPr lang="hu-HU" dirty="0"/>
                        <a:t>Helló</a:t>
                      </a:r>
                      <a:endParaRPr lang="en-US" dirty="0"/>
                    </a:p>
                  </a:txBody>
                  <a:tcPr anchor="ctr"/>
                </a:tc>
                <a:tc>
                  <a:txBody>
                    <a:bodyPr/>
                    <a:lstStyle/>
                    <a:p>
                      <a:pPr algn="ctr"/>
                      <a:endParaRPr lang="en-US"/>
                    </a:p>
                  </a:txBody>
                  <a:tcPr anchor="ctr"/>
                </a:tc>
                <a:tc>
                  <a:txBody>
                    <a:bodyPr/>
                    <a:lstStyle/>
                    <a:p>
                      <a:pPr algn="ctr"/>
                      <a:r>
                        <a:rPr lang="hu-HU" dirty="0"/>
                        <a:t>Ellenőrzés</a:t>
                      </a:r>
                      <a:endParaRPr lang="en-US" dirty="0"/>
                    </a:p>
                  </a:txBody>
                  <a:tcPr anchor="ctr"/>
                </a:tc>
                <a:tc>
                  <a:txBody>
                    <a:bodyPr/>
                    <a:lstStyle/>
                    <a:p>
                      <a:pPr algn="ctr"/>
                      <a:endParaRPr lang="en-US" dirty="0"/>
                    </a:p>
                  </a:txBody>
                  <a:tcPr anchor="ctr"/>
                </a:tc>
                <a:tc>
                  <a:txBody>
                    <a:bodyPr/>
                    <a:lstStyle/>
                    <a:p>
                      <a:pPr algn="ctr"/>
                      <a:r>
                        <a:rPr lang="hu-HU" dirty="0"/>
                        <a:t>Stop_Test</a:t>
                      </a: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4"/>
                  </a:ext>
                </a:extLst>
              </a:tr>
            </a:tbl>
          </a:graphicData>
        </a:graphic>
      </p:graphicFrame>
      <p:pic>
        <p:nvPicPr>
          <p:cNvPr id="3" name="Picture 2" descr="Logo&#10;&#10;Description automatically generated">
            <a:extLst>
              <a:ext uri="{FF2B5EF4-FFF2-40B4-BE49-F238E27FC236}">
                <a16:creationId xmlns:a16="http://schemas.microsoft.com/office/drawing/2014/main" id="{80881D59-2E7A-943F-B7EE-555307935D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Kulcsszó alapú automatizálás</a:t>
            </a:r>
            <a:endParaRPr lang="en-US" dirty="0"/>
          </a:p>
        </p:txBody>
      </p:sp>
      <p:sp>
        <p:nvSpPr>
          <p:cNvPr id="3" name="Content Placeholder 2"/>
          <p:cNvSpPr>
            <a:spLocks noGrp="1"/>
          </p:cNvSpPr>
          <p:nvPr>
            <p:ph idx="4294967295"/>
          </p:nvPr>
        </p:nvSpPr>
        <p:spPr>
          <a:xfrm>
            <a:off x="0" y="1828800"/>
            <a:ext cx="7886700" cy="4351338"/>
          </a:xfrm>
        </p:spPr>
        <p:txBody>
          <a:bodyPr>
            <a:normAutofit/>
          </a:bodyPr>
          <a:lstStyle/>
          <a:p>
            <a:pPr marL="0" indent="0">
              <a:buNone/>
            </a:pPr>
            <a:r>
              <a:rPr lang="hu-HU" sz="3200" dirty="0"/>
              <a:t>A kulcsszavak (Action) alkalmazás specifikus és alkalmazás független funkcionalitással bíró függvényekkel vagy scriptekkel vannak kapcsolatban</a:t>
            </a:r>
            <a:endParaRPr lang="en-US" sz="3200" dirty="0"/>
          </a:p>
        </p:txBody>
      </p:sp>
      <p:pic>
        <p:nvPicPr>
          <p:cNvPr id="4" name="Picture 3" descr="Logo&#10;&#10;Description automatically generated">
            <a:extLst>
              <a:ext uri="{FF2B5EF4-FFF2-40B4-BE49-F238E27FC236}">
                <a16:creationId xmlns:a16="http://schemas.microsoft.com/office/drawing/2014/main" id="{7A88498A-5AA2-9478-6959-3D1FC78A1A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Kulcsszó alapú automatizálás</a:t>
            </a:r>
            <a:endParaRPr lang="en-US" dirty="0"/>
          </a:p>
        </p:txBody>
      </p:sp>
      <p:sp>
        <p:nvSpPr>
          <p:cNvPr id="3" name="Content Placeholder 2"/>
          <p:cNvSpPr>
            <a:spLocks noGrp="1"/>
          </p:cNvSpPr>
          <p:nvPr>
            <p:ph idx="4294967295"/>
          </p:nvPr>
        </p:nvSpPr>
        <p:spPr>
          <a:xfrm>
            <a:off x="0" y="1600200"/>
            <a:ext cx="8839200" cy="5105400"/>
          </a:xfrm>
        </p:spPr>
        <p:txBody>
          <a:bodyPr/>
          <a:lstStyle/>
          <a:p>
            <a:pPr>
              <a:buNone/>
            </a:pPr>
            <a:r>
              <a:rPr lang="en-US" sz="2800" dirty="0"/>
              <a:t>Open Keyword File</a:t>
            </a:r>
            <a:endParaRPr lang="hu-HU" sz="2800" dirty="0"/>
          </a:p>
          <a:p>
            <a:pPr>
              <a:buNone/>
            </a:pPr>
            <a:r>
              <a:rPr lang="en-US" sz="2800" dirty="0"/>
              <a:t>Execute Data rows to end of file (EOF)</a:t>
            </a:r>
            <a:endParaRPr lang="hu-HU" sz="2800" dirty="0"/>
          </a:p>
          <a:p>
            <a:pPr>
              <a:buNone/>
            </a:pPr>
            <a:r>
              <a:rPr lang="hu-HU" sz="2800" dirty="0"/>
              <a:t>  </a:t>
            </a:r>
            <a:r>
              <a:rPr lang="en-US" sz="2800" dirty="0"/>
              <a:t>If &lt;Action&gt; == </a:t>
            </a:r>
            <a:r>
              <a:rPr lang="hu-HU" sz="2800" dirty="0"/>
              <a:t>Beírás </a:t>
            </a:r>
            <a:r>
              <a:rPr lang="en-US" sz="2800" dirty="0"/>
              <a:t>Then</a:t>
            </a:r>
            <a:endParaRPr lang="hu-HU" sz="2800" dirty="0"/>
          </a:p>
          <a:p>
            <a:pPr lvl="1">
              <a:buNone/>
            </a:pPr>
            <a:r>
              <a:rPr lang="hu-HU" sz="2400" dirty="0"/>
              <a:t>	</a:t>
            </a:r>
            <a:r>
              <a:rPr lang="en-US" sz="2400" dirty="0"/>
              <a:t>Call </a:t>
            </a:r>
            <a:r>
              <a:rPr lang="hu-HU" sz="2400" dirty="0"/>
              <a:t>Beírás(</a:t>
            </a:r>
            <a:r>
              <a:rPr lang="en-US" sz="2400" dirty="0"/>
              <a:t>Screen, Object</a:t>
            </a:r>
            <a:r>
              <a:rPr lang="hu-HU" sz="2400" dirty="0"/>
              <a:t>, </a:t>
            </a:r>
            <a:r>
              <a:rPr lang="en-US" sz="2400" dirty="0"/>
              <a:t>Value</a:t>
            </a:r>
            <a:r>
              <a:rPr lang="hu-HU" sz="2400" dirty="0"/>
              <a:t>)</a:t>
            </a:r>
          </a:p>
          <a:p>
            <a:pPr lvl="1">
              <a:buNone/>
            </a:pPr>
            <a:r>
              <a:rPr lang="en-US" dirty="0"/>
              <a:t>If &lt;Action&gt; == </a:t>
            </a:r>
            <a:r>
              <a:rPr lang="hu-HU" dirty="0"/>
              <a:t>Kattintás T</a:t>
            </a:r>
            <a:r>
              <a:rPr lang="en-US" dirty="0"/>
              <a:t>hen</a:t>
            </a:r>
            <a:endParaRPr lang="hu-HU" dirty="0"/>
          </a:p>
          <a:p>
            <a:pPr lvl="1">
              <a:buNone/>
            </a:pPr>
            <a:r>
              <a:rPr lang="hu-HU" sz="2400" dirty="0"/>
              <a:t>	</a:t>
            </a:r>
            <a:r>
              <a:rPr lang="en-US" sz="2400" dirty="0"/>
              <a:t>Call </a:t>
            </a:r>
            <a:r>
              <a:rPr lang="hu-HU" sz="2400" dirty="0"/>
              <a:t>Kattintás(</a:t>
            </a:r>
            <a:r>
              <a:rPr lang="en-US" sz="2400" dirty="0"/>
              <a:t>Screen</a:t>
            </a:r>
            <a:r>
              <a:rPr lang="hu-HU" sz="2400" dirty="0"/>
              <a:t>,</a:t>
            </a:r>
            <a:r>
              <a:rPr lang="en-US" sz="2400" dirty="0"/>
              <a:t> Object</a:t>
            </a:r>
            <a:r>
              <a:rPr lang="hu-HU" sz="2400" dirty="0"/>
              <a:t>)</a:t>
            </a:r>
          </a:p>
          <a:p>
            <a:pPr lvl="1">
              <a:buNone/>
            </a:pPr>
            <a:r>
              <a:rPr lang="en-US" sz="2400" dirty="0"/>
              <a:t> </a:t>
            </a:r>
            <a:r>
              <a:rPr lang="en-US" dirty="0"/>
              <a:t>If &lt;Action&gt; == </a:t>
            </a:r>
            <a:r>
              <a:rPr lang="hu-HU" dirty="0"/>
              <a:t>Ellenőrzés </a:t>
            </a:r>
            <a:r>
              <a:rPr lang="en-US" dirty="0"/>
              <a:t>Then</a:t>
            </a:r>
            <a:endParaRPr lang="hu-HU" dirty="0"/>
          </a:p>
          <a:p>
            <a:pPr lvl="1">
              <a:buNone/>
            </a:pPr>
            <a:r>
              <a:rPr lang="hu-HU" sz="2400" dirty="0"/>
              <a:t>	</a:t>
            </a:r>
            <a:r>
              <a:rPr lang="en-US" sz="2400" dirty="0"/>
              <a:t> Execute </a:t>
            </a:r>
            <a:r>
              <a:rPr lang="hu-HU" sz="2400" dirty="0"/>
              <a:t>Ellenőrzés(</a:t>
            </a:r>
            <a:r>
              <a:rPr lang="en-US" sz="2400" dirty="0"/>
              <a:t>Screen</a:t>
            </a:r>
            <a:r>
              <a:rPr lang="hu-HU" sz="2400" dirty="0"/>
              <a:t>)</a:t>
            </a:r>
          </a:p>
          <a:p>
            <a:pPr lvl="1">
              <a:buNone/>
            </a:pPr>
            <a:r>
              <a:rPr lang="en-US" sz="2000" dirty="0"/>
              <a:t>Implement Exception Handling Routine Based on Pass/</a:t>
            </a:r>
            <a:r>
              <a:rPr lang="en-US" sz="2000" dirty="0" err="1"/>
              <a:t>FailStatus</a:t>
            </a:r>
            <a:endParaRPr lang="hu-HU" sz="2000" dirty="0"/>
          </a:p>
          <a:p>
            <a:pPr lvl="1">
              <a:buNone/>
            </a:pPr>
            <a:r>
              <a:rPr lang="en-US" dirty="0"/>
              <a:t>End Loop </a:t>
            </a:r>
          </a:p>
        </p:txBody>
      </p:sp>
      <p:pic>
        <p:nvPicPr>
          <p:cNvPr id="4" name="Picture 3" descr="Logo&#10;&#10;Description automatically generated">
            <a:extLst>
              <a:ext uri="{FF2B5EF4-FFF2-40B4-BE49-F238E27FC236}">
                <a16:creationId xmlns:a16="http://schemas.microsoft.com/office/drawing/2014/main" id="{45F2097E-E6A5-72DB-BE4D-63D0E9A3EA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Kulcsszó alapú automatizálás</a:t>
            </a:r>
            <a:endParaRPr lang="en-US" dirty="0"/>
          </a:p>
        </p:txBody>
      </p:sp>
      <p:graphicFrame>
        <p:nvGraphicFramePr>
          <p:cNvPr id="4" name="Content Placeholder 4"/>
          <p:cNvGraphicFramePr>
            <a:graphicFrameLocks/>
          </p:cNvGraphicFramePr>
          <p:nvPr/>
        </p:nvGraphicFramePr>
        <p:xfrm>
          <a:off x="152400" y="1676400"/>
          <a:ext cx="8839200" cy="518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Logo&#10;&#10;Description automatically generated">
            <a:extLst>
              <a:ext uri="{FF2B5EF4-FFF2-40B4-BE49-F238E27FC236}">
                <a16:creationId xmlns:a16="http://schemas.microsoft.com/office/drawing/2014/main" id="{C4BCA0AE-4B5F-05A5-E16E-516A26024A6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Automatizált szoftver tesztelés – Eszköz tulajdonságok</a:t>
            </a:r>
            <a:endParaRPr lang="en-US" dirty="0"/>
          </a:p>
        </p:txBody>
      </p:sp>
      <p:sp>
        <p:nvSpPr>
          <p:cNvPr id="3" name="Content Placeholder 2"/>
          <p:cNvSpPr>
            <a:spLocks noGrp="1"/>
          </p:cNvSpPr>
          <p:nvPr>
            <p:ph idx="4294967295"/>
          </p:nvPr>
        </p:nvSpPr>
        <p:spPr>
          <a:xfrm>
            <a:off x="0" y="1828800"/>
            <a:ext cx="7886700" cy="4351338"/>
          </a:xfrm>
        </p:spPr>
        <p:txBody>
          <a:bodyPr>
            <a:normAutofit/>
          </a:bodyPr>
          <a:lstStyle/>
          <a:p>
            <a:r>
              <a:rPr lang="hu-HU" sz="3200" dirty="0"/>
              <a:t>Felvétel &amp; Visszajátszás</a:t>
            </a:r>
            <a:endParaRPr lang="en-US" sz="3200" dirty="0"/>
          </a:p>
          <a:p>
            <a:r>
              <a:rPr lang="hu-HU" sz="3200" dirty="0"/>
              <a:t>Objektumok tárolása felhasználói felületről</a:t>
            </a:r>
            <a:endParaRPr lang="en-US" sz="3200" dirty="0"/>
          </a:p>
          <a:p>
            <a:r>
              <a:rPr lang="hu-HU" sz="3200" dirty="0"/>
              <a:t>Naplózás</a:t>
            </a:r>
            <a:endParaRPr lang="en-US" sz="3200" dirty="0"/>
          </a:p>
          <a:p>
            <a:r>
              <a:rPr lang="hu-HU" sz="3200" dirty="0"/>
              <a:t>Be és kimenő adatok tárolása</a:t>
            </a:r>
          </a:p>
          <a:p>
            <a:r>
              <a:rPr lang="hu-HU" sz="3200" dirty="0"/>
              <a:t>Futási idők mérése</a:t>
            </a:r>
          </a:p>
          <a:p>
            <a:r>
              <a:rPr lang="hu-HU" sz="3200" dirty="0"/>
              <a:t>Szinkronizálás a tesztelt alkalmazással</a:t>
            </a:r>
          </a:p>
          <a:p>
            <a:r>
              <a:rPr lang="hu-HU" sz="3200" dirty="0"/>
              <a:t>Kapcsolat más eszközökkel</a:t>
            </a:r>
            <a:endParaRPr lang="en-US" sz="3200" dirty="0"/>
          </a:p>
          <a:p>
            <a:endParaRPr lang="en-US" sz="3200" dirty="0"/>
          </a:p>
        </p:txBody>
      </p:sp>
      <p:pic>
        <p:nvPicPr>
          <p:cNvPr id="4" name="Picture 3" descr="Logo&#10;&#10;Description automatically generated">
            <a:extLst>
              <a:ext uri="{FF2B5EF4-FFF2-40B4-BE49-F238E27FC236}">
                <a16:creationId xmlns:a16="http://schemas.microsoft.com/office/drawing/2014/main" id="{2EA279EA-B5D7-16DA-35E5-75ED25C485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Automatizált szoftver tesztelés - Felvétel &amp; Visszajátszás</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309563" y="2667000"/>
            <a:ext cx="8524875" cy="1524000"/>
          </a:xfrm>
          <a:prstGeom prst="rect">
            <a:avLst/>
          </a:prstGeom>
          <a:noFill/>
          <a:ln w="9525">
            <a:noFill/>
            <a:miter lim="800000"/>
            <a:headEnd/>
            <a:tailEnd/>
          </a:ln>
        </p:spPr>
      </p:pic>
      <p:pic>
        <p:nvPicPr>
          <p:cNvPr id="3" name="Picture 2" descr="Logo&#10;&#10;Description automatically generated">
            <a:extLst>
              <a:ext uri="{FF2B5EF4-FFF2-40B4-BE49-F238E27FC236}">
                <a16:creationId xmlns:a16="http://schemas.microsoft.com/office/drawing/2014/main" id="{0B9B8193-8E78-49D6-2EC9-A3FF1B9AED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Automatizált szoftver tesztelés - Objektumok tárolása</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838325" y="2057400"/>
            <a:ext cx="5467350" cy="4275935"/>
          </a:xfrm>
          <a:prstGeom prst="rect">
            <a:avLst/>
          </a:prstGeom>
          <a:noFill/>
          <a:ln w="9525">
            <a:noFill/>
            <a:miter lim="800000"/>
            <a:headEnd/>
            <a:tailEnd/>
          </a:ln>
        </p:spPr>
      </p:pic>
      <p:pic>
        <p:nvPicPr>
          <p:cNvPr id="3" name="Picture 2" descr="Logo&#10;&#10;Description automatically generated">
            <a:extLst>
              <a:ext uri="{FF2B5EF4-FFF2-40B4-BE49-F238E27FC236}">
                <a16:creationId xmlns:a16="http://schemas.microsoft.com/office/drawing/2014/main" id="{EE054ABC-0B9E-5771-A751-90F7B18E20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Automatizált szoftver tesztelés - Naplózás</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2143125" y="2209800"/>
            <a:ext cx="4857750" cy="4419600"/>
          </a:xfrm>
          <a:prstGeom prst="rect">
            <a:avLst/>
          </a:prstGeom>
          <a:noFill/>
          <a:ln w="9525">
            <a:noFill/>
            <a:miter lim="800000"/>
            <a:headEnd/>
            <a:tailEnd/>
          </a:ln>
        </p:spPr>
      </p:pic>
      <p:pic>
        <p:nvPicPr>
          <p:cNvPr id="3" name="Picture 2" descr="Logo&#10;&#10;Description automatically generated">
            <a:extLst>
              <a:ext uri="{FF2B5EF4-FFF2-40B4-BE49-F238E27FC236}">
                <a16:creationId xmlns:a16="http://schemas.microsoft.com/office/drawing/2014/main" id="{4A54363F-370D-6F87-2517-4AFD39C43F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Automatizált szoftver tesztelés – Kulcsszó/Adat/funkcionális alapú</a:t>
            </a:r>
            <a:endParaRPr lang="en-US" dirty="0"/>
          </a:p>
        </p:txBody>
      </p:sp>
      <p:pic>
        <p:nvPicPr>
          <p:cNvPr id="4" name="Picture 3">
            <a:extLst>
              <a:ext uri="{FF2B5EF4-FFF2-40B4-BE49-F238E27FC236}">
                <a16:creationId xmlns:a16="http://schemas.microsoft.com/office/drawing/2014/main" id="{7F5C358E-C30A-47FA-B4DC-D0323CBC30DD}"/>
              </a:ext>
            </a:extLst>
          </p:cNvPr>
          <p:cNvPicPr>
            <a:picLocks noChangeAspect="1"/>
          </p:cNvPicPr>
          <p:nvPr/>
        </p:nvPicPr>
        <p:blipFill>
          <a:blip r:embed="rId3"/>
          <a:stretch>
            <a:fillRect/>
          </a:stretch>
        </p:blipFill>
        <p:spPr>
          <a:xfrm>
            <a:off x="39190" y="1725982"/>
            <a:ext cx="7216039" cy="2598368"/>
          </a:xfrm>
          <a:prstGeom prst="rect">
            <a:avLst/>
          </a:prstGeom>
        </p:spPr>
      </p:pic>
      <p:pic>
        <p:nvPicPr>
          <p:cNvPr id="6" name="Picture 5">
            <a:extLst>
              <a:ext uri="{FF2B5EF4-FFF2-40B4-BE49-F238E27FC236}">
                <a16:creationId xmlns:a16="http://schemas.microsoft.com/office/drawing/2014/main" id="{AC34FE7D-2758-4F69-A430-8C7A32F5DE6E}"/>
              </a:ext>
            </a:extLst>
          </p:cNvPr>
          <p:cNvPicPr>
            <a:picLocks noChangeAspect="1"/>
          </p:cNvPicPr>
          <p:nvPr/>
        </p:nvPicPr>
        <p:blipFill>
          <a:blip r:embed="rId4"/>
          <a:stretch>
            <a:fillRect/>
          </a:stretch>
        </p:blipFill>
        <p:spPr>
          <a:xfrm>
            <a:off x="39190" y="4572000"/>
            <a:ext cx="9144202" cy="2035133"/>
          </a:xfrm>
          <a:prstGeom prst="rect">
            <a:avLst/>
          </a:prstGeom>
        </p:spPr>
      </p:pic>
      <p:pic>
        <p:nvPicPr>
          <p:cNvPr id="3" name="Picture 2" descr="Logo&#10;&#10;Description automatically generated">
            <a:extLst>
              <a:ext uri="{FF2B5EF4-FFF2-40B4-BE49-F238E27FC236}">
                <a16:creationId xmlns:a16="http://schemas.microsoft.com/office/drawing/2014/main" id="{40B6199C-4051-B225-D96F-568316A2C45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extLst>
      <p:ext uri="{BB962C8B-B14F-4D97-AF65-F5344CB8AC3E}">
        <p14:creationId xmlns:p14="http://schemas.microsoft.com/office/powerpoint/2010/main" val="912002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7886700" cy="1325563"/>
          </a:xfrm>
        </p:spPr>
        <p:txBody>
          <a:bodyPr/>
          <a:lstStyle/>
          <a:p>
            <a:r>
              <a:rPr lang="hu-HU" dirty="0"/>
              <a:t>Automatizált szoftver tesztelés</a:t>
            </a:r>
            <a:endParaRPr lang="en-US" dirty="0"/>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891619464"/>
              </p:ext>
            </p:extLst>
          </p:nvPr>
        </p:nvGraphicFramePr>
        <p:xfrm>
          <a:off x="0" y="1371600"/>
          <a:ext cx="8153400"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descr="Logo&#10;&#10;Description automatically generated">
            <a:extLst>
              <a:ext uri="{FF2B5EF4-FFF2-40B4-BE49-F238E27FC236}">
                <a16:creationId xmlns:a16="http://schemas.microsoft.com/office/drawing/2014/main" id="{40DB9E5B-9861-E9B6-7892-BC7CB9555FE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7886700" cy="1325563"/>
          </a:xfrm>
        </p:spPr>
        <p:txBody>
          <a:bodyPr/>
          <a:lstStyle/>
          <a:p>
            <a:r>
              <a:rPr lang="hu-HU" dirty="0"/>
              <a:t>Manuális vs. Automatikus</a:t>
            </a:r>
            <a:endParaRPr lang="en-US" dirty="0"/>
          </a:p>
        </p:txBody>
      </p:sp>
      <p:graphicFrame>
        <p:nvGraphicFramePr>
          <p:cNvPr id="4" name="Content Placeholder 8"/>
          <p:cNvGraphicFramePr>
            <a:graphicFrameLocks noGrp="1"/>
          </p:cNvGraphicFramePr>
          <p:nvPr>
            <p:ph idx="4294967295"/>
            <p:extLst>
              <p:ext uri="{D42A27DB-BD31-4B8C-83A1-F6EECF244321}">
                <p14:modId xmlns:p14="http://schemas.microsoft.com/office/powerpoint/2010/main" val="481148064"/>
              </p:ext>
            </p:extLst>
          </p:nvPr>
        </p:nvGraphicFramePr>
        <p:xfrm>
          <a:off x="0" y="1905000"/>
          <a:ext cx="8358188" cy="46434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Logo&#10;&#10;Description automatically generated">
            <a:extLst>
              <a:ext uri="{FF2B5EF4-FFF2-40B4-BE49-F238E27FC236}">
                <a16:creationId xmlns:a16="http://schemas.microsoft.com/office/drawing/2014/main" id="{B0DBCF06-44FE-DA5A-5336-6E54CA88975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0"/>
            <a:ext cx="7886700" cy="1325563"/>
          </a:xfrm>
        </p:spPr>
        <p:txBody>
          <a:bodyPr/>
          <a:lstStyle/>
          <a:p>
            <a:r>
              <a:rPr lang="hu-HU" dirty="0"/>
              <a:t>Előnyök</a:t>
            </a:r>
            <a:endParaRPr lang="en-US" dirty="0"/>
          </a:p>
        </p:txBody>
      </p:sp>
      <p:sp>
        <p:nvSpPr>
          <p:cNvPr id="3" name="Content Placeholder 2"/>
          <p:cNvSpPr>
            <a:spLocks noGrp="1"/>
          </p:cNvSpPr>
          <p:nvPr>
            <p:ph idx="4294967295"/>
          </p:nvPr>
        </p:nvSpPr>
        <p:spPr>
          <a:xfrm>
            <a:off x="0" y="3411538"/>
            <a:ext cx="7886700" cy="4351337"/>
          </a:xfrm>
        </p:spPr>
        <p:txBody>
          <a:bodyPr>
            <a:normAutofit/>
          </a:bodyPr>
          <a:lstStyle/>
          <a:p>
            <a:r>
              <a:rPr lang="hu-HU" sz="3200" dirty="0"/>
              <a:t>Ismétlődő feladatok csökkentése</a:t>
            </a:r>
            <a:endParaRPr lang="en-US" sz="3200" dirty="0"/>
          </a:p>
          <a:p>
            <a:r>
              <a:rPr lang="hu-HU" sz="3200" dirty="0"/>
              <a:t>Jobb újrafelhasználhatóság</a:t>
            </a:r>
            <a:endParaRPr lang="en-US" sz="3200" dirty="0"/>
          </a:p>
          <a:p>
            <a:r>
              <a:rPr lang="hu-HU" sz="3200" dirty="0"/>
              <a:t>Részletes információ a tesztről, tesztelésről</a:t>
            </a:r>
            <a:endParaRPr lang="en-US" sz="3200" dirty="0"/>
          </a:p>
        </p:txBody>
      </p:sp>
      <p:pic>
        <p:nvPicPr>
          <p:cNvPr id="4" name="Picture 3" descr="Logo&#10;&#10;Description automatically generated">
            <a:extLst>
              <a:ext uri="{FF2B5EF4-FFF2-40B4-BE49-F238E27FC236}">
                <a16:creationId xmlns:a16="http://schemas.microsoft.com/office/drawing/2014/main" id="{8BF23131-628C-BF8A-89CB-3E943B1774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
        <p:nvSpPr>
          <p:cNvPr id="5" name="Title 3">
            <a:extLst>
              <a:ext uri="{FF2B5EF4-FFF2-40B4-BE49-F238E27FC236}">
                <a16:creationId xmlns:a16="http://schemas.microsoft.com/office/drawing/2014/main" id="{2ED37EF5-30EF-801C-5A6E-750681AA3747}"/>
              </a:ext>
            </a:extLst>
          </p:cNvPr>
          <p:cNvSpPr txBox="1">
            <a:spLocks/>
          </p:cNvSpPr>
          <p:nvPr/>
        </p:nvSpPr>
        <p:spPr>
          <a:xfrm>
            <a:off x="0" y="223457"/>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hu-HU"/>
              <a:t>Eszközök használatának előnyei / hátrányai</a:t>
            </a:r>
            <a:br>
              <a:rPr lang="hu-HU"/>
            </a:b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7886700" cy="1325563"/>
          </a:xfrm>
        </p:spPr>
        <p:txBody>
          <a:bodyPr/>
          <a:lstStyle/>
          <a:p>
            <a:r>
              <a:rPr lang="hu-HU" dirty="0"/>
              <a:t>Hátrányok / Kockáztok</a:t>
            </a:r>
            <a:endParaRPr lang="en-US" dirty="0"/>
          </a:p>
        </p:txBody>
      </p:sp>
      <p:sp>
        <p:nvSpPr>
          <p:cNvPr id="3" name="Content Placeholder 2"/>
          <p:cNvSpPr>
            <a:spLocks noGrp="1"/>
          </p:cNvSpPr>
          <p:nvPr>
            <p:ph idx="4294967295"/>
          </p:nvPr>
        </p:nvSpPr>
        <p:spPr>
          <a:xfrm>
            <a:off x="0" y="1825625"/>
            <a:ext cx="7886700" cy="4351338"/>
          </a:xfrm>
        </p:spPr>
        <p:txBody>
          <a:bodyPr>
            <a:normAutofit/>
          </a:bodyPr>
          <a:lstStyle/>
          <a:p>
            <a:r>
              <a:rPr lang="hu-HU" sz="3200" dirty="0"/>
              <a:t>Irreális elvárások az eszköztől</a:t>
            </a:r>
            <a:endParaRPr lang="en-US" sz="3200" dirty="0"/>
          </a:p>
          <a:p>
            <a:r>
              <a:rPr lang="hu-HU" sz="3200" dirty="0"/>
              <a:t>Idő, költség, erőforrás alábecslés</a:t>
            </a:r>
            <a:endParaRPr lang="en-US" sz="3200" dirty="0"/>
          </a:p>
          <a:p>
            <a:r>
              <a:rPr lang="hu-HU" sz="3200" dirty="0"/>
              <a:t>Fenntarthatóság alábecslés</a:t>
            </a:r>
            <a:endParaRPr lang="en-US" sz="3200" dirty="0"/>
          </a:p>
          <a:p>
            <a:r>
              <a:rPr lang="hu-HU" sz="3200" dirty="0"/>
              <a:t>Tapasztalat szükséges jó tesztek készítéséhez</a:t>
            </a:r>
            <a:endParaRPr lang="en-US" sz="3200" dirty="0"/>
          </a:p>
          <a:p>
            <a:r>
              <a:rPr lang="hu-HU" sz="3200" dirty="0"/>
              <a:t>Tapasztalat szükséges az eszköz használatához</a:t>
            </a:r>
            <a:endParaRPr lang="en-US" sz="3200" dirty="0"/>
          </a:p>
        </p:txBody>
      </p:sp>
      <p:pic>
        <p:nvPicPr>
          <p:cNvPr id="4" name="Picture 3" descr="Logo&#10;&#10;Description automatically generated">
            <a:extLst>
              <a:ext uri="{FF2B5EF4-FFF2-40B4-BE49-F238E27FC236}">
                <a16:creationId xmlns:a16="http://schemas.microsoft.com/office/drawing/2014/main" id="{F6C44C9E-1438-63B2-BF56-C09927E376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9144000" cy="1325563"/>
          </a:xfrm>
        </p:spPr>
        <p:txBody>
          <a:bodyPr/>
          <a:lstStyle/>
          <a:p>
            <a:pPr algn="ctr"/>
            <a:r>
              <a:rPr lang="hu-HU" dirty="0"/>
              <a:t>ROI – </a:t>
            </a:r>
            <a:r>
              <a:rPr lang="hu-HU" dirty="0" err="1"/>
              <a:t>Return</a:t>
            </a:r>
            <a:r>
              <a:rPr lang="hu-HU" dirty="0"/>
              <a:t> </a:t>
            </a:r>
            <a:r>
              <a:rPr lang="hu-HU" dirty="0" err="1"/>
              <a:t>on</a:t>
            </a:r>
            <a:r>
              <a:rPr lang="hu-HU" dirty="0"/>
              <a:t> </a:t>
            </a:r>
            <a:r>
              <a:rPr lang="hu-HU" dirty="0" err="1"/>
              <a:t>Investment</a:t>
            </a:r>
            <a:r>
              <a:rPr lang="hu-HU" dirty="0"/>
              <a:t> </a:t>
            </a:r>
            <a:endParaRPr lang="en-US" dirty="0"/>
          </a:p>
        </p:txBody>
      </p:sp>
      <p:sp>
        <p:nvSpPr>
          <p:cNvPr id="3" name="Content Placeholder 2"/>
          <p:cNvSpPr>
            <a:spLocks noGrp="1"/>
          </p:cNvSpPr>
          <p:nvPr>
            <p:ph idx="4294967295"/>
          </p:nvPr>
        </p:nvSpPr>
        <p:spPr>
          <a:xfrm>
            <a:off x="0" y="1825625"/>
            <a:ext cx="7886700" cy="4351338"/>
          </a:xfrm>
        </p:spPr>
        <p:txBody>
          <a:bodyPr>
            <a:normAutofit/>
          </a:bodyPr>
          <a:lstStyle/>
          <a:p>
            <a:r>
              <a:rPr lang="hu-HU" sz="3200" dirty="0"/>
              <a:t>Befektetés – megtérülés</a:t>
            </a:r>
          </a:p>
          <a:p>
            <a:r>
              <a:rPr lang="hu-HU" sz="3200" dirty="0"/>
              <a:t>Mérőszámok használata</a:t>
            </a:r>
          </a:p>
          <a:p>
            <a:r>
              <a:rPr lang="hu-HU" sz="3200" dirty="0"/>
              <a:t>Automatizálás hatékonyságának követése</a:t>
            </a:r>
            <a:endParaRPr lang="en-US" sz="3200" dirty="0"/>
          </a:p>
        </p:txBody>
      </p:sp>
      <p:pic>
        <p:nvPicPr>
          <p:cNvPr id="4" name="Picture 3" descr="Logo&#10;&#10;Description automatically generated">
            <a:extLst>
              <a:ext uri="{FF2B5EF4-FFF2-40B4-BE49-F238E27FC236}">
                <a16:creationId xmlns:a16="http://schemas.microsoft.com/office/drawing/2014/main" id="{E530D7CC-438A-4904-30E7-77A5761B17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7886700" cy="1325563"/>
          </a:xfrm>
        </p:spPr>
        <p:txBody>
          <a:bodyPr/>
          <a:lstStyle/>
          <a:p>
            <a:r>
              <a:rPr lang="hu-HU" dirty="0"/>
              <a:t>ROI – Mérőszámok</a:t>
            </a:r>
            <a:endParaRPr lang="en-US" dirty="0"/>
          </a:p>
        </p:txBody>
      </p:sp>
      <p:sp>
        <p:nvSpPr>
          <p:cNvPr id="3" name="Content Placeholder 2"/>
          <p:cNvSpPr>
            <a:spLocks noGrp="1"/>
          </p:cNvSpPr>
          <p:nvPr>
            <p:ph idx="4294967295"/>
          </p:nvPr>
        </p:nvSpPr>
        <p:spPr>
          <a:xfrm>
            <a:off x="0" y="1825625"/>
            <a:ext cx="7886700" cy="4351338"/>
          </a:xfrm>
        </p:spPr>
        <p:txBody>
          <a:bodyPr>
            <a:noAutofit/>
          </a:bodyPr>
          <a:lstStyle/>
          <a:p>
            <a:r>
              <a:rPr lang="hu-HU" sz="3200" dirty="0"/>
              <a:t>Teszt tervezésre fordított idő</a:t>
            </a:r>
          </a:p>
          <a:p>
            <a:r>
              <a:rPr lang="hu-HU" sz="3200" dirty="0"/>
              <a:t>Teszt elkészítésére fordított idő</a:t>
            </a:r>
          </a:p>
          <a:p>
            <a:r>
              <a:rPr lang="hu-HU" sz="3200" dirty="0"/>
              <a:t>Teszt adat készítési idő</a:t>
            </a:r>
          </a:p>
          <a:p>
            <a:r>
              <a:rPr lang="hu-HU" sz="3200" dirty="0"/>
              <a:t>Teszt karbantartására fordított idő</a:t>
            </a:r>
          </a:p>
          <a:p>
            <a:r>
              <a:rPr lang="hu-HU" sz="3200" dirty="0"/>
              <a:t>Teszt végrehajtási idő</a:t>
            </a:r>
          </a:p>
          <a:p>
            <a:r>
              <a:rPr lang="hu-HU" sz="3200" dirty="0"/>
              <a:t>Hányszor hajtódik végre egy tesztelési ciklusban</a:t>
            </a:r>
          </a:p>
          <a:p>
            <a:r>
              <a:rPr lang="hu-HU" sz="3200" dirty="0"/>
              <a:t>Mennyi tesztelési ciklus van</a:t>
            </a:r>
          </a:p>
        </p:txBody>
      </p:sp>
      <p:pic>
        <p:nvPicPr>
          <p:cNvPr id="4" name="Picture 3" descr="Logo&#10;&#10;Description automatically generated">
            <a:extLst>
              <a:ext uri="{FF2B5EF4-FFF2-40B4-BE49-F238E27FC236}">
                <a16:creationId xmlns:a16="http://schemas.microsoft.com/office/drawing/2014/main" id="{C3716966-8A2B-EC5C-DD1E-00C5BAF0EF5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linds(horizontal)">
                                      <p:cBhvr>
                                        <p:cTn id="19" dur="500"/>
                                        <p:tgtEl>
                                          <p:spTgt spid="3">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linds(horizontal)">
                                      <p:cBhvr>
                                        <p:cTn id="22" dur="500"/>
                                        <p:tgtEl>
                                          <p:spTgt spid="3">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blinds(horizontal)">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7886700" cy="1325563"/>
          </a:xfrm>
        </p:spPr>
        <p:txBody>
          <a:bodyPr/>
          <a:lstStyle/>
          <a:p>
            <a:r>
              <a:rPr lang="hu-HU" dirty="0"/>
              <a:t>ROI – Egyszerű példa</a:t>
            </a:r>
            <a:endParaRPr lang="en-US" dirty="0"/>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937775721"/>
              </p:ext>
            </p:extLst>
          </p:nvPr>
        </p:nvGraphicFramePr>
        <p:xfrm>
          <a:off x="0" y="2057400"/>
          <a:ext cx="9051925" cy="4191000"/>
        </p:xfrm>
        <a:graphic>
          <a:graphicData uri="http://schemas.openxmlformats.org/drawingml/2006/table">
            <a:tbl>
              <a:tblPr firstRow="1" bandRow="1">
                <a:tableStyleId>{5C22544A-7EE6-4342-B048-85BDC9FD1C3A}</a:tableStyleId>
              </a:tblPr>
              <a:tblGrid>
                <a:gridCol w="4083622">
                  <a:extLst>
                    <a:ext uri="{9D8B030D-6E8A-4147-A177-3AD203B41FA5}">
                      <a16:colId xmlns:a16="http://schemas.microsoft.com/office/drawing/2014/main" val="20000"/>
                    </a:ext>
                  </a:extLst>
                </a:gridCol>
                <a:gridCol w="2484202">
                  <a:extLst>
                    <a:ext uri="{9D8B030D-6E8A-4147-A177-3AD203B41FA5}">
                      <a16:colId xmlns:a16="http://schemas.microsoft.com/office/drawing/2014/main" val="20001"/>
                    </a:ext>
                  </a:extLst>
                </a:gridCol>
                <a:gridCol w="2484202">
                  <a:extLst>
                    <a:ext uri="{9D8B030D-6E8A-4147-A177-3AD203B41FA5}">
                      <a16:colId xmlns:a16="http://schemas.microsoft.com/office/drawing/2014/main" val="20002"/>
                    </a:ext>
                  </a:extLst>
                </a:gridCol>
              </a:tblGrid>
              <a:tr h="838200">
                <a:tc>
                  <a:txBody>
                    <a:bodyPr/>
                    <a:lstStyle/>
                    <a:p>
                      <a:pPr algn="ctr"/>
                      <a:endParaRPr lang="en-US" sz="2800" dirty="0"/>
                    </a:p>
                  </a:txBody>
                  <a:tcPr anchor="ctr"/>
                </a:tc>
                <a:tc>
                  <a:txBody>
                    <a:bodyPr/>
                    <a:lstStyle/>
                    <a:p>
                      <a:pPr algn="ctr"/>
                      <a:r>
                        <a:rPr lang="hu-HU" sz="2800" dirty="0"/>
                        <a:t>Manuális</a:t>
                      </a:r>
                      <a:endParaRPr lang="en-US" sz="2800" dirty="0"/>
                    </a:p>
                  </a:txBody>
                  <a:tcPr anchor="ctr"/>
                </a:tc>
                <a:tc>
                  <a:txBody>
                    <a:bodyPr/>
                    <a:lstStyle/>
                    <a:p>
                      <a:pPr algn="ctr"/>
                      <a:r>
                        <a:rPr lang="hu-HU" sz="2800" dirty="0"/>
                        <a:t>Automatikus</a:t>
                      </a:r>
                      <a:endParaRPr lang="en-US" sz="2800" dirty="0"/>
                    </a:p>
                  </a:txBody>
                  <a:tcPr anchor="ctr"/>
                </a:tc>
                <a:extLst>
                  <a:ext uri="{0D108BD9-81ED-4DB2-BD59-A6C34878D82A}">
                    <a16:rowId xmlns:a16="http://schemas.microsoft.com/office/drawing/2014/main" val="10000"/>
                  </a:ext>
                </a:extLst>
              </a:tr>
              <a:tr h="838200">
                <a:tc>
                  <a:txBody>
                    <a:bodyPr/>
                    <a:lstStyle/>
                    <a:p>
                      <a:pPr algn="ctr"/>
                      <a:r>
                        <a:rPr lang="hu-HU" sz="2800" dirty="0"/>
                        <a:t>Teszt végrehajtás (perc)</a:t>
                      </a:r>
                      <a:endParaRPr lang="en-US" sz="2800" dirty="0"/>
                    </a:p>
                  </a:txBody>
                  <a:tcPr anchor="ctr"/>
                </a:tc>
                <a:tc>
                  <a:txBody>
                    <a:bodyPr/>
                    <a:lstStyle/>
                    <a:p>
                      <a:pPr algn="ctr"/>
                      <a:r>
                        <a:rPr lang="hu-HU" sz="2800" dirty="0"/>
                        <a:t>8</a:t>
                      </a:r>
                      <a:endParaRPr lang="en-US" sz="2800" dirty="0"/>
                    </a:p>
                  </a:txBody>
                  <a:tcPr anchor="ctr"/>
                </a:tc>
                <a:tc>
                  <a:txBody>
                    <a:bodyPr/>
                    <a:lstStyle/>
                    <a:p>
                      <a:pPr algn="ctr"/>
                      <a:r>
                        <a:rPr lang="hu-HU" sz="2800" dirty="0"/>
                        <a:t>5</a:t>
                      </a:r>
                      <a:endParaRPr lang="en-US" sz="2800" dirty="0"/>
                    </a:p>
                  </a:txBody>
                  <a:tcPr anchor="ctr"/>
                </a:tc>
                <a:extLst>
                  <a:ext uri="{0D108BD9-81ED-4DB2-BD59-A6C34878D82A}">
                    <a16:rowId xmlns:a16="http://schemas.microsoft.com/office/drawing/2014/main" val="10001"/>
                  </a:ext>
                </a:extLst>
              </a:tr>
              <a:tr h="838200">
                <a:tc>
                  <a:txBody>
                    <a:bodyPr/>
                    <a:lstStyle/>
                    <a:p>
                      <a:pPr algn="ctr"/>
                      <a:r>
                        <a:rPr lang="hu-HU" sz="2800" dirty="0"/>
                        <a:t>Tesztek száma</a:t>
                      </a:r>
                      <a:endParaRPr lang="en-US" sz="2800" dirty="0"/>
                    </a:p>
                  </a:txBody>
                  <a:tcPr anchor="ctr"/>
                </a:tc>
                <a:tc>
                  <a:txBody>
                    <a:bodyPr/>
                    <a:lstStyle/>
                    <a:p>
                      <a:pPr algn="ctr"/>
                      <a:r>
                        <a:rPr lang="hu-HU" sz="2800" dirty="0"/>
                        <a:t>10</a:t>
                      </a:r>
                      <a:endParaRPr lang="en-US" sz="2800" dirty="0"/>
                    </a:p>
                  </a:txBody>
                  <a:tcPr anchor="ctr"/>
                </a:tc>
                <a:tc>
                  <a:txBody>
                    <a:bodyPr/>
                    <a:lstStyle/>
                    <a:p>
                      <a:pPr algn="ctr"/>
                      <a:r>
                        <a:rPr lang="hu-HU" sz="2800" dirty="0"/>
                        <a:t>10</a:t>
                      </a:r>
                      <a:endParaRPr lang="en-US" sz="2800" dirty="0"/>
                    </a:p>
                  </a:txBody>
                  <a:tcPr anchor="ctr"/>
                </a:tc>
                <a:extLst>
                  <a:ext uri="{0D108BD9-81ED-4DB2-BD59-A6C34878D82A}">
                    <a16:rowId xmlns:a16="http://schemas.microsoft.com/office/drawing/2014/main" val="10002"/>
                  </a:ext>
                </a:extLst>
              </a:tr>
              <a:tr h="838200">
                <a:tc>
                  <a:txBody>
                    <a:bodyPr/>
                    <a:lstStyle/>
                    <a:p>
                      <a:pPr algn="ctr"/>
                      <a:r>
                        <a:rPr lang="hu-HU" sz="2800" dirty="0"/>
                        <a:t>Egyéb idő (perc)</a:t>
                      </a:r>
                      <a:endParaRPr lang="en-US" sz="2800" dirty="0"/>
                    </a:p>
                  </a:txBody>
                  <a:tcPr anchor="ctr"/>
                </a:tc>
                <a:tc>
                  <a:txBody>
                    <a:bodyPr/>
                    <a:lstStyle/>
                    <a:p>
                      <a:pPr algn="ctr"/>
                      <a:r>
                        <a:rPr lang="hu-HU" sz="2800" dirty="0"/>
                        <a:t>30</a:t>
                      </a:r>
                      <a:endParaRPr lang="en-US" sz="2800" dirty="0"/>
                    </a:p>
                  </a:txBody>
                  <a:tcPr anchor="ctr"/>
                </a:tc>
                <a:tc>
                  <a:txBody>
                    <a:bodyPr/>
                    <a:lstStyle/>
                    <a:p>
                      <a:pPr algn="ctr"/>
                      <a:r>
                        <a:rPr lang="hu-HU" sz="2800" dirty="0"/>
                        <a:t>7</a:t>
                      </a:r>
                      <a:endParaRPr lang="en-US" sz="2800" dirty="0"/>
                    </a:p>
                  </a:txBody>
                  <a:tcPr anchor="ctr"/>
                </a:tc>
                <a:extLst>
                  <a:ext uri="{0D108BD9-81ED-4DB2-BD59-A6C34878D82A}">
                    <a16:rowId xmlns:a16="http://schemas.microsoft.com/office/drawing/2014/main" val="10003"/>
                  </a:ext>
                </a:extLst>
              </a:tr>
              <a:tr h="838200">
                <a:tc>
                  <a:txBody>
                    <a:bodyPr/>
                    <a:lstStyle/>
                    <a:p>
                      <a:pPr algn="ctr"/>
                      <a:r>
                        <a:rPr lang="hu-HU" sz="2800" dirty="0"/>
                        <a:t>Összesen (perc)</a:t>
                      </a:r>
                      <a:endParaRPr lang="en-US" sz="2800" dirty="0"/>
                    </a:p>
                  </a:txBody>
                  <a:tcPr anchor="ctr"/>
                </a:tc>
                <a:tc>
                  <a:txBody>
                    <a:bodyPr/>
                    <a:lstStyle/>
                    <a:p>
                      <a:pPr algn="ctr"/>
                      <a:r>
                        <a:rPr lang="hu-HU" sz="2800" dirty="0"/>
                        <a:t>110</a:t>
                      </a:r>
                      <a:endParaRPr lang="en-US" sz="2800" dirty="0"/>
                    </a:p>
                  </a:txBody>
                  <a:tcPr anchor="ctr"/>
                </a:tc>
                <a:tc>
                  <a:txBody>
                    <a:bodyPr/>
                    <a:lstStyle/>
                    <a:p>
                      <a:pPr algn="ctr"/>
                      <a:r>
                        <a:rPr lang="hu-HU" sz="2800" dirty="0"/>
                        <a:t>57</a:t>
                      </a:r>
                      <a:endParaRPr lang="en-US" sz="2800" dirty="0"/>
                    </a:p>
                  </a:txBody>
                  <a:tcPr anchor="ctr"/>
                </a:tc>
                <a:extLst>
                  <a:ext uri="{0D108BD9-81ED-4DB2-BD59-A6C34878D82A}">
                    <a16:rowId xmlns:a16="http://schemas.microsoft.com/office/drawing/2014/main" val="10004"/>
                  </a:ext>
                </a:extLst>
              </a:tr>
            </a:tbl>
          </a:graphicData>
        </a:graphic>
      </p:graphicFrame>
      <p:pic>
        <p:nvPicPr>
          <p:cNvPr id="3" name="Picture 2" descr="Logo&#10;&#10;Description automatically generated">
            <a:extLst>
              <a:ext uri="{FF2B5EF4-FFF2-40B4-BE49-F238E27FC236}">
                <a16:creationId xmlns:a16="http://schemas.microsoft.com/office/drawing/2014/main" id="{455B377D-07A5-E2C9-E795-E5F86BF8F2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7772400" cy="1600200"/>
          </a:xfrm>
        </p:spPr>
        <p:txBody>
          <a:bodyPr/>
          <a:lstStyle/>
          <a:p>
            <a:r>
              <a:rPr lang="hu-HU" dirty="0"/>
              <a:t>ROI</a:t>
            </a:r>
            <a:endParaRPr lang="en-US" dirty="0"/>
          </a:p>
        </p:txBody>
      </p:sp>
      <p:graphicFrame>
        <p:nvGraphicFramePr>
          <p:cNvPr id="4" name="Chart 3"/>
          <p:cNvGraphicFramePr>
            <a:graphicFrameLocks/>
          </p:cNvGraphicFramePr>
          <p:nvPr/>
        </p:nvGraphicFramePr>
        <p:xfrm>
          <a:off x="0" y="1066800"/>
          <a:ext cx="9144001" cy="5791200"/>
        </p:xfrm>
        <a:graphic>
          <a:graphicData uri="http://schemas.openxmlformats.org/drawingml/2006/chart">
            <c:chart xmlns:c="http://schemas.openxmlformats.org/drawingml/2006/chart" xmlns:r="http://schemas.openxmlformats.org/officeDocument/2006/relationships" r:id="rId2"/>
          </a:graphicData>
        </a:graphic>
      </p:graphicFrame>
      <p:pic>
        <p:nvPicPr>
          <p:cNvPr id="3" name="Picture 2" descr="Logo&#10;&#10;Description automatically generated">
            <a:extLst>
              <a:ext uri="{FF2B5EF4-FFF2-40B4-BE49-F238E27FC236}">
                <a16:creationId xmlns:a16="http://schemas.microsoft.com/office/drawing/2014/main" id="{577938DD-C4D4-4ADA-8CFC-0D836515D5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2765425"/>
            <a:ext cx="9144000" cy="1325563"/>
          </a:xfrm>
        </p:spPr>
        <p:txBody>
          <a:bodyPr/>
          <a:lstStyle/>
          <a:p>
            <a:pPr algn="ctr"/>
            <a:r>
              <a:rPr lang="hu-HU" dirty="0"/>
              <a:t>Kérdések</a:t>
            </a:r>
            <a:r>
              <a:rPr lang="en-US" dirty="0"/>
              <a:t>?</a:t>
            </a:r>
          </a:p>
        </p:txBody>
      </p:sp>
      <p:pic>
        <p:nvPicPr>
          <p:cNvPr id="2" name="Picture 1" descr="Logo&#10;&#10;Description automatically generated">
            <a:extLst>
              <a:ext uri="{FF2B5EF4-FFF2-40B4-BE49-F238E27FC236}">
                <a16:creationId xmlns:a16="http://schemas.microsoft.com/office/drawing/2014/main" id="{8872CC78-0E8B-D8B8-DB36-FCF8C04DBF6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CC015-4445-8DCB-F696-84FF6E76530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FE33E2-3F6B-8977-BD71-232612A0A8DC}"/>
              </a:ext>
            </a:extLst>
          </p:cNvPr>
          <p:cNvSpPr>
            <a:spLocks noGrp="1"/>
          </p:cNvSpPr>
          <p:nvPr>
            <p:ph type="title" idx="4294967295"/>
          </p:nvPr>
        </p:nvSpPr>
        <p:spPr>
          <a:xfrm>
            <a:off x="0" y="2765425"/>
            <a:ext cx="9144000" cy="1325563"/>
          </a:xfrm>
        </p:spPr>
        <p:txBody>
          <a:bodyPr/>
          <a:lstStyle/>
          <a:p>
            <a:pPr algn="ctr"/>
            <a:r>
              <a:rPr lang="hu-HU" dirty="0"/>
              <a:t>Köszönöm a figyelmet!</a:t>
            </a:r>
            <a:endParaRPr lang="en-US" dirty="0"/>
          </a:p>
        </p:txBody>
      </p:sp>
      <p:pic>
        <p:nvPicPr>
          <p:cNvPr id="2" name="Picture 1" descr="Logo&#10;&#10;Description automatically generated">
            <a:extLst>
              <a:ext uri="{FF2B5EF4-FFF2-40B4-BE49-F238E27FC236}">
                <a16:creationId xmlns:a16="http://schemas.microsoft.com/office/drawing/2014/main" id="{14C0C421-20AA-129B-CC7E-A00B5D6D09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3" y="152400"/>
            <a:ext cx="557213" cy="196238"/>
          </a:xfrm>
          <a:prstGeom prst="rect">
            <a:avLst/>
          </a:prstGeom>
        </p:spPr>
      </p:pic>
    </p:spTree>
    <p:extLst>
      <p:ext uri="{BB962C8B-B14F-4D97-AF65-F5344CB8AC3E}">
        <p14:creationId xmlns:p14="http://schemas.microsoft.com/office/powerpoint/2010/main" val="673636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vers">
  <a:themeElements>
    <a:clrScheme name="Custom 6">
      <a:dk1>
        <a:srgbClr val="222222"/>
      </a:dk1>
      <a:lt1>
        <a:srgbClr val="FFFFFF"/>
      </a:lt1>
      <a:dk2>
        <a:srgbClr val="464547"/>
      </a:dk2>
      <a:lt2>
        <a:srgbClr val="CCCCCC"/>
      </a:lt2>
      <a:accent1>
        <a:srgbClr val="464547"/>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740A320D-646C-4C12-89B1-0B127236B0F7}"/>
    </a:ext>
  </a:extLst>
</a:theme>
</file>

<file path=ppt/theme/theme3.xml><?xml version="1.0" encoding="utf-8"?>
<a:theme xmlns:a="http://schemas.openxmlformats.org/drawingml/2006/main" name="Office-té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81ee9c2e-6268-45a0-bd0a-c80bd3a55b67" xsi:nil="true"/>
    <lcf76f155ced4ddcb4097134ff3c332f xmlns="a0dd759c-32c4-4035-bc4d-98911fa752e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kumentum" ma:contentTypeID="0x0101002FCA334FE686704CAC98A9E3E69BAA5C" ma:contentTypeVersion="10" ma:contentTypeDescription="Új dokumentum létrehozása." ma:contentTypeScope="" ma:versionID="c37b7406566599909dcaa1f0bfa6157e">
  <xsd:schema xmlns:xsd="http://www.w3.org/2001/XMLSchema" xmlns:xs="http://www.w3.org/2001/XMLSchema" xmlns:p="http://schemas.microsoft.com/office/2006/metadata/properties" xmlns:ns2="a0dd759c-32c4-4035-bc4d-98911fa752ec" xmlns:ns3="81ee9c2e-6268-45a0-bd0a-c80bd3a55b67" targetNamespace="http://schemas.microsoft.com/office/2006/metadata/properties" ma:root="true" ma:fieldsID="e24624d1ff903cbd973f140a8f1845f6" ns2:_="" ns3:_="">
    <xsd:import namespace="a0dd759c-32c4-4035-bc4d-98911fa752ec"/>
    <xsd:import namespace="81ee9c2e-6268-45a0-bd0a-c80bd3a55b6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dd759c-32c4-4035-bc4d-98911fa75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Képcímkék" ma:readOnly="false" ma:fieldId="{5cf76f15-5ced-4ddc-b409-7134ff3c332f}" ma:taxonomyMulti="true" ma:sspId="05e7e27f-e892-4f83-94e1-90b55e231c05"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1ee9c2e-6268-45a0-bd0a-c80bd3a55b6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fa8c420-a9fc-42be-9aed-b6ca13ba4a74}" ma:internalName="TaxCatchAll" ma:showField="CatchAllData" ma:web="81ee9c2e-6268-45a0-bd0a-c80bd3a55b6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artalomtípus"/>
        <xsd:element ref="dc:title" minOccurs="0" maxOccurs="1" ma:index="4" ma:displayName="Cím"/>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26E941-656F-4C41-884B-A1E3589A3607}">
  <ds:schemaRefs>
    <ds:schemaRef ds:uri="http://schemas.microsoft.com/sharepoint/v3/contenttype/forms"/>
  </ds:schemaRefs>
</ds:datastoreItem>
</file>

<file path=customXml/itemProps2.xml><?xml version="1.0" encoding="utf-8"?>
<ds:datastoreItem xmlns:ds="http://schemas.openxmlformats.org/officeDocument/2006/customXml" ds:itemID="{FFC80678-342C-4371-9B5E-E4C107DBF96B}">
  <ds:schemaRefs>
    <ds:schemaRef ds:uri="http://schemas.microsoft.com/office/2006/metadata/properties"/>
    <ds:schemaRef ds:uri="http://schemas.microsoft.com/office/infopath/2007/PartnerControls"/>
    <ds:schemaRef ds:uri="ba7f2db4-a52b-4d74-9216-ebf707ef889e"/>
    <ds:schemaRef ds:uri="11a5dca0-3636-42de-813f-044b243ee258"/>
  </ds:schemaRefs>
</ds:datastoreItem>
</file>

<file path=customXml/itemProps3.xml><?xml version="1.0" encoding="utf-8"?>
<ds:datastoreItem xmlns:ds="http://schemas.openxmlformats.org/officeDocument/2006/customXml" ds:itemID="{AC4E398C-A5CD-43E4-B2E7-F710FCC06EFE}"/>
</file>

<file path=docProps/app.xml><?xml version="1.0" encoding="utf-8"?>
<Properties xmlns="http://schemas.openxmlformats.org/officeDocument/2006/extended-properties" xmlns:vt="http://schemas.openxmlformats.org/officeDocument/2006/docPropsVTypes">
  <Template/>
  <TotalTime>12225</TotalTime>
  <Words>1418</Words>
  <Application>Microsoft Office PowerPoint</Application>
  <PresentationFormat>On-screen Show (4:3)</PresentationFormat>
  <Paragraphs>322</Paragraphs>
  <Slides>50</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50</vt:i4>
      </vt:variant>
    </vt:vector>
  </HeadingPairs>
  <TitlesOfParts>
    <vt:vector size="55" baseType="lpstr">
      <vt:lpstr>Arial</vt:lpstr>
      <vt:lpstr>Calibri</vt:lpstr>
      <vt:lpstr>Calibri Light</vt:lpstr>
      <vt:lpstr>Office Theme</vt:lpstr>
      <vt:lpstr>Covers</vt:lpstr>
      <vt:lpstr>Test automation  </vt:lpstr>
      <vt:lpstr>PowerPoint Presentation</vt:lpstr>
      <vt:lpstr>PowerPoint Presentation</vt:lpstr>
      <vt:lpstr>PowerPoint Presentation</vt:lpstr>
      <vt:lpstr>PowerPoint Presentation</vt:lpstr>
      <vt:lpstr>PowerPoint Presentation</vt:lpstr>
      <vt:lpstr>PowerPoint Presentation</vt:lpstr>
      <vt:lpstr>Load teszt</vt:lpstr>
      <vt:lpstr>Volume teszt</vt:lpstr>
      <vt:lpstr>Stress teszt</vt:lpstr>
      <vt:lpstr>Automatizált szoftver tesztelés - érvek</vt:lpstr>
      <vt:lpstr>Automatizált szoftver tesztelés</vt:lpstr>
      <vt:lpstr>Automatizált szoftver tesztelés – Miért nem egyszerű?</vt:lpstr>
      <vt:lpstr>Automatizált szoftver tesztelés – Területek</vt:lpstr>
      <vt:lpstr>Automatizált szoftver tesztelés – Mikor nem javasolt?</vt:lpstr>
      <vt:lpstr>Automatizált szoftver tesztelés – Mikor lehet használni?</vt:lpstr>
      <vt:lpstr>Keretrendszer - Framework</vt:lpstr>
      <vt:lpstr>Automatizált szoftver tesztelés – Különböző szintek lehetségesek</vt:lpstr>
      <vt:lpstr>Lineáris automatizálás</vt:lpstr>
      <vt:lpstr>Lineáris automatizálás</vt:lpstr>
      <vt:lpstr>Lineáris automatizálás</vt:lpstr>
      <vt:lpstr>Funkcionális dekompozíció</vt:lpstr>
      <vt:lpstr>Funkcionális dekompozíció</vt:lpstr>
      <vt:lpstr>Funkcionális dekompozíció</vt:lpstr>
      <vt:lpstr>Funkcionális dekompozíció</vt:lpstr>
      <vt:lpstr>Adatvezérelt automatizálás</vt:lpstr>
      <vt:lpstr>Adatvezérelt automatizálás</vt:lpstr>
      <vt:lpstr>Adatvezérelt automatizálás</vt:lpstr>
      <vt:lpstr>Adatvezérelt automatizálás</vt:lpstr>
      <vt:lpstr>Adatvezérelt – Funkcionális dekompozíció</vt:lpstr>
      <vt:lpstr>Kulcsszó alapú automatizálás</vt:lpstr>
      <vt:lpstr>Kulcsszó alapú automatizálás</vt:lpstr>
      <vt:lpstr>Kulcsszó alapú automatizálás</vt:lpstr>
      <vt:lpstr>Kulcsszó alapú automatizálás</vt:lpstr>
      <vt:lpstr>Kulcsszó alapú automatizálás</vt:lpstr>
      <vt:lpstr>Automatizált szoftver tesztelés – Eszköz tulajdonságok</vt:lpstr>
      <vt:lpstr>Automatizált szoftver tesztelés - Felvétel &amp; Visszajátszás</vt:lpstr>
      <vt:lpstr>Automatizált szoftver tesztelés - Objektumok tárolása</vt:lpstr>
      <vt:lpstr>Automatizált szoftver tesztelés - Naplózás</vt:lpstr>
      <vt:lpstr>Automatizált szoftver tesztelés – Kulcsszó/Adat/funkcionális alapú</vt:lpstr>
      <vt:lpstr>Automatizált szoftver tesztelés</vt:lpstr>
      <vt:lpstr>Manuális vs. Automatikus</vt:lpstr>
      <vt:lpstr>Előnyök</vt:lpstr>
      <vt:lpstr>Hátrányok / Kockáztok</vt:lpstr>
      <vt:lpstr>ROI – Return on Investment </vt:lpstr>
      <vt:lpstr>ROI – Mérőszámok</vt:lpstr>
      <vt:lpstr>ROI – Egyszerű példa</vt:lpstr>
      <vt:lpstr>ROI</vt:lpstr>
      <vt:lpstr>Kérdések?</vt:lpstr>
      <vt:lpstr>Köszönöm a figyelmet!</vt:lpstr>
    </vt:vector>
  </TitlesOfParts>
  <Company>National Instruments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hukundrz</dc:creator>
  <cp:lastModifiedBy>Attila Jakubat</cp:lastModifiedBy>
  <cp:revision>258</cp:revision>
  <dcterms:created xsi:type="dcterms:W3CDTF">2013-11-18T13:39:59Z</dcterms:created>
  <dcterms:modified xsi:type="dcterms:W3CDTF">2025-11-11T13:47:16Z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0x0101002FCA334FE686704CAC98A9E3E69BAA5C</vt:lpwstr>
  </property>
  <property fmtid="{D5CDD505-2E9C-101B-9397-08002B2CF9AE}" pid="3" name="MediaServiceImageTags">
    <vt:lpwstr/>
  </property>
</Properties>
</file>