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3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zhalika Levandouskaya" initials="AL" lastIdx="43" clrIdx="0">
    <p:extLst>
      <p:ext uri="{19B8F6BF-5375-455C-9EA6-DF929625EA0E}">
        <p15:presenceInfo xmlns:p15="http://schemas.microsoft.com/office/powerpoint/2012/main" userId="S::Anzhalika_Levandouskaya@epam.com::92adfee3-e19f-494c-b48e-2a057e813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4"/>
    <p:restoredTop sz="94694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go Mate Nagy" userId="50c123ed-a22e-4b33-ab4b-449c0c9a5939" providerId="ADAL" clId="{736427BD-67F7-4D0F-A143-CE9C38EA2CFD}"/>
    <pc:docChg chg="modSld">
      <pc:chgData name="Gergo Mate Nagy" userId="50c123ed-a22e-4b33-ab4b-449c0c9a5939" providerId="ADAL" clId="{736427BD-67F7-4D0F-A143-CE9C38EA2CFD}" dt="2022-11-07T14:49:05.860" v="8" actId="20577"/>
      <pc:docMkLst>
        <pc:docMk/>
      </pc:docMkLst>
      <pc:sldChg chg="modSp mod">
        <pc:chgData name="Gergo Mate Nagy" userId="50c123ed-a22e-4b33-ab4b-449c0c9a5939" providerId="ADAL" clId="{736427BD-67F7-4D0F-A143-CE9C38EA2CFD}" dt="2022-11-07T14:49:05.860" v="8" actId="20577"/>
        <pc:sldMkLst>
          <pc:docMk/>
          <pc:sldMk cId="3591971344" sldId="256"/>
        </pc:sldMkLst>
        <pc:spChg chg="mod">
          <ac:chgData name="Gergo Mate Nagy" userId="50c123ed-a22e-4b33-ab4b-449c0c9a5939" providerId="ADAL" clId="{736427BD-67F7-4D0F-A143-CE9C38EA2CFD}" dt="2022-11-07T14:49:05.860" v="8" actId="20577"/>
          <ac:spMkLst>
            <pc:docMk/>
            <pc:sldMk cId="3591971344" sldId="256"/>
            <ac:spMk id="4" creationId="{022A8A66-7877-3B41-B6B6-945CAC5423E0}"/>
          </ac:spMkLst>
        </pc:spChg>
      </pc:sldChg>
      <pc:sldChg chg="modSp mod">
        <pc:chgData name="Gergo Mate Nagy" userId="50c123ed-a22e-4b33-ab4b-449c0c9a5939" providerId="ADAL" clId="{736427BD-67F7-4D0F-A143-CE9C38EA2CFD}" dt="2022-11-04T10:07:17.833" v="6" actId="20577"/>
        <pc:sldMkLst>
          <pc:docMk/>
          <pc:sldMk cId="2107964824" sldId="257"/>
        </pc:sldMkLst>
        <pc:spChg chg="mod">
          <ac:chgData name="Gergo Mate Nagy" userId="50c123ed-a22e-4b33-ab4b-449c0c9a5939" providerId="ADAL" clId="{736427BD-67F7-4D0F-A143-CE9C38EA2CFD}" dt="2022-11-04T10:07:17.833" v="6" actId="20577"/>
          <ac:spMkLst>
            <pc:docMk/>
            <pc:sldMk cId="2107964824" sldId="257"/>
            <ac:spMk id="12" creationId="{60238C41-3B17-4DB6-AA81-A4E3FBE061CC}"/>
          </ac:spMkLst>
        </pc:spChg>
      </pc:sldChg>
    </pc:docChg>
  </pc:docChgLst>
  <pc:docChgLst>
    <pc:chgData name="Gergo Mate Nagy" userId="50c123ed-a22e-4b33-ab4b-449c0c9a5939" providerId="ADAL" clId="{A2C4BDDE-AF73-438C-A51F-6204654A3FBB}"/>
    <pc:docChg chg="undo custSel addSld modSld sldOrd">
      <pc:chgData name="Gergo Mate Nagy" userId="50c123ed-a22e-4b33-ab4b-449c0c9a5939" providerId="ADAL" clId="{A2C4BDDE-AF73-438C-A51F-6204654A3FBB}" dt="2021-09-13T12:29:56.479" v="781" actId="20577"/>
      <pc:docMkLst>
        <pc:docMk/>
      </pc:docMkLst>
      <pc:sldChg chg="addSp delSp modSp mod">
        <pc:chgData name="Gergo Mate Nagy" userId="50c123ed-a22e-4b33-ab4b-449c0c9a5939" providerId="ADAL" clId="{A2C4BDDE-AF73-438C-A51F-6204654A3FBB}" dt="2021-09-10T12:24:43.025" v="59" actId="478"/>
        <pc:sldMkLst>
          <pc:docMk/>
          <pc:sldMk cId="3591971344" sldId="256"/>
        </pc:sldMkLst>
        <pc:spChg chg="mod">
          <ac:chgData name="Gergo Mate Nagy" userId="50c123ed-a22e-4b33-ab4b-449c0c9a5939" providerId="ADAL" clId="{A2C4BDDE-AF73-438C-A51F-6204654A3FBB}" dt="2021-09-10T12:24:18.182" v="30" actId="20577"/>
          <ac:spMkLst>
            <pc:docMk/>
            <pc:sldMk cId="3591971344" sldId="256"/>
            <ac:spMk id="2" creationId="{CA3BB777-E3A7-3349-B820-C2E473EC54E8}"/>
          </ac:spMkLst>
        </pc:spChg>
        <pc:spChg chg="del mod">
          <ac:chgData name="Gergo Mate Nagy" userId="50c123ed-a22e-4b33-ab4b-449c0c9a5939" providerId="ADAL" clId="{A2C4BDDE-AF73-438C-A51F-6204654A3FBB}" dt="2021-09-10T12:24:43.025" v="59" actId="478"/>
          <ac:spMkLst>
            <pc:docMk/>
            <pc:sldMk cId="3591971344" sldId="256"/>
            <ac:spMk id="3" creationId="{887DE665-95EF-7C44-9386-81441B656B3A}"/>
          </ac:spMkLst>
        </pc:spChg>
        <pc:spChg chg="add mod">
          <ac:chgData name="Gergo Mate Nagy" userId="50c123ed-a22e-4b33-ab4b-449c0c9a5939" providerId="ADAL" clId="{A2C4BDDE-AF73-438C-A51F-6204654A3FBB}" dt="2021-09-10T12:24:43.025" v="59" actId="478"/>
          <ac:spMkLst>
            <pc:docMk/>
            <pc:sldMk cId="3591971344" sldId="256"/>
            <ac:spMk id="6" creationId="{B5FBCC22-1AF2-4372-8EE2-2B9F91FEDD20}"/>
          </ac:spMkLst>
        </pc:spChg>
      </pc:sldChg>
      <pc:sldChg chg="addSp delSp modSp new mod">
        <pc:chgData name="Gergo Mate Nagy" userId="50c123ed-a22e-4b33-ab4b-449c0c9a5939" providerId="ADAL" clId="{A2C4BDDE-AF73-438C-A51F-6204654A3FBB}" dt="2021-09-10T12:26:30.196" v="150" actId="20577"/>
        <pc:sldMkLst>
          <pc:docMk/>
          <pc:sldMk cId="2107964824" sldId="257"/>
        </pc:sldMkLst>
        <pc:spChg chg="del">
          <ac:chgData name="Gergo Mate Nagy" userId="50c123ed-a22e-4b33-ab4b-449c0c9a5939" providerId="ADAL" clId="{A2C4BDDE-AF73-438C-A51F-6204654A3FBB}" dt="2021-09-10T12:25:44.866" v="64" actId="26606"/>
          <ac:spMkLst>
            <pc:docMk/>
            <pc:sldMk cId="2107964824" sldId="257"/>
            <ac:spMk id="2" creationId="{81F3C31A-8437-4B2C-811E-B9EED210D93B}"/>
          </ac:spMkLst>
        </pc:spChg>
        <pc:spChg chg="del">
          <ac:chgData name="Gergo Mate Nagy" userId="50c123ed-a22e-4b33-ab4b-449c0c9a5939" providerId="ADAL" clId="{A2C4BDDE-AF73-438C-A51F-6204654A3FBB}" dt="2021-09-10T12:25:44.866" v="64" actId="26606"/>
          <ac:spMkLst>
            <pc:docMk/>
            <pc:sldMk cId="2107964824" sldId="257"/>
            <ac:spMk id="3" creationId="{3900E53E-F9AB-4311-9A1C-D8D4402DA31B}"/>
          </ac:spMkLst>
        </pc:spChg>
        <pc:spChg chg="del">
          <ac:chgData name="Gergo Mate Nagy" userId="50c123ed-a22e-4b33-ab4b-449c0c9a5939" providerId="ADAL" clId="{A2C4BDDE-AF73-438C-A51F-6204654A3FBB}" dt="2021-09-10T12:25:34.803" v="61" actId="931"/>
          <ac:spMkLst>
            <pc:docMk/>
            <pc:sldMk cId="2107964824" sldId="257"/>
            <ac:spMk id="4" creationId="{DCA8C601-A6ED-435A-8406-16D09F36D28D}"/>
          </ac:spMkLst>
        </pc:spChg>
        <pc:spChg chg="del">
          <ac:chgData name="Gergo Mate Nagy" userId="50c123ed-a22e-4b33-ab4b-449c0c9a5939" providerId="ADAL" clId="{A2C4BDDE-AF73-438C-A51F-6204654A3FBB}" dt="2021-09-10T12:25:44.866" v="64" actId="26606"/>
          <ac:spMkLst>
            <pc:docMk/>
            <pc:sldMk cId="2107964824" sldId="257"/>
            <ac:spMk id="5" creationId="{CD37F3EE-8883-4D6C-9816-BEDC7252876C}"/>
          </ac:spMkLst>
        </pc:spChg>
        <pc:spChg chg="add mod">
          <ac:chgData name="Gergo Mate Nagy" userId="50c123ed-a22e-4b33-ab4b-449c0c9a5939" providerId="ADAL" clId="{A2C4BDDE-AF73-438C-A51F-6204654A3FBB}" dt="2021-09-10T12:26:20.211" v="126" actId="20577"/>
          <ac:spMkLst>
            <pc:docMk/>
            <pc:sldMk cId="2107964824" sldId="257"/>
            <ac:spMk id="12" creationId="{60238C41-3B17-4DB6-AA81-A4E3FBE061CC}"/>
          </ac:spMkLst>
        </pc:spChg>
        <pc:spChg chg="add mod">
          <ac:chgData name="Gergo Mate Nagy" userId="50c123ed-a22e-4b33-ab4b-449c0c9a5939" providerId="ADAL" clId="{A2C4BDDE-AF73-438C-A51F-6204654A3FBB}" dt="2021-09-10T12:26:30.196" v="150" actId="20577"/>
          <ac:spMkLst>
            <pc:docMk/>
            <pc:sldMk cId="2107964824" sldId="257"/>
            <ac:spMk id="14" creationId="{DC09B568-59B8-419D-8569-7887A3212A10}"/>
          </ac:spMkLst>
        </pc:spChg>
        <pc:spChg chg="add mod">
          <ac:chgData name="Gergo Mate Nagy" userId="50c123ed-a22e-4b33-ab4b-449c0c9a5939" providerId="ADAL" clId="{A2C4BDDE-AF73-438C-A51F-6204654A3FBB}" dt="2021-09-10T12:25:59.656" v="79" actId="20577"/>
          <ac:spMkLst>
            <pc:docMk/>
            <pc:sldMk cId="2107964824" sldId="257"/>
            <ac:spMk id="16" creationId="{43D717D1-7B09-49AC-A254-6C20BABE117B}"/>
          </ac:spMkLst>
        </pc:spChg>
        <pc:picChg chg="add mod">
          <ac:chgData name="Gergo Mate Nagy" userId="50c123ed-a22e-4b33-ab4b-449c0c9a5939" providerId="ADAL" clId="{A2C4BDDE-AF73-438C-A51F-6204654A3FBB}" dt="2021-09-10T12:25:44.866" v="64" actId="26606"/>
          <ac:picMkLst>
            <pc:docMk/>
            <pc:sldMk cId="2107964824" sldId="257"/>
            <ac:picMk id="7" creationId="{1AED3143-E27B-477C-B6F3-DAC4509C6331}"/>
          </ac:picMkLst>
        </pc:picChg>
      </pc:sldChg>
      <pc:sldChg chg="addSp delSp modSp new mod modClrScheme chgLayout">
        <pc:chgData name="Gergo Mate Nagy" userId="50c123ed-a22e-4b33-ab4b-449c0c9a5939" providerId="ADAL" clId="{A2C4BDDE-AF73-438C-A51F-6204654A3FBB}" dt="2021-09-10T12:27:33.711" v="163" actId="700"/>
        <pc:sldMkLst>
          <pc:docMk/>
          <pc:sldMk cId="1984228980" sldId="258"/>
        </pc:sldMkLst>
        <pc:spChg chg="del">
          <ac:chgData name="Gergo Mate Nagy" userId="50c123ed-a22e-4b33-ab4b-449c0c9a5939" providerId="ADAL" clId="{A2C4BDDE-AF73-438C-A51F-6204654A3FBB}" dt="2021-09-10T12:27:33.711" v="163" actId="700"/>
          <ac:spMkLst>
            <pc:docMk/>
            <pc:sldMk cId="1984228980" sldId="258"/>
            <ac:spMk id="2" creationId="{4AEC910F-2A6E-476A-9B7C-08DDE6AA8B96}"/>
          </ac:spMkLst>
        </pc:spChg>
        <pc:spChg chg="del mod ord">
          <ac:chgData name="Gergo Mate Nagy" userId="50c123ed-a22e-4b33-ab4b-449c0c9a5939" providerId="ADAL" clId="{A2C4BDDE-AF73-438C-A51F-6204654A3FBB}" dt="2021-09-10T12:27:33.711" v="163" actId="700"/>
          <ac:spMkLst>
            <pc:docMk/>
            <pc:sldMk cId="1984228980" sldId="258"/>
            <ac:spMk id="3" creationId="{18C358D5-F2C3-4E71-B22C-5E66FE6CFEAB}"/>
          </ac:spMkLst>
        </pc:spChg>
        <pc:spChg chg="del">
          <ac:chgData name="Gergo Mate Nagy" userId="50c123ed-a22e-4b33-ab4b-449c0c9a5939" providerId="ADAL" clId="{A2C4BDDE-AF73-438C-A51F-6204654A3FBB}" dt="2021-09-10T12:27:33.711" v="163" actId="700"/>
          <ac:spMkLst>
            <pc:docMk/>
            <pc:sldMk cId="1984228980" sldId="258"/>
            <ac:spMk id="4" creationId="{E7E10642-C4DF-429D-89BB-024889B1D9C6}"/>
          </ac:spMkLst>
        </pc:spChg>
        <pc:spChg chg="mod ord">
          <ac:chgData name="Gergo Mate Nagy" userId="50c123ed-a22e-4b33-ab4b-449c0c9a5939" providerId="ADAL" clId="{A2C4BDDE-AF73-438C-A51F-6204654A3FBB}" dt="2021-09-10T12:27:33.711" v="163" actId="700"/>
          <ac:spMkLst>
            <pc:docMk/>
            <pc:sldMk cId="1984228980" sldId="258"/>
            <ac:spMk id="5" creationId="{2C9B6308-B7D6-4B7D-B992-558446586E4C}"/>
          </ac:spMkLst>
        </pc:spChg>
        <pc:spChg chg="add mod ord">
          <ac:chgData name="Gergo Mate Nagy" userId="50c123ed-a22e-4b33-ab4b-449c0c9a5939" providerId="ADAL" clId="{A2C4BDDE-AF73-438C-A51F-6204654A3FBB}" dt="2021-09-10T12:27:33.711" v="163" actId="700"/>
          <ac:spMkLst>
            <pc:docMk/>
            <pc:sldMk cId="1984228980" sldId="258"/>
            <ac:spMk id="6" creationId="{AB6F95B2-000B-4555-9829-D5984310A1A1}"/>
          </ac:spMkLst>
        </pc:spChg>
      </pc:sldChg>
      <pc:sldChg chg="addSp delSp modSp new mod modClrScheme chgLayout">
        <pc:chgData name="Gergo Mate Nagy" userId="50c123ed-a22e-4b33-ab4b-449c0c9a5939" providerId="ADAL" clId="{A2C4BDDE-AF73-438C-A51F-6204654A3FBB}" dt="2021-09-10T12:37:26.549" v="277" actId="255"/>
        <pc:sldMkLst>
          <pc:docMk/>
          <pc:sldMk cId="1025165332" sldId="259"/>
        </pc:sldMkLst>
        <pc:spChg chg="add del mod ord">
          <ac:chgData name="Gergo Mate Nagy" userId="50c123ed-a22e-4b33-ab4b-449c0c9a5939" providerId="ADAL" clId="{A2C4BDDE-AF73-438C-A51F-6204654A3FBB}" dt="2021-09-10T12:31:46.937" v="166" actId="700"/>
          <ac:spMkLst>
            <pc:docMk/>
            <pc:sldMk cId="1025165332" sldId="259"/>
            <ac:spMk id="2" creationId="{B60307BB-0F45-4DFA-8038-5A2440442229}"/>
          </ac:spMkLst>
        </pc:spChg>
        <pc:spChg chg="add del mod ord">
          <ac:chgData name="Gergo Mate Nagy" userId="50c123ed-a22e-4b33-ab4b-449c0c9a5939" providerId="ADAL" clId="{A2C4BDDE-AF73-438C-A51F-6204654A3FBB}" dt="2021-09-10T12:31:46.937" v="166" actId="700"/>
          <ac:spMkLst>
            <pc:docMk/>
            <pc:sldMk cId="1025165332" sldId="259"/>
            <ac:spMk id="3" creationId="{331FF141-F3F2-46E8-BF78-24F57DA339DD}"/>
          </ac:spMkLst>
        </pc:spChg>
        <pc:spChg chg="add mod ord">
          <ac:chgData name="Gergo Mate Nagy" userId="50c123ed-a22e-4b33-ab4b-449c0c9a5939" providerId="ADAL" clId="{A2C4BDDE-AF73-438C-A51F-6204654A3FBB}" dt="2021-09-10T12:32:06.252" v="187" actId="20577"/>
          <ac:spMkLst>
            <pc:docMk/>
            <pc:sldMk cId="1025165332" sldId="259"/>
            <ac:spMk id="4" creationId="{9F9C9C91-F961-4883-ACDD-341E72383329}"/>
          </ac:spMkLst>
        </pc:spChg>
        <pc:spChg chg="add mod ord">
          <ac:chgData name="Gergo Mate Nagy" userId="50c123ed-a22e-4b33-ab4b-449c0c9a5939" providerId="ADAL" clId="{A2C4BDDE-AF73-438C-A51F-6204654A3FBB}" dt="2021-09-10T12:37:26.549" v="277" actId="255"/>
          <ac:spMkLst>
            <pc:docMk/>
            <pc:sldMk cId="1025165332" sldId="259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34:38.636" v="226" actId="1076"/>
        <pc:sldMkLst>
          <pc:docMk/>
          <pc:sldMk cId="218260387" sldId="260"/>
        </pc:sldMkLst>
        <pc:spChg chg="mod">
          <ac:chgData name="Gergo Mate Nagy" userId="50c123ed-a22e-4b33-ab4b-449c0c9a5939" providerId="ADAL" clId="{A2C4BDDE-AF73-438C-A51F-6204654A3FBB}" dt="2021-09-10T12:34:35.764" v="225" actId="1076"/>
          <ac:spMkLst>
            <pc:docMk/>
            <pc:sldMk cId="218260387" sldId="260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34:38.636" v="226" actId="1076"/>
          <ac:spMkLst>
            <pc:docMk/>
            <pc:sldMk cId="218260387" sldId="260"/>
            <ac:spMk id="5" creationId="{F4B93DE5-45A7-4BB9-8528-B6AFE21B939A}"/>
          </ac:spMkLst>
        </pc:spChg>
      </pc:sldChg>
      <pc:sldChg chg="modSp new mod">
        <pc:chgData name="Gergo Mate Nagy" userId="50c123ed-a22e-4b33-ab4b-449c0c9a5939" providerId="ADAL" clId="{A2C4BDDE-AF73-438C-A51F-6204654A3FBB}" dt="2021-09-10T12:37:46.173" v="279" actId="255"/>
        <pc:sldMkLst>
          <pc:docMk/>
          <pc:sldMk cId="866366752" sldId="261"/>
        </pc:sldMkLst>
        <pc:spChg chg="mod">
          <ac:chgData name="Gergo Mate Nagy" userId="50c123ed-a22e-4b33-ab4b-449c0c9a5939" providerId="ADAL" clId="{A2C4BDDE-AF73-438C-A51F-6204654A3FBB}" dt="2021-09-10T12:36:22.449" v="270" actId="20577"/>
          <ac:spMkLst>
            <pc:docMk/>
            <pc:sldMk cId="866366752" sldId="261"/>
            <ac:spMk id="2" creationId="{ED07372A-0573-431D-BBF1-24DB0804AB69}"/>
          </ac:spMkLst>
        </pc:spChg>
        <pc:spChg chg="mod">
          <ac:chgData name="Gergo Mate Nagy" userId="50c123ed-a22e-4b33-ab4b-449c0c9a5939" providerId="ADAL" clId="{A2C4BDDE-AF73-438C-A51F-6204654A3FBB}" dt="2021-09-10T12:37:46.173" v="279" actId="255"/>
          <ac:spMkLst>
            <pc:docMk/>
            <pc:sldMk cId="866366752" sldId="261"/>
            <ac:spMk id="3" creationId="{AD798A2D-5460-4555-BA44-7DA695EA5A63}"/>
          </ac:spMkLst>
        </pc:spChg>
      </pc:sldChg>
      <pc:sldChg chg="modSp add mod ord">
        <pc:chgData name="Gergo Mate Nagy" userId="50c123ed-a22e-4b33-ab4b-449c0c9a5939" providerId="ADAL" clId="{A2C4BDDE-AF73-438C-A51F-6204654A3FBB}" dt="2021-09-10T12:38:36.684" v="303" actId="12"/>
        <pc:sldMkLst>
          <pc:docMk/>
          <pc:sldMk cId="2956596009" sldId="262"/>
        </pc:sldMkLst>
        <pc:spChg chg="mod">
          <ac:chgData name="Gergo Mate Nagy" userId="50c123ed-a22e-4b33-ab4b-449c0c9a5939" providerId="ADAL" clId="{A2C4BDDE-AF73-438C-A51F-6204654A3FBB}" dt="2021-09-10T12:38:14.576" v="300" actId="20577"/>
          <ac:spMkLst>
            <pc:docMk/>
            <pc:sldMk cId="2956596009" sldId="262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38:36.684" v="303" actId="12"/>
          <ac:spMkLst>
            <pc:docMk/>
            <pc:sldMk cId="2956596009" sldId="262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42:59.370" v="350" actId="14100"/>
        <pc:sldMkLst>
          <pc:docMk/>
          <pc:sldMk cId="963353039" sldId="263"/>
        </pc:sldMkLst>
        <pc:spChg chg="mod">
          <ac:chgData name="Gergo Mate Nagy" userId="50c123ed-a22e-4b33-ab4b-449c0c9a5939" providerId="ADAL" clId="{A2C4BDDE-AF73-438C-A51F-6204654A3FBB}" dt="2021-09-10T12:42:59.370" v="350" actId="14100"/>
          <ac:spMkLst>
            <pc:docMk/>
            <pc:sldMk cId="963353039" sldId="263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41:19.720" v="329" actId="14100"/>
          <ac:spMkLst>
            <pc:docMk/>
            <pc:sldMk cId="963353039" sldId="263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43:04.960" v="351" actId="14100"/>
        <pc:sldMkLst>
          <pc:docMk/>
          <pc:sldMk cId="2921993578" sldId="264"/>
        </pc:sldMkLst>
        <pc:spChg chg="mod">
          <ac:chgData name="Gergo Mate Nagy" userId="50c123ed-a22e-4b33-ab4b-449c0c9a5939" providerId="ADAL" clId="{A2C4BDDE-AF73-438C-A51F-6204654A3FBB}" dt="2021-09-10T12:43:04.960" v="351" actId="14100"/>
          <ac:spMkLst>
            <pc:docMk/>
            <pc:sldMk cId="2921993578" sldId="264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42:39.679" v="349" actId="255"/>
          <ac:spMkLst>
            <pc:docMk/>
            <pc:sldMk cId="2921993578" sldId="264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45:37.328" v="360" actId="255"/>
        <pc:sldMkLst>
          <pc:docMk/>
          <pc:sldMk cId="763432860" sldId="265"/>
        </pc:sldMkLst>
        <pc:spChg chg="mod">
          <ac:chgData name="Gergo Mate Nagy" userId="50c123ed-a22e-4b33-ab4b-449c0c9a5939" providerId="ADAL" clId="{A2C4BDDE-AF73-438C-A51F-6204654A3FBB}" dt="2021-09-10T12:44:48.060" v="353" actId="20577"/>
          <ac:spMkLst>
            <pc:docMk/>
            <pc:sldMk cId="763432860" sldId="265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45:37.328" v="360" actId="255"/>
          <ac:spMkLst>
            <pc:docMk/>
            <pc:sldMk cId="763432860" sldId="265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46:59.911" v="375" actId="255"/>
        <pc:sldMkLst>
          <pc:docMk/>
          <pc:sldMk cId="224094037" sldId="266"/>
        </pc:sldMkLst>
        <pc:spChg chg="mod">
          <ac:chgData name="Gergo Mate Nagy" userId="50c123ed-a22e-4b33-ab4b-449c0c9a5939" providerId="ADAL" clId="{A2C4BDDE-AF73-438C-A51F-6204654A3FBB}" dt="2021-09-10T12:46:42.447" v="372" actId="20577"/>
          <ac:spMkLst>
            <pc:docMk/>
            <pc:sldMk cId="224094037" sldId="266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46:59.911" v="375" actId="255"/>
          <ac:spMkLst>
            <pc:docMk/>
            <pc:sldMk cId="224094037" sldId="266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54:42.640" v="391" actId="12"/>
        <pc:sldMkLst>
          <pc:docMk/>
          <pc:sldMk cId="2855449017" sldId="267"/>
        </pc:sldMkLst>
        <pc:spChg chg="mod">
          <ac:chgData name="Gergo Mate Nagy" userId="50c123ed-a22e-4b33-ab4b-449c0c9a5939" providerId="ADAL" clId="{A2C4BDDE-AF73-438C-A51F-6204654A3FBB}" dt="2021-09-10T12:54:24.430" v="386" actId="20577"/>
          <ac:spMkLst>
            <pc:docMk/>
            <pc:sldMk cId="2855449017" sldId="267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54:42.640" v="391" actId="12"/>
          <ac:spMkLst>
            <pc:docMk/>
            <pc:sldMk cId="2855449017" sldId="267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56:26.019" v="410" actId="12"/>
        <pc:sldMkLst>
          <pc:docMk/>
          <pc:sldMk cId="1232595335" sldId="268"/>
        </pc:sldMkLst>
        <pc:spChg chg="mod">
          <ac:chgData name="Gergo Mate Nagy" userId="50c123ed-a22e-4b33-ab4b-449c0c9a5939" providerId="ADAL" clId="{A2C4BDDE-AF73-438C-A51F-6204654A3FBB}" dt="2021-09-10T12:56:01.551" v="406" actId="20577"/>
          <ac:spMkLst>
            <pc:docMk/>
            <pc:sldMk cId="1232595335" sldId="268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56:26.019" v="410" actId="12"/>
          <ac:spMkLst>
            <pc:docMk/>
            <pc:sldMk cId="1232595335" sldId="268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0T12:57:43.209" v="446" actId="255"/>
        <pc:sldMkLst>
          <pc:docMk/>
          <pc:sldMk cId="3210244066" sldId="269"/>
        </pc:sldMkLst>
        <pc:spChg chg="mod">
          <ac:chgData name="Gergo Mate Nagy" userId="50c123ed-a22e-4b33-ab4b-449c0c9a5939" providerId="ADAL" clId="{A2C4BDDE-AF73-438C-A51F-6204654A3FBB}" dt="2021-09-10T12:57:01.757" v="440" actId="20577"/>
          <ac:spMkLst>
            <pc:docMk/>
            <pc:sldMk cId="3210244066" sldId="269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0T12:57:43.209" v="446" actId="255"/>
          <ac:spMkLst>
            <pc:docMk/>
            <pc:sldMk cId="3210244066" sldId="269"/>
            <ac:spMk id="5" creationId="{F4B93DE5-45A7-4BB9-8528-B6AFE21B939A}"/>
          </ac:spMkLst>
        </pc:spChg>
      </pc:sldChg>
      <pc:sldChg chg="addSp delSp modSp add mod modClrScheme chgLayout">
        <pc:chgData name="Gergo Mate Nagy" userId="50c123ed-a22e-4b33-ab4b-449c0c9a5939" providerId="ADAL" clId="{A2C4BDDE-AF73-438C-A51F-6204654A3FBB}" dt="2021-09-10T14:01:15.621" v="499" actId="18131"/>
        <pc:sldMkLst>
          <pc:docMk/>
          <pc:sldMk cId="2097374475" sldId="270"/>
        </pc:sldMkLst>
        <pc:spChg chg="add del mod ord">
          <ac:chgData name="Gergo Mate Nagy" userId="50c123ed-a22e-4b33-ab4b-449c0c9a5939" providerId="ADAL" clId="{A2C4BDDE-AF73-438C-A51F-6204654A3FBB}" dt="2021-09-10T13:00:29.278" v="464" actId="931"/>
          <ac:spMkLst>
            <pc:docMk/>
            <pc:sldMk cId="2097374475" sldId="270"/>
            <ac:spMk id="2" creationId="{703A92D3-9B7A-43E0-8E3F-A42D6F2F67C0}"/>
          </ac:spMkLst>
        </pc:spChg>
        <pc:spChg chg="mod ord">
          <ac:chgData name="Gergo Mate Nagy" userId="50c123ed-a22e-4b33-ab4b-449c0c9a5939" providerId="ADAL" clId="{A2C4BDDE-AF73-438C-A51F-6204654A3FBB}" dt="2021-09-10T14:00:41.061" v="492" actId="700"/>
          <ac:spMkLst>
            <pc:docMk/>
            <pc:sldMk cId="2097374475" sldId="270"/>
            <ac:spMk id="4" creationId="{9F9C9C91-F961-4883-ACDD-341E72383329}"/>
          </ac:spMkLst>
        </pc:spChg>
        <pc:spChg chg="del mod">
          <ac:chgData name="Gergo Mate Nagy" userId="50c123ed-a22e-4b33-ab4b-449c0c9a5939" providerId="ADAL" clId="{A2C4BDDE-AF73-438C-A51F-6204654A3FBB}" dt="2021-09-10T12:59:41.322" v="461" actId="700"/>
          <ac:spMkLst>
            <pc:docMk/>
            <pc:sldMk cId="2097374475" sldId="270"/>
            <ac:spMk id="5" creationId="{F4B93DE5-45A7-4BB9-8528-B6AFE21B939A}"/>
          </ac:spMkLst>
        </pc:spChg>
        <pc:spChg chg="add del mod">
          <ac:chgData name="Gergo Mate Nagy" userId="50c123ed-a22e-4b33-ab4b-449c0c9a5939" providerId="ADAL" clId="{A2C4BDDE-AF73-438C-A51F-6204654A3FBB}" dt="2021-09-10T13:58:36.641" v="470" actId="931"/>
          <ac:spMkLst>
            <pc:docMk/>
            <pc:sldMk cId="2097374475" sldId="270"/>
            <ac:spMk id="9" creationId="{B46299A4-760A-4338-93A6-87F6557402D1}"/>
          </ac:spMkLst>
        </pc:spChg>
        <pc:spChg chg="add del mod ord">
          <ac:chgData name="Gergo Mate Nagy" userId="50c123ed-a22e-4b33-ab4b-449c0c9a5939" providerId="ADAL" clId="{A2C4BDDE-AF73-438C-A51F-6204654A3FBB}" dt="2021-09-10T14:00:09.263" v="488" actId="700"/>
          <ac:spMkLst>
            <pc:docMk/>
            <pc:sldMk cId="2097374475" sldId="270"/>
            <ac:spMk id="12" creationId="{53A2E397-F7AA-4093-91C1-ECE47F7675FE}"/>
          </ac:spMkLst>
        </pc:spChg>
        <pc:spChg chg="add mod ord">
          <ac:chgData name="Gergo Mate Nagy" userId="50c123ed-a22e-4b33-ab4b-449c0c9a5939" providerId="ADAL" clId="{A2C4BDDE-AF73-438C-A51F-6204654A3FBB}" dt="2021-09-10T14:00:41.061" v="492" actId="700"/>
          <ac:spMkLst>
            <pc:docMk/>
            <pc:sldMk cId="2097374475" sldId="270"/>
            <ac:spMk id="13" creationId="{9A701540-5798-47F1-ABC8-24DC5E42FE8C}"/>
          </ac:spMkLst>
        </pc:spChg>
        <pc:picChg chg="add del mod">
          <ac:chgData name="Gergo Mate Nagy" userId="50c123ed-a22e-4b33-ab4b-449c0c9a5939" providerId="ADAL" clId="{A2C4BDDE-AF73-438C-A51F-6204654A3FBB}" dt="2021-09-10T12:59:53.744" v="463"/>
          <ac:picMkLst>
            <pc:docMk/>
            <pc:sldMk cId="2097374475" sldId="270"/>
            <ac:picMk id="6" creationId="{F4CE4DE3-0E64-41EE-B2B9-C5BC25993D5C}"/>
          </ac:picMkLst>
        </pc:picChg>
        <pc:picChg chg="add del mod">
          <ac:chgData name="Gergo Mate Nagy" userId="50c123ed-a22e-4b33-ab4b-449c0c9a5939" providerId="ADAL" clId="{A2C4BDDE-AF73-438C-A51F-6204654A3FBB}" dt="2021-09-10T13:01:18.383" v="469" actId="478"/>
          <ac:picMkLst>
            <pc:docMk/>
            <pc:sldMk cId="2097374475" sldId="270"/>
            <ac:picMk id="7" creationId="{0EF42829-8D50-4C8C-A586-BBFB6E6E81D6}"/>
          </ac:picMkLst>
        </pc:picChg>
        <pc:picChg chg="add mod ord modCrop">
          <ac:chgData name="Gergo Mate Nagy" userId="50c123ed-a22e-4b33-ab4b-449c0c9a5939" providerId="ADAL" clId="{A2C4BDDE-AF73-438C-A51F-6204654A3FBB}" dt="2021-09-10T14:01:15.621" v="499" actId="18131"/>
          <ac:picMkLst>
            <pc:docMk/>
            <pc:sldMk cId="2097374475" sldId="270"/>
            <ac:picMk id="11" creationId="{AC16389A-3A06-43DD-90AF-C4906C4C6B4C}"/>
          </ac:picMkLst>
        </pc:picChg>
      </pc:sldChg>
      <pc:sldChg chg="modSp add mod ord">
        <pc:chgData name="Gergo Mate Nagy" userId="50c123ed-a22e-4b33-ab4b-449c0c9a5939" providerId="ADAL" clId="{A2C4BDDE-AF73-438C-A51F-6204654A3FBB}" dt="2021-09-10T14:01:47.361" v="507" actId="20577"/>
        <pc:sldMkLst>
          <pc:docMk/>
          <pc:sldMk cId="2881107602" sldId="271"/>
        </pc:sldMkLst>
        <pc:spChg chg="mod">
          <ac:chgData name="Gergo Mate Nagy" userId="50c123ed-a22e-4b33-ab4b-449c0c9a5939" providerId="ADAL" clId="{A2C4BDDE-AF73-438C-A51F-6204654A3FBB}" dt="2021-09-10T14:01:47.361" v="507" actId="20577"/>
          <ac:spMkLst>
            <pc:docMk/>
            <pc:sldMk cId="2881107602" sldId="271"/>
            <ac:spMk id="5" creationId="{2C9B6308-B7D6-4B7D-B992-558446586E4C}"/>
          </ac:spMkLst>
        </pc:spChg>
      </pc:sldChg>
      <pc:sldChg chg="modSp add mod ord">
        <pc:chgData name="Gergo Mate Nagy" userId="50c123ed-a22e-4b33-ab4b-449c0c9a5939" providerId="ADAL" clId="{A2C4BDDE-AF73-438C-A51F-6204654A3FBB}" dt="2021-09-13T12:03:00.744" v="524" actId="255"/>
        <pc:sldMkLst>
          <pc:docMk/>
          <pc:sldMk cId="903413499" sldId="272"/>
        </pc:sldMkLst>
        <pc:spChg chg="mod">
          <ac:chgData name="Gergo Mate Nagy" userId="50c123ed-a22e-4b33-ab4b-449c0c9a5939" providerId="ADAL" clId="{A2C4BDDE-AF73-438C-A51F-6204654A3FBB}" dt="2021-09-13T12:02:42.326" v="520" actId="20577"/>
          <ac:spMkLst>
            <pc:docMk/>
            <pc:sldMk cId="903413499" sldId="272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03:00.744" v="524" actId="255"/>
          <ac:spMkLst>
            <pc:docMk/>
            <pc:sldMk cId="903413499" sldId="272"/>
            <ac:spMk id="5" creationId="{F4B93DE5-45A7-4BB9-8528-B6AFE21B939A}"/>
          </ac:spMkLst>
        </pc:spChg>
      </pc:sldChg>
      <pc:sldChg chg="addSp delSp modSp add mod ord">
        <pc:chgData name="Gergo Mate Nagy" userId="50c123ed-a22e-4b33-ab4b-449c0c9a5939" providerId="ADAL" clId="{A2C4BDDE-AF73-438C-A51F-6204654A3FBB}" dt="2021-09-13T12:03:58.705" v="542" actId="20577"/>
        <pc:sldMkLst>
          <pc:docMk/>
          <pc:sldMk cId="419639241" sldId="273"/>
        </pc:sldMkLst>
        <pc:spChg chg="add mod">
          <ac:chgData name="Gergo Mate Nagy" userId="50c123ed-a22e-4b33-ab4b-449c0c9a5939" providerId="ADAL" clId="{A2C4BDDE-AF73-438C-A51F-6204654A3FBB}" dt="2021-09-13T12:03:32.716" v="528" actId="478"/>
          <ac:spMkLst>
            <pc:docMk/>
            <pc:sldMk cId="419639241" sldId="273"/>
            <ac:spMk id="3" creationId="{35C7B95F-223C-49DC-9FF2-735B098A9800}"/>
          </ac:spMkLst>
        </pc:spChg>
        <pc:spChg chg="mod">
          <ac:chgData name="Gergo Mate Nagy" userId="50c123ed-a22e-4b33-ab4b-449c0c9a5939" providerId="ADAL" clId="{A2C4BDDE-AF73-438C-A51F-6204654A3FBB}" dt="2021-09-13T12:03:58.705" v="542" actId="20577"/>
          <ac:spMkLst>
            <pc:docMk/>
            <pc:sldMk cId="419639241" sldId="273"/>
            <ac:spMk id="4" creationId="{9F9C9C91-F961-4883-ACDD-341E72383329}"/>
          </ac:spMkLst>
        </pc:spChg>
        <pc:picChg chg="add mod">
          <ac:chgData name="Gergo Mate Nagy" userId="50c123ed-a22e-4b33-ab4b-449c0c9a5939" providerId="ADAL" clId="{A2C4BDDE-AF73-438C-A51F-6204654A3FBB}" dt="2021-09-13T12:03:42.937" v="531" actId="14100"/>
          <ac:picMkLst>
            <pc:docMk/>
            <pc:sldMk cId="419639241" sldId="273"/>
            <ac:picMk id="7" creationId="{02CB3245-D9B9-4141-9282-6064AC689425}"/>
          </ac:picMkLst>
        </pc:picChg>
        <pc:picChg chg="del">
          <ac:chgData name="Gergo Mate Nagy" userId="50c123ed-a22e-4b33-ab4b-449c0c9a5939" providerId="ADAL" clId="{A2C4BDDE-AF73-438C-A51F-6204654A3FBB}" dt="2021-09-13T12:03:32.716" v="528" actId="478"/>
          <ac:picMkLst>
            <pc:docMk/>
            <pc:sldMk cId="419639241" sldId="273"/>
            <ac:picMk id="11" creationId="{AC16389A-3A06-43DD-90AF-C4906C4C6B4C}"/>
          </ac:picMkLst>
        </pc:picChg>
      </pc:sldChg>
      <pc:sldChg chg="modSp add mod ord">
        <pc:chgData name="Gergo Mate Nagy" userId="50c123ed-a22e-4b33-ab4b-449c0c9a5939" providerId="ADAL" clId="{A2C4BDDE-AF73-438C-A51F-6204654A3FBB}" dt="2021-09-13T12:06:19.248" v="565" actId="12"/>
        <pc:sldMkLst>
          <pc:docMk/>
          <pc:sldMk cId="2174152443" sldId="274"/>
        </pc:sldMkLst>
        <pc:spChg chg="mod">
          <ac:chgData name="Gergo Mate Nagy" userId="50c123ed-a22e-4b33-ab4b-449c0c9a5939" providerId="ADAL" clId="{A2C4BDDE-AF73-438C-A51F-6204654A3FBB}" dt="2021-09-13T12:05:43.586" v="560" actId="20577"/>
          <ac:spMkLst>
            <pc:docMk/>
            <pc:sldMk cId="2174152443" sldId="274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06:19.248" v="565" actId="12"/>
          <ac:spMkLst>
            <pc:docMk/>
            <pc:sldMk cId="2174152443" sldId="274"/>
            <ac:spMk id="5" creationId="{F4B93DE5-45A7-4BB9-8528-B6AFE21B939A}"/>
          </ac:spMkLst>
        </pc:spChg>
      </pc:sldChg>
      <pc:sldChg chg="add ord">
        <pc:chgData name="Gergo Mate Nagy" userId="50c123ed-a22e-4b33-ab4b-449c0c9a5939" providerId="ADAL" clId="{A2C4BDDE-AF73-438C-A51F-6204654A3FBB}" dt="2021-09-13T12:07:14.876" v="568"/>
        <pc:sldMkLst>
          <pc:docMk/>
          <pc:sldMk cId="1934695887" sldId="275"/>
        </pc:sldMkLst>
      </pc:sldChg>
      <pc:sldChg chg="modSp add mod ord">
        <pc:chgData name="Gergo Mate Nagy" userId="50c123ed-a22e-4b33-ab4b-449c0c9a5939" providerId="ADAL" clId="{A2C4BDDE-AF73-438C-A51F-6204654A3FBB}" dt="2021-09-13T12:08:42.888" v="583" actId="12"/>
        <pc:sldMkLst>
          <pc:docMk/>
          <pc:sldMk cId="1498552575" sldId="276"/>
        </pc:sldMkLst>
        <pc:spChg chg="mod">
          <ac:chgData name="Gergo Mate Nagy" userId="50c123ed-a22e-4b33-ab4b-449c0c9a5939" providerId="ADAL" clId="{A2C4BDDE-AF73-438C-A51F-6204654A3FBB}" dt="2021-09-13T12:07:33.762" v="578" actId="20577"/>
          <ac:spMkLst>
            <pc:docMk/>
            <pc:sldMk cId="1498552575" sldId="276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08:42.888" v="583" actId="12"/>
          <ac:spMkLst>
            <pc:docMk/>
            <pc:sldMk cId="1498552575" sldId="276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3T12:17:11.795" v="603" actId="255"/>
        <pc:sldMkLst>
          <pc:docMk/>
          <pc:sldMk cId="385980597" sldId="277"/>
        </pc:sldMkLst>
        <pc:spChg chg="mod">
          <ac:chgData name="Gergo Mate Nagy" userId="50c123ed-a22e-4b33-ab4b-449c0c9a5939" providerId="ADAL" clId="{A2C4BDDE-AF73-438C-A51F-6204654A3FBB}" dt="2021-09-13T12:16:08.402" v="594" actId="20577"/>
          <ac:spMkLst>
            <pc:docMk/>
            <pc:sldMk cId="385980597" sldId="277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17:11.795" v="603" actId="255"/>
          <ac:spMkLst>
            <pc:docMk/>
            <pc:sldMk cId="385980597" sldId="277"/>
            <ac:spMk id="5" creationId="{F4B93DE5-45A7-4BB9-8528-B6AFE21B939A}"/>
          </ac:spMkLst>
        </pc:spChg>
      </pc:sldChg>
      <pc:sldChg chg="add ord">
        <pc:chgData name="Gergo Mate Nagy" userId="50c123ed-a22e-4b33-ab4b-449c0c9a5939" providerId="ADAL" clId="{A2C4BDDE-AF73-438C-A51F-6204654A3FBB}" dt="2021-09-13T12:16:55.233" v="599"/>
        <pc:sldMkLst>
          <pc:docMk/>
          <pc:sldMk cId="3008459767" sldId="278"/>
        </pc:sldMkLst>
      </pc:sldChg>
      <pc:sldChg chg="modSp add mod ord">
        <pc:chgData name="Gergo Mate Nagy" userId="50c123ed-a22e-4b33-ab4b-449c0c9a5939" providerId="ADAL" clId="{A2C4BDDE-AF73-438C-A51F-6204654A3FBB}" dt="2021-09-13T12:18:30.416" v="616" actId="12"/>
        <pc:sldMkLst>
          <pc:docMk/>
          <pc:sldMk cId="708947427" sldId="279"/>
        </pc:sldMkLst>
        <pc:spChg chg="mod">
          <ac:chgData name="Gergo Mate Nagy" userId="50c123ed-a22e-4b33-ab4b-449c0c9a5939" providerId="ADAL" clId="{A2C4BDDE-AF73-438C-A51F-6204654A3FBB}" dt="2021-09-13T12:17:35.495" v="609" actId="20577"/>
          <ac:spMkLst>
            <pc:docMk/>
            <pc:sldMk cId="708947427" sldId="279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18:30.416" v="616" actId="12"/>
          <ac:spMkLst>
            <pc:docMk/>
            <pc:sldMk cId="708947427" sldId="279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3T12:19:19.630" v="620" actId="12"/>
        <pc:sldMkLst>
          <pc:docMk/>
          <pc:sldMk cId="4161354654" sldId="280"/>
        </pc:sldMkLst>
        <pc:spChg chg="mod">
          <ac:chgData name="Gergo Mate Nagy" userId="50c123ed-a22e-4b33-ab4b-449c0c9a5939" providerId="ADAL" clId="{A2C4BDDE-AF73-438C-A51F-6204654A3FBB}" dt="2021-09-13T12:19:03.704" v="618"/>
          <ac:spMkLst>
            <pc:docMk/>
            <pc:sldMk cId="4161354654" sldId="280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19:19.630" v="620" actId="12"/>
          <ac:spMkLst>
            <pc:docMk/>
            <pc:sldMk cId="4161354654" sldId="280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3T12:20:12.580" v="627" actId="12"/>
        <pc:sldMkLst>
          <pc:docMk/>
          <pc:sldMk cId="312394959" sldId="281"/>
        </pc:sldMkLst>
        <pc:spChg chg="mod">
          <ac:chgData name="Gergo Mate Nagy" userId="50c123ed-a22e-4b33-ab4b-449c0c9a5939" providerId="ADAL" clId="{A2C4BDDE-AF73-438C-A51F-6204654A3FBB}" dt="2021-09-13T12:19:46.776" v="623" actId="14100"/>
          <ac:spMkLst>
            <pc:docMk/>
            <pc:sldMk cId="312394959" sldId="281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20:12.580" v="627" actId="12"/>
          <ac:spMkLst>
            <pc:docMk/>
            <pc:sldMk cId="312394959" sldId="281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3T12:24:28.600" v="650" actId="255"/>
        <pc:sldMkLst>
          <pc:docMk/>
          <pc:sldMk cId="1838531007" sldId="282"/>
        </pc:sldMkLst>
        <pc:spChg chg="mod">
          <ac:chgData name="Gergo Mate Nagy" userId="50c123ed-a22e-4b33-ab4b-449c0c9a5939" providerId="ADAL" clId="{A2C4BDDE-AF73-438C-A51F-6204654A3FBB}" dt="2021-09-13T12:23:29.854" v="646" actId="20577"/>
          <ac:spMkLst>
            <pc:docMk/>
            <pc:sldMk cId="1838531007" sldId="282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24:28.600" v="650" actId="255"/>
          <ac:spMkLst>
            <pc:docMk/>
            <pc:sldMk cId="1838531007" sldId="282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3T12:25:54.181" v="666" actId="255"/>
        <pc:sldMkLst>
          <pc:docMk/>
          <pc:sldMk cId="2445047172" sldId="283"/>
        </pc:sldMkLst>
        <pc:spChg chg="mod">
          <ac:chgData name="Gergo Mate Nagy" userId="50c123ed-a22e-4b33-ab4b-449c0c9a5939" providerId="ADAL" clId="{A2C4BDDE-AF73-438C-A51F-6204654A3FBB}" dt="2021-09-13T12:25:21.439" v="662" actId="20577"/>
          <ac:spMkLst>
            <pc:docMk/>
            <pc:sldMk cId="2445047172" sldId="283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25:54.181" v="666" actId="255"/>
          <ac:spMkLst>
            <pc:docMk/>
            <pc:sldMk cId="2445047172" sldId="283"/>
            <ac:spMk id="5" creationId="{F4B93DE5-45A7-4BB9-8528-B6AFE21B939A}"/>
          </ac:spMkLst>
        </pc:spChg>
      </pc:sldChg>
      <pc:sldChg chg="modSp add mod">
        <pc:chgData name="Gergo Mate Nagy" userId="50c123ed-a22e-4b33-ab4b-449c0c9a5939" providerId="ADAL" clId="{A2C4BDDE-AF73-438C-A51F-6204654A3FBB}" dt="2021-09-13T12:26:47.742" v="704" actId="12"/>
        <pc:sldMkLst>
          <pc:docMk/>
          <pc:sldMk cId="1274888467" sldId="284"/>
        </pc:sldMkLst>
        <pc:spChg chg="mod">
          <ac:chgData name="Gergo Mate Nagy" userId="50c123ed-a22e-4b33-ab4b-449c0c9a5939" providerId="ADAL" clId="{A2C4BDDE-AF73-438C-A51F-6204654A3FBB}" dt="2021-09-13T12:26:35.503" v="701" actId="20577"/>
          <ac:spMkLst>
            <pc:docMk/>
            <pc:sldMk cId="1274888467" sldId="284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26:47.742" v="704" actId="12"/>
          <ac:spMkLst>
            <pc:docMk/>
            <pc:sldMk cId="1274888467" sldId="284"/>
            <ac:spMk id="5" creationId="{F4B93DE5-45A7-4BB9-8528-B6AFE21B939A}"/>
          </ac:spMkLst>
        </pc:spChg>
      </pc:sldChg>
      <pc:sldChg chg="add ord">
        <pc:chgData name="Gergo Mate Nagy" userId="50c123ed-a22e-4b33-ab4b-449c0c9a5939" providerId="ADAL" clId="{A2C4BDDE-AF73-438C-A51F-6204654A3FBB}" dt="2021-09-13T12:26:58.635" v="707"/>
        <pc:sldMkLst>
          <pc:docMk/>
          <pc:sldMk cId="3446237354" sldId="285"/>
        </pc:sldMkLst>
      </pc:sldChg>
      <pc:sldChg chg="modSp add mod ord">
        <pc:chgData name="Gergo Mate Nagy" userId="50c123ed-a22e-4b33-ab4b-449c0c9a5939" providerId="ADAL" clId="{A2C4BDDE-AF73-438C-A51F-6204654A3FBB}" dt="2021-09-13T12:27:46.159" v="735" actId="12"/>
        <pc:sldMkLst>
          <pc:docMk/>
          <pc:sldMk cId="4291668190" sldId="286"/>
        </pc:sldMkLst>
        <pc:spChg chg="mod">
          <ac:chgData name="Gergo Mate Nagy" userId="50c123ed-a22e-4b33-ab4b-449c0c9a5939" providerId="ADAL" clId="{A2C4BDDE-AF73-438C-A51F-6204654A3FBB}" dt="2021-09-13T12:27:20.301" v="730" actId="20577"/>
          <ac:spMkLst>
            <pc:docMk/>
            <pc:sldMk cId="4291668190" sldId="286"/>
            <ac:spMk id="4" creationId="{9F9C9C91-F961-4883-ACDD-341E72383329}"/>
          </ac:spMkLst>
        </pc:spChg>
        <pc:spChg chg="mod">
          <ac:chgData name="Gergo Mate Nagy" userId="50c123ed-a22e-4b33-ab4b-449c0c9a5939" providerId="ADAL" clId="{A2C4BDDE-AF73-438C-A51F-6204654A3FBB}" dt="2021-09-13T12:27:46.159" v="735" actId="12"/>
          <ac:spMkLst>
            <pc:docMk/>
            <pc:sldMk cId="4291668190" sldId="286"/>
            <ac:spMk id="5" creationId="{F4B93DE5-45A7-4BB9-8528-B6AFE21B939A}"/>
          </ac:spMkLst>
        </pc:spChg>
      </pc:sldChg>
      <pc:sldChg chg="modSp new mod">
        <pc:chgData name="Gergo Mate Nagy" userId="50c123ed-a22e-4b33-ab4b-449c0c9a5939" providerId="ADAL" clId="{A2C4BDDE-AF73-438C-A51F-6204654A3FBB}" dt="2021-09-13T12:29:56.479" v="781" actId="20577"/>
        <pc:sldMkLst>
          <pc:docMk/>
          <pc:sldMk cId="1457374863" sldId="287"/>
        </pc:sldMkLst>
        <pc:spChg chg="mod">
          <ac:chgData name="Gergo Mate Nagy" userId="50c123ed-a22e-4b33-ab4b-449c0c9a5939" providerId="ADAL" clId="{A2C4BDDE-AF73-438C-A51F-6204654A3FBB}" dt="2021-09-13T12:29:56.479" v="781" actId="20577"/>
          <ac:spMkLst>
            <pc:docMk/>
            <pc:sldMk cId="1457374863" sldId="287"/>
            <ac:spMk id="2" creationId="{69B01D98-1237-406B-9E4C-C92BC906B551}"/>
          </ac:spMkLst>
        </pc:spChg>
        <pc:spChg chg="mod">
          <ac:chgData name="Gergo Mate Nagy" userId="50c123ed-a22e-4b33-ab4b-449c0c9a5939" providerId="ADAL" clId="{A2C4BDDE-AF73-438C-A51F-6204654A3FBB}" dt="2021-09-13T12:28:37.115" v="752" actId="6549"/>
          <ac:spMkLst>
            <pc:docMk/>
            <pc:sldMk cId="1457374863" sldId="287"/>
            <ac:spMk id="4" creationId="{670AF0EE-499F-45B3-AAC1-4CEDFA226245}"/>
          </ac:spMkLst>
        </pc:spChg>
      </pc:sldChg>
    </pc:docChg>
  </pc:docChgLst>
  <pc:docChgLst>
    <pc:chgData name="Gergo Mate Nagy" userId="50c123ed-a22e-4b33-ab4b-449c0c9a5939" providerId="ADAL" clId="{AC00FB7D-9339-4061-A592-9D84E1178562}"/>
    <pc:docChg chg="modSld">
      <pc:chgData name="Gergo Mate Nagy" userId="50c123ed-a22e-4b33-ab4b-449c0c9a5939" providerId="ADAL" clId="{AC00FB7D-9339-4061-A592-9D84E1178562}" dt="2023-10-30T12:34:35.785" v="1" actId="20577"/>
      <pc:docMkLst>
        <pc:docMk/>
      </pc:docMkLst>
      <pc:sldChg chg="modSp mod">
        <pc:chgData name="Gergo Mate Nagy" userId="50c123ed-a22e-4b33-ab4b-449c0c9a5939" providerId="ADAL" clId="{AC00FB7D-9339-4061-A592-9D84E1178562}" dt="2023-10-30T12:34:35.785" v="1" actId="20577"/>
        <pc:sldMkLst>
          <pc:docMk/>
          <pc:sldMk cId="3591971344" sldId="256"/>
        </pc:sldMkLst>
        <pc:spChg chg="mod">
          <ac:chgData name="Gergo Mate Nagy" userId="50c123ed-a22e-4b33-ab4b-449c0c9a5939" providerId="ADAL" clId="{AC00FB7D-9339-4061-A592-9D84E1178562}" dt="2023-10-30T12:34:35.785" v="1" actId="20577"/>
          <ac:spMkLst>
            <pc:docMk/>
            <pc:sldMk cId="3591971344" sldId="256"/>
            <ac:spMk id="4" creationId="{022A8A66-7877-3B41-B6B6-945CAC5423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A449-81D0-4C65-80FA-E84926361CC3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A5-A464-4897-B884-BB9B3518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3115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5192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519275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400" spc="300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23 OCTOBER 2020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2010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55248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5613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954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3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659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7156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89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82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3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1799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916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921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488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19500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18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27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520AD5-0FFD-4C8E-9342-58316930E0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412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1A126B-ECBC-446E-8C9B-41282A70F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1412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7370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14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646D-415F-4D4E-B837-24C4E1CE09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71600"/>
            <a:ext cx="5764213" cy="3886200"/>
          </a:xfrm>
          <a:prstGeom prst="rect">
            <a:avLst/>
          </a:prstGeom>
        </p:spPr>
        <p:txBody>
          <a:bodyPr/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Large statement combined with supporting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30B547-343B-414C-8E1F-67C7C72B2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6901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</p:spTree>
    <p:extLst>
      <p:ext uri="{BB962C8B-B14F-4D97-AF65-F5344CB8AC3E}">
        <p14:creationId xmlns:p14="http://schemas.microsoft.com/office/powerpoint/2010/main" val="3063849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3105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61082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294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-1/2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936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69900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54095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924339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6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6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75079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87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9646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7523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0087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46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494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6920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2495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7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60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8340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037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97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85305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 userDrawn="1"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 userDrawn="1"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91191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1173237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127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257250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4883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895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6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15502107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6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4426771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12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02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57" r:id="rId10"/>
    <p:sldLayoutId id="2147483760" r:id="rId11"/>
    <p:sldLayoutId id="2147483727" r:id="rId12"/>
    <p:sldLayoutId id="2147483729" r:id="rId13"/>
    <p:sldLayoutId id="2147483751" r:id="rId14"/>
    <p:sldLayoutId id="2147483758" r:id="rId15"/>
    <p:sldLayoutId id="2147483730" r:id="rId16"/>
    <p:sldLayoutId id="2147483731" r:id="rId17"/>
    <p:sldLayoutId id="2147483733" r:id="rId18"/>
    <p:sldLayoutId id="2147483740" r:id="rId19"/>
    <p:sldLayoutId id="2147483738" r:id="rId20"/>
    <p:sldLayoutId id="2147483736" r:id="rId21"/>
    <p:sldLayoutId id="2147483765" r:id="rId22"/>
    <p:sldLayoutId id="2147483744" r:id="rId23"/>
    <p:sldLayoutId id="2147483762" r:id="rId24"/>
    <p:sldLayoutId id="2147483755" r:id="rId25"/>
    <p:sldLayoutId id="2147483743" r:id="rId26"/>
    <p:sldLayoutId id="2147483756" r:id="rId27"/>
    <p:sldLayoutId id="2147483734" r:id="rId28"/>
    <p:sldLayoutId id="2147483745" r:id="rId29"/>
    <p:sldLayoutId id="2147483741" r:id="rId30"/>
    <p:sldLayoutId id="2147483735" r:id="rId31"/>
    <p:sldLayoutId id="2147483737" r:id="rId32"/>
    <p:sldLayoutId id="2147483739" r:id="rId33"/>
    <p:sldLayoutId id="2147483742" r:id="rId34"/>
    <p:sldLayoutId id="2147483746" r:id="rId35"/>
    <p:sldLayoutId id="2147483732" r:id="rId36"/>
    <p:sldLayoutId id="2147483747" r:id="rId37"/>
    <p:sldLayoutId id="2147483748" r:id="rId38"/>
    <p:sldLayoutId id="2147483749" r:id="rId39"/>
    <p:sldLayoutId id="2147483752" r:id="rId40"/>
    <p:sldLayoutId id="2147483753" r:id="rId41"/>
    <p:sldLayoutId id="2147483754" r:id="rId42"/>
    <p:sldLayoutId id="2147483759" r:id="rId43"/>
    <p:sldLayoutId id="2147483761" r:id="rId44"/>
    <p:sldLayoutId id="2147483764" r:id="rId45"/>
    <p:sldLayoutId id="2147483750" r:id="rId46"/>
    <p:sldLayoutId id="2147483763" r:id="rId4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 userDrawn="1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312" userDrawn="1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 userDrawn="1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A8A66-7877-3B41-B6B6-945CAC5423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202</a:t>
            </a:r>
            <a:r>
              <a:rPr lang="en-GB" dirty="0"/>
              <a:t>3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BB777-E3A7-3349-B820-C2E473EC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2215991"/>
          </a:xfrm>
        </p:spPr>
        <p:txBody>
          <a:bodyPr/>
          <a:lstStyle/>
          <a:p>
            <a:r>
              <a:rPr lang="hu-HU" sz="7200" dirty="0"/>
              <a:t>Test Levels and Test Types</a:t>
            </a:r>
            <a:endParaRPr lang="en-US" sz="7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FBCC22-1AF2-4372-8EE2-2B9F91FED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7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0238C41-3B17-4DB6-AA81-A4E3FBE061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775" y="4663440"/>
            <a:ext cx="5519275" cy="276999"/>
          </a:xfrm>
        </p:spPr>
        <p:txBody>
          <a:bodyPr/>
          <a:lstStyle/>
          <a:p>
            <a:r>
              <a:rPr lang="hu-HU" dirty="0"/>
              <a:t>Senior </a:t>
            </a:r>
            <a:r>
              <a:rPr lang="hu-HU"/>
              <a:t>Software Quality </a:t>
            </a:r>
            <a:r>
              <a:rPr lang="hu-HU" dirty="0"/>
              <a:t>Engineer – QA lead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C09B568-59B8-419D-8569-7887A3212A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775" y="5245390"/>
            <a:ext cx="5519275" cy="215444"/>
          </a:xfrm>
        </p:spPr>
        <p:txBody>
          <a:bodyPr/>
          <a:lstStyle/>
          <a:p>
            <a:r>
              <a:rPr lang="hu-HU" dirty="0"/>
              <a:t>Gergo_Mate_Nagy@epam.com</a:t>
            </a:r>
            <a:endParaRPr lang="en-US" dirty="0"/>
          </a:p>
        </p:txBody>
      </p:sp>
      <p:pic>
        <p:nvPicPr>
          <p:cNvPr id="7" name="Picture Placeholder 6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AED3143-E27B-477C-B6F3-DAC4509C63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3" r="-2" b="12451"/>
          <a:stretch/>
        </p:blipFill>
        <p:spPr>
          <a:xfrm>
            <a:off x="6095998" y="10"/>
            <a:ext cx="6096001" cy="6857990"/>
          </a:xfrm>
          <a:noFill/>
        </p:spPr>
      </p:pic>
      <p:sp>
        <p:nvSpPr>
          <p:cNvPr id="16" name="Title 4">
            <a:extLst>
              <a:ext uri="{FF2B5EF4-FFF2-40B4-BE49-F238E27FC236}">
                <a16:creationId xmlns:a16="http://schemas.microsoft.com/office/drawing/2014/main" id="{43D717D1-7B09-49AC-A254-6C20BABE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923330"/>
          </a:xfrm>
        </p:spPr>
        <p:txBody>
          <a:bodyPr/>
          <a:lstStyle/>
          <a:p>
            <a:r>
              <a:rPr lang="hu-HU" dirty="0"/>
              <a:t>Gergő Máté Nagy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64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9B6308-B7D6-4B7D-B992-55844658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Test Levels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6F95B2-000B-4555-9829-D5984310A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28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Test Phases or Levels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Software testing levels are the different stages of the software development lifecycle where testing is conducted.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What we are going to talk about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Typical testing objectives for each level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Test basis for each level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Tools, environment for each level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Test participants for each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6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841" y="987458"/>
            <a:ext cx="4797425" cy="338554"/>
          </a:xfrm>
        </p:spPr>
        <p:txBody>
          <a:bodyPr/>
          <a:lstStyle/>
          <a:p>
            <a:r>
              <a:rPr lang="hu-HU" dirty="0"/>
              <a:t>Component (Unit) Test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03841" y="1600200"/>
            <a:ext cx="4784852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Objective: Find Bugs, build confidence and reduce risk in the individual pieces of the system under test prior to system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Item Under Test (IUT): </a:t>
            </a:r>
            <a:r>
              <a:rPr lang="en-US" sz="2000" dirty="0">
                <a:solidFill>
                  <a:schemeClr val="tx1"/>
                </a:solidFill>
              </a:rPr>
              <a:t>functions, classes or larger components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Basis: Code, technical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Environment, tools: Development environment, drivers and stubs</a:t>
            </a:r>
            <a:endParaRPr lang="en-US" sz="2000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Responsible: Usually programmers, but level of proficiency and degree of execution varies.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0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372A-0573-431D-BBF1-24DB0804A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Unit/Component Test Process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98A2D-5460-4555-BA44-7DA695EA5A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Often, bugs are fixed upon being found without any reporting, which reduces the transparency of the development process with respect to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Test-driven development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Develop a set of unit tests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Build and integrate 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Run the test and debug until the test pass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6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841" y="987458"/>
            <a:ext cx="4797425" cy="338554"/>
          </a:xfrm>
        </p:spPr>
        <p:txBody>
          <a:bodyPr/>
          <a:lstStyle/>
          <a:p>
            <a:r>
              <a:rPr lang="hu-HU" dirty="0"/>
              <a:t>Drivers and Stubs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03841" y="1600200"/>
            <a:ext cx="4784852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During Unit, component, and integration testing – and for testing APIs – it’s often necessary to simulate parts of call flow reachable from module(s) under test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Data setup sometimes necessary, also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Driver: functions(s) that call module(s) under test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Stub: function(s) calls – directly or indirectly – by module(s) under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59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Integration Test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Objective: find bugs, build confidence, and reduce risk in the relationships and interfaces between pairs and groups of components in the system under test as the pieces come together.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Item Under Test: Two or more integrated components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Basis: architecture, technical requirements, dataflows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Environment, tools: Development environment, Test Environment, drivers and stubs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Responsible: Ideally both testers and programmers</a:t>
            </a:r>
          </a:p>
        </p:txBody>
      </p:sp>
    </p:spTree>
    <p:extLst>
      <p:ext uri="{BB962C8B-B14F-4D97-AF65-F5344CB8AC3E}">
        <p14:creationId xmlns:p14="http://schemas.microsoft.com/office/powerpoint/2010/main" val="96335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Integration Techniques I.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Big bang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Take all modules, put them together and test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Quick, but where’s the bug?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Why wait until all code is written to start integration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Bottom 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Start with bottom layer modules; use appropriate drivers; test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Repeat process; replacing drivers with modules; until done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Good bug isolation but what if nasty bugs are at the top?</a:t>
            </a:r>
          </a:p>
        </p:txBody>
      </p:sp>
    </p:spTree>
    <p:extLst>
      <p:ext uri="{BB962C8B-B14F-4D97-AF65-F5344CB8AC3E}">
        <p14:creationId xmlns:p14="http://schemas.microsoft.com/office/powerpoint/2010/main" val="292199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Integration Techniques II.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Top down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Like bottom up, but start from top and use stubs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Good bug isolation but what if nasty bugs are at the bottom?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Functional or Transactional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Integrate set of components required to implement a single function or transaction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Repeat process; replacing stubs and drivers with set of components to implement next function or transaction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Good bug isolation, can find integration bugs in risk of order</a:t>
            </a:r>
          </a:p>
        </p:txBody>
      </p:sp>
    </p:spTree>
    <p:extLst>
      <p:ext uri="{BB962C8B-B14F-4D97-AF65-F5344CB8AC3E}">
        <p14:creationId xmlns:p14="http://schemas.microsoft.com/office/powerpoint/2010/main" val="76343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System Test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Objective: find bugs, build confidence and reduce risk in the overall particular behaviors, functions and responses of the system under test as a whole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Item Under Test: Whole system in an as-realistic-as-possible test environment, including user and operator manuals and configuration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Basis: Business requirements, use cases, business/domain knowledge, common sense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Environment, Tools: Test Environment, GUI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Responsible: typically independent tester</a:t>
            </a:r>
          </a:p>
        </p:txBody>
      </p:sp>
    </p:spTree>
    <p:extLst>
      <p:ext uri="{BB962C8B-B14F-4D97-AF65-F5344CB8AC3E}">
        <p14:creationId xmlns:p14="http://schemas.microsoft.com/office/powerpoint/2010/main" val="224094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Acceptance Test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Objective: Demonstrate that the product is ready for deployment/release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Item Under Test: Fully integrated system, including business, operational and maintenance processes, user procedures and configuration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Basis: Business, use cases, business/domain knowledge, common sense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Environment and tools: GUI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Responsible: Often users and customers but also independent tester.</a:t>
            </a:r>
          </a:p>
        </p:txBody>
      </p:sp>
    </p:spTree>
    <p:extLst>
      <p:ext uri="{BB962C8B-B14F-4D97-AF65-F5344CB8AC3E}">
        <p14:creationId xmlns:p14="http://schemas.microsoft.com/office/powerpoint/2010/main" val="285544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Variations in Acceptance Test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User Acceptance testing: Business users verify fitness for functional purposes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Alpha, Beta/field testing: Testing and confidence building by potential or existing customers. Beta testing and field testing are performed in the actual environment(s)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Operational testing: Acceptance by system administrators (e.g., backup-restore, disaster recovery, user management, maintenance, data load/migration, security)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Contract and regulation testing: Verification of conformance to contractually or legally mandated requirements, regulations or standards</a:t>
            </a:r>
          </a:p>
        </p:txBody>
      </p:sp>
    </p:spTree>
    <p:extLst>
      <p:ext uri="{BB962C8B-B14F-4D97-AF65-F5344CB8AC3E}">
        <p14:creationId xmlns:p14="http://schemas.microsoft.com/office/powerpoint/2010/main" val="1232595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Build-time vs. Run-time tests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Build-time tests are run during the build process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Unit/component tests, Integration tests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Quick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Technical verification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Always automated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Developer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Run-time test are executed after the build (Software is ready for use)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Unit/component tests, Integration tests, System tests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Takes more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Automated or manual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Tester</a:t>
            </a:r>
          </a:p>
        </p:txBody>
      </p:sp>
    </p:spTree>
    <p:extLst>
      <p:ext uri="{BB962C8B-B14F-4D97-AF65-F5344CB8AC3E}">
        <p14:creationId xmlns:p14="http://schemas.microsoft.com/office/powerpoint/2010/main" val="3210244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Test Pyramid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701540-5798-47F1-ABC8-24DC5E42FE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Placeholder 10" descr="Diagram&#10;&#10;Description automatically generated">
            <a:extLst>
              <a:ext uri="{FF2B5EF4-FFF2-40B4-BE49-F238E27FC236}">
                <a16:creationId xmlns:a16="http://schemas.microsoft.com/office/drawing/2014/main" id="{AC16389A-3A06-43DD-90AF-C4906C4C6B4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42" t="-15902" r="112" b="-21146"/>
          <a:stretch/>
        </p:blipFill>
        <p:spPr>
          <a:xfrm>
            <a:off x="1346479" y="0"/>
            <a:ext cx="10711543" cy="6858000"/>
          </a:xfrm>
        </p:spPr>
      </p:pic>
    </p:spTree>
    <p:extLst>
      <p:ext uri="{BB962C8B-B14F-4D97-AF65-F5344CB8AC3E}">
        <p14:creationId xmlns:p14="http://schemas.microsoft.com/office/powerpoint/2010/main" val="2097374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9B6308-B7D6-4B7D-B992-55844658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Test Types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6F95B2-000B-4555-9829-D5984310A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07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Test Types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lvl="0"/>
            <a:r>
              <a:rPr lang="en-US" sz="2000" dirty="0"/>
              <a:t>Software </a:t>
            </a:r>
            <a:r>
              <a:rPr lang="en-US" sz="2000" b="1" dirty="0"/>
              <a:t>Testing Type</a:t>
            </a:r>
            <a:r>
              <a:rPr lang="en-US" sz="2000" dirty="0"/>
              <a:t> is a classification of different </a:t>
            </a:r>
            <a:r>
              <a:rPr lang="en-US" sz="2000" b="1" dirty="0"/>
              <a:t>testing</a:t>
            </a:r>
            <a:r>
              <a:rPr lang="en-US" sz="2000" dirty="0"/>
              <a:t> activities into categories, each having, a defined test objective, </a:t>
            </a:r>
            <a:r>
              <a:rPr lang="en-US" sz="2000" b="1" dirty="0"/>
              <a:t>test</a:t>
            </a:r>
            <a:r>
              <a:rPr lang="en-US" sz="2000" dirty="0"/>
              <a:t> </a:t>
            </a:r>
            <a:r>
              <a:rPr lang="en-US" sz="2000" b="1" dirty="0"/>
              <a:t>strategy</a:t>
            </a:r>
            <a:r>
              <a:rPr lang="en-US" sz="2000" dirty="0"/>
              <a:t>, and </a:t>
            </a:r>
            <a:r>
              <a:rPr lang="en-US" sz="2000" b="1" dirty="0"/>
              <a:t>test</a:t>
            </a:r>
            <a:r>
              <a:rPr lang="en-US" sz="2000" dirty="0"/>
              <a:t> </a:t>
            </a:r>
            <a:r>
              <a:rPr lang="en-US" sz="2000" b="1" dirty="0"/>
              <a:t>deliverables</a:t>
            </a:r>
          </a:p>
        </p:txBody>
      </p:sp>
    </p:spTree>
    <p:extLst>
      <p:ext uri="{BB962C8B-B14F-4D97-AF65-F5344CB8AC3E}">
        <p14:creationId xmlns:p14="http://schemas.microsoft.com/office/powerpoint/2010/main" val="903413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338554"/>
          </a:xfrm>
        </p:spPr>
        <p:txBody>
          <a:bodyPr/>
          <a:lstStyle/>
          <a:p>
            <a:r>
              <a:rPr lang="hu-HU" dirty="0"/>
              <a:t>Test Types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701540-5798-47F1-ABC8-24DC5E42FE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C7B95F-223C-49DC-9FF2-735B098A98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pic>
        <p:nvPicPr>
          <p:cNvPr id="7" name="Kép 4">
            <a:extLst>
              <a:ext uri="{FF2B5EF4-FFF2-40B4-BE49-F238E27FC236}">
                <a16:creationId xmlns:a16="http://schemas.microsoft.com/office/drawing/2014/main" id="{02CB3245-D9B9-4141-9282-6064AC68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324" y="344347"/>
            <a:ext cx="8932739" cy="59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9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Static Testing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Static testing is the testing of the software work products manually, or with a set of tools, but they are not executed.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Static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Using a tool to evaluate the Item Under Test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Manual evaluation of the Item Under Test</a:t>
            </a:r>
          </a:p>
        </p:txBody>
      </p:sp>
    </p:spTree>
    <p:extLst>
      <p:ext uri="{BB962C8B-B14F-4D97-AF65-F5344CB8AC3E}">
        <p14:creationId xmlns:p14="http://schemas.microsoft.com/office/powerpoint/2010/main" val="2174152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338554"/>
          </a:xfrm>
        </p:spPr>
        <p:txBody>
          <a:bodyPr/>
          <a:lstStyle/>
          <a:p>
            <a:r>
              <a:rPr lang="hu-HU" dirty="0"/>
              <a:t>Test Types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701540-5798-47F1-ABC8-24DC5E42FE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C7B95F-223C-49DC-9FF2-735B098A98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pic>
        <p:nvPicPr>
          <p:cNvPr id="7" name="Kép 4">
            <a:extLst>
              <a:ext uri="{FF2B5EF4-FFF2-40B4-BE49-F238E27FC236}">
                <a16:creationId xmlns:a16="http://schemas.microsoft.com/office/drawing/2014/main" id="{02CB3245-D9B9-4141-9282-6064AC68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324" y="344347"/>
            <a:ext cx="8932739" cy="59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95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Dynamic Testing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White-box Test or Structured-based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In white-box testing the tester is concentrating on how the software is put together.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The internal structure of the software is known by the tester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Black Box Testing or Specification-based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In black-box testing the tester is concentrating on what the software does, not how it does 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The internal structure of the software is not known by the tester</a:t>
            </a:r>
          </a:p>
        </p:txBody>
      </p:sp>
    </p:spTree>
    <p:extLst>
      <p:ext uri="{BB962C8B-B14F-4D97-AF65-F5344CB8AC3E}">
        <p14:creationId xmlns:p14="http://schemas.microsoft.com/office/powerpoint/2010/main" val="1498552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Grey box Testing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We make assumptions about the internal structure of the software</a:t>
            </a:r>
          </a:p>
        </p:txBody>
      </p:sp>
    </p:spTree>
    <p:extLst>
      <p:ext uri="{BB962C8B-B14F-4D97-AF65-F5344CB8AC3E}">
        <p14:creationId xmlns:p14="http://schemas.microsoft.com/office/powerpoint/2010/main" val="385980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338554"/>
          </a:xfrm>
        </p:spPr>
        <p:txBody>
          <a:bodyPr/>
          <a:lstStyle/>
          <a:p>
            <a:r>
              <a:rPr lang="hu-HU" dirty="0"/>
              <a:t>Test Types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701540-5798-47F1-ABC8-24DC5E42FE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C7B95F-223C-49DC-9FF2-735B098A98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pic>
        <p:nvPicPr>
          <p:cNvPr id="7" name="Kép 4">
            <a:extLst>
              <a:ext uri="{FF2B5EF4-FFF2-40B4-BE49-F238E27FC236}">
                <a16:creationId xmlns:a16="http://schemas.microsoft.com/office/drawing/2014/main" id="{02CB3245-D9B9-4141-9282-6064AC68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324" y="344347"/>
            <a:ext cx="8932739" cy="59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59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hu-HU" dirty="0"/>
              <a:t>Black box Testing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Functional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Functional testing is a type of testing which verifies that each </a:t>
            </a:r>
            <a:r>
              <a:rPr lang="en-US" sz="1800" b="1" dirty="0"/>
              <a:t>function</a:t>
            </a:r>
            <a:r>
              <a:rPr lang="en-US" sz="1800" dirty="0"/>
              <a:t> of the software application operates in conformance with the requirement specification.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What the system does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Non-functional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Non-functional testing is a type of testing to check non-functional aspects of a software application. It is explicitly designed to test the readiness of a system as per nonfunctional parameters which are never addressed by functional testing.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How well the system does it</a:t>
            </a:r>
          </a:p>
        </p:txBody>
      </p:sp>
    </p:spTree>
    <p:extLst>
      <p:ext uri="{BB962C8B-B14F-4D97-AF65-F5344CB8AC3E}">
        <p14:creationId xmlns:p14="http://schemas.microsoft.com/office/powerpoint/2010/main" val="708947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1" y="987458"/>
            <a:ext cx="5387106" cy="338554"/>
          </a:xfrm>
        </p:spPr>
        <p:txBody>
          <a:bodyPr/>
          <a:lstStyle/>
          <a:p>
            <a:r>
              <a:rPr lang="en-US" dirty="0"/>
              <a:t>Non-functional Testing - Performance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/>
              <a:t>Load testing </a:t>
            </a:r>
            <a:r>
              <a:rPr lang="en-US" sz="2000" b="1" dirty="0"/>
              <a:t>-</a:t>
            </a:r>
            <a:r>
              <a:rPr lang="en-US" sz="2000" dirty="0"/>
              <a:t> checks the application's ability to perform under anticipated user loads. The objective is to identify performance bottlenecks before the software application goes live.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/>
              <a:t>Stress testing </a:t>
            </a:r>
            <a:r>
              <a:rPr lang="en-US" sz="2000" b="1" dirty="0"/>
              <a:t>-</a:t>
            </a:r>
            <a:r>
              <a:rPr lang="en-US" sz="2000" dirty="0"/>
              <a:t> involves testing an application under extreme workloads to see how it handles high traffic or data processing. The objective is to identify the breaking point of an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/>
              <a:t>Endurance testing </a:t>
            </a:r>
            <a:r>
              <a:rPr lang="en-US" sz="2000" b="1" dirty="0"/>
              <a:t>-</a:t>
            </a:r>
            <a:r>
              <a:rPr lang="en-US" sz="2000" dirty="0"/>
              <a:t> is done to make sure the software can handle the expected load over a long period of time.</a:t>
            </a:r>
          </a:p>
        </p:txBody>
      </p:sp>
    </p:spTree>
    <p:extLst>
      <p:ext uri="{BB962C8B-B14F-4D97-AF65-F5344CB8AC3E}">
        <p14:creationId xmlns:p14="http://schemas.microsoft.com/office/powerpoint/2010/main" val="4161354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0" y="987458"/>
            <a:ext cx="5825765" cy="677108"/>
          </a:xfrm>
        </p:spPr>
        <p:txBody>
          <a:bodyPr/>
          <a:lstStyle/>
          <a:p>
            <a:r>
              <a:rPr lang="en-US" dirty="0"/>
              <a:t>Non-functional Testing - Maintainability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It basically checks how easy it is to maintain the system. How easy it is to analyze, change and test the application or product.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Update/patch install and uninstall processes don’t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Configurations can’t be changed appropriately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Code not maintainable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Software is not efficiently testable</a:t>
            </a:r>
          </a:p>
        </p:txBody>
      </p:sp>
    </p:spTree>
    <p:extLst>
      <p:ext uri="{BB962C8B-B14F-4D97-AF65-F5344CB8AC3E}">
        <p14:creationId xmlns:p14="http://schemas.microsoft.com/office/powerpoint/2010/main" val="312394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0" y="987458"/>
            <a:ext cx="5825765" cy="338554"/>
          </a:xfrm>
        </p:spPr>
        <p:txBody>
          <a:bodyPr/>
          <a:lstStyle/>
          <a:p>
            <a:r>
              <a:rPr lang="hu-HU" dirty="0"/>
              <a:t>Usability Testing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In usability testing basically the testers tests the ease with which the user interfaces can be used. It tests that whether the application or the product built is user-friendly or not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/>
              <a:t>Learnability</a:t>
            </a:r>
            <a:r>
              <a:rPr lang="en-US" sz="1800" dirty="0"/>
              <a:t>: How easy is it for users to accomplish basic tasks the first time they encounter the design?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/>
              <a:t>Efficiency</a:t>
            </a:r>
            <a:r>
              <a:rPr lang="en-US" sz="1800" dirty="0"/>
              <a:t>: How fast can experienced users accomplish tasks?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/>
              <a:t>Memorability</a:t>
            </a:r>
            <a:r>
              <a:rPr lang="en-US" sz="1800" dirty="0"/>
              <a:t>: When users return to the design after a period of not using it, does the user remember enough to use it effectively the next time, or does the user have to start over again learning everything?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/>
              <a:t>Errors</a:t>
            </a:r>
            <a:r>
              <a:rPr lang="en-US" sz="1800" dirty="0"/>
              <a:t>: How many errors do users make, how severe are these errors and how easily can they recover from the errors?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b="1" dirty="0"/>
              <a:t>Satisfaction</a:t>
            </a:r>
            <a:r>
              <a:rPr lang="en-US" sz="1800" dirty="0"/>
              <a:t>: How much does the user like using the system?</a:t>
            </a:r>
          </a:p>
        </p:txBody>
      </p:sp>
    </p:spTree>
    <p:extLst>
      <p:ext uri="{BB962C8B-B14F-4D97-AF65-F5344CB8AC3E}">
        <p14:creationId xmlns:p14="http://schemas.microsoft.com/office/powerpoint/2010/main" val="1838531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0" y="987458"/>
            <a:ext cx="5825765" cy="338554"/>
          </a:xfrm>
        </p:spPr>
        <p:txBody>
          <a:bodyPr/>
          <a:lstStyle/>
          <a:p>
            <a:r>
              <a:rPr lang="hu-HU" dirty="0"/>
              <a:t>Portability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Testing the ease with which a computer software component or application can be moved from one environment to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Hardware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Operating system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2445047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0" y="987458"/>
            <a:ext cx="5825765" cy="338554"/>
          </a:xfrm>
        </p:spPr>
        <p:txBody>
          <a:bodyPr/>
          <a:lstStyle/>
          <a:p>
            <a:r>
              <a:rPr lang="hu-HU" dirty="0"/>
              <a:t>Other Non-functional testing types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Disaster recovery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Localization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And many others</a:t>
            </a:r>
          </a:p>
        </p:txBody>
      </p:sp>
    </p:spTree>
    <p:extLst>
      <p:ext uri="{BB962C8B-B14F-4D97-AF65-F5344CB8AC3E}">
        <p14:creationId xmlns:p14="http://schemas.microsoft.com/office/powerpoint/2010/main" val="1274888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338554"/>
          </a:xfrm>
        </p:spPr>
        <p:txBody>
          <a:bodyPr/>
          <a:lstStyle/>
          <a:p>
            <a:r>
              <a:rPr lang="hu-HU" dirty="0"/>
              <a:t>Test Types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701540-5798-47F1-ABC8-24DC5E42FE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C7B95F-223C-49DC-9FF2-735B098A98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pic>
        <p:nvPicPr>
          <p:cNvPr id="7" name="Kép 4">
            <a:extLst>
              <a:ext uri="{FF2B5EF4-FFF2-40B4-BE49-F238E27FC236}">
                <a16:creationId xmlns:a16="http://schemas.microsoft.com/office/drawing/2014/main" id="{02CB3245-D9B9-4141-9282-6064AC68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324" y="344347"/>
            <a:ext cx="8932739" cy="59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37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C9C91-F961-4883-ACDD-341E7238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160" y="987458"/>
            <a:ext cx="5825765" cy="338554"/>
          </a:xfrm>
        </p:spPr>
        <p:txBody>
          <a:bodyPr/>
          <a:lstStyle/>
          <a:p>
            <a:r>
              <a:rPr lang="hu-HU" dirty="0"/>
              <a:t>Change related tests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93DE5-45A7-4BB9-8528-B6AFE21B9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160" y="1600200"/>
            <a:ext cx="7070103" cy="3657600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Confirmation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When a test fails because of the defect then that defect is reported, and a new version of the software is expected that has had the defect fixed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Regression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Making sure that the changes did not break existing functionality</a:t>
            </a:r>
          </a:p>
        </p:txBody>
      </p:sp>
    </p:spTree>
    <p:extLst>
      <p:ext uri="{BB962C8B-B14F-4D97-AF65-F5344CB8AC3E}">
        <p14:creationId xmlns:p14="http://schemas.microsoft.com/office/powerpoint/2010/main" val="4291668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1D98-1237-406B-9E4C-C92BC906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875002"/>
            <a:ext cx="5530850" cy="2215991"/>
          </a:xfrm>
        </p:spPr>
        <p:txBody>
          <a:bodyPr/>
          <a:lstStyle/>
          <a:p>
            <a:r>
              <a:rPr lang="hu-HU" dirty="0"/>
              <a:t>Thank you for </a:t>
            </a:r>
            <a:r>
              <a:rPr lang="hu-HU"/>
              <a:t>your attention</a:t>
            </a:r>
            <a:r>
              <a:rPr lang="hu-HU" dirty="0"/>
              <a:t>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154F-1660-4E44-818E-DCA812D53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AF0EE-499F-45B3-AAC1-4CEDFA2262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F790B-6811-4D0B-B421-8FEB4598DD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9728A-E0D1-4179-9E8B-036BD994EB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C8B3A5-2D7A-44F9-B489-2AAF2C1A84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CD27DC-3CB0-4036-8C38-FC04817BF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74863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2021.2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F990897E85AF42B37E78C1FBF37930" ma:contentTypeVersion="12" ma:contentTypeDescription="Create a new document." ma:contentTypeScope="" ma:versionID="8b4373d8316f358c588164d406a8be3e">
  <xsd:schema xmlns:xsd="http://www.w3.org/2001/XMLSchema" xmlns:xs="http://www.w3.org/2001/XMLSchema" xmlns:p="http://schemas.microsoft.com/office/2006/metadata/properties" xmlns:ns2="b11e2ad0-f5c8-46fe-bad1-e9f2defbd136" xmlns:ns3="ce510c31-4166-4c26-b036-4016f575b076" targetNamespace="http://schemas.microsoft.com/office/2006/metadata/properties" ma:root="true" ma:fieldsID="ca1fe5cd8f8d22431e15fb1595b397a3" ns2:_="" ns3:_="">
    <xsd:import namespace="b11e2ad0-f5c8-46fe-bad1-e9f2defbd136"/>
    <xsd:import namespace="ce510c31-4166-4c26-b036-4016f575b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e2ad0-f5c8-46fe-bad1-e9f2defbd1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5e7e27f-e892-4f83-94e1-90b55e231c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510c31-4166-4c26-b036-4016f575b0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43adbc-0236-4182-a4a8-30e59ff07af8}" ma:internalName="TaxCatchAll" ma:showField="CatchAllData" ma:web="ce510c31-4166-4c26-b036-4016f575b0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510c31-4166-4c26-b036-4016f575b076" xsi:nil="true"/>
    <lcf76f155ced4ddcb4097134ff3c332f xmlns="b11e2ad0-f5c8-46fe-bad1-e9f2defbd13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D5405D-5857-473C-82D5-62A731E225E1}"/>
</file>

<file path=customXml/itemProps3.xml><?xml version="1.0" encoding="utf-8"?>
<ds:datastoreItem xmlns:ds="http://schemas.openxmlformats.org/officeDocument/2006/customXml" ds:itemID="{412E3419-B313-4514-AD24-D56E1F80A63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2237</TotalTime>
  <Words>1402</Words>
  <Application>Microsoft Office PowerPoint</Application>
  <PresentationFormat>Widescreen</PresentationFormat>
  <Paragraphs>158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Bold</vt:lpstr>
      <vt:lpstr>Calibri Light</vt:lpstr>
      <vt:lpstr>EPAM Master 2021.2</vt:lpstr>
      <vt:lpstr>Test Levels and Test Types</vt:lpstr>
      <vt:lpstr>Gergő Máté Nagy</vt:lpstr>
      <vt:lpstr>Test Levels</vt:lpstr>
      <vt:lpstr>Test Phases or Levels</vt:lpstr>
      <vt:lpstr>Component (Unit) Test</vt:lpstr>
      <vt:lpstr>Unit/Component Test Process</vt:lpstr>
      <vt:lpstr>Drivers and Stubs</vt:lpstr>
      <vt:lpstr>Integration Test</vt:lpstr>
      <vt:lpstr>Integration Techniques I.</vt:lpstr>
      <vt:lpstr>Integration Techniques II.</vt:lpstr>
      <vt:lpstr>System Test</vt:lpstr>
      <vt:lpstr>Acceptance Test</vt:lpstr>
      <vt:lpstr>Variations in Acceptance Test</vt:lpstr>
      <vt:lpstr>Build-time vs. Run-time tests</vt:lpstr>
      <vt:lpstr>Test Pyramid</vt:lpstr>
      <vt:lpstr>Test Types</vt:lpstr>
      <vt:lpstr>Test Types</vt:lpstr>
      <vt:lpstr>Test Types</vt:lpstr>
      <vt:lpstr>Static Testing</vt:lpstr>
      <vt:lpstr>Test Types</vt:lpstr>
      <vt:lpstr>Dynamic Testing</vt:lpstr>
      <vt:lpstr>Grey box Testing</vt:lpstr>
      <vt:lpstr>Test Types</vt:lpstr>
      <vt:lpstr>Black box Testing</vt:lpstr>
      <vt:lpstr>Non-functional Testing - Performance Testing</vt:lpstr>
      <vt:lpstr>Non-functional Testing - Maintainability Testing</vt:lpstr>
      <vt:lpstr>Usability Testing</vt:lpstr>
      <vt:lpstr>Portability</vt:lpstr>
      <vt:lpstr>Other Non-functional testing types</vt:lpstr>
      <vt:lpstr>Test Types</vt:lpstr>
      <vt:lpstr>Change related tests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Gergo Mate Nagy</cp:lastModifiedBy>
  <cp:revision>11</cp:revision>
  <dcterms:created xsi:type="dcterms:W3CDTF">2020-10-27T12:12:11Z</dcterms:created>
  <dcterms:modified xsi:type="dcterms:W3CDTF">2023-10-30T12:34:45Z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0x010100E8F990897E85AF42B37E78C1FBF37930</vt:lpwstr>
  </property>
</Properties>
</file>